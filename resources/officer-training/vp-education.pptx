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8" r:id="rId4"/>
    <p:sldMasterId id="2147483693" r:id="rId5"/>
    <p:sldMasterId id="2147483737" r:id="rId6"/>
    <p:sldMasterId id="2147483747" r:id="rId7"/>
    <p:sldMasterId id="2147483766" r:id="rId8"/>
    <p:sldMasterId id="2147483785"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Lst>
  <p:sldSz cy="6858000" cx="12192000"/>
  <p:notesSz cx="6858000" cy="9144000"/>
  <p:embeddedFontLst>
    <p:embeddedFont>
      <p:font typeface="Roboto"/>
      <p:regular r:id="rId38"/>
      <p:bold r:id="rId39"/>
      <p:italic r:id="rId40"/>
      <p:boldItalic r:id="rId41"/>
    </p:embeddedFont>
    <p:embeddedFont>
      <p:font typeface="Quattrocento Sans"/>
      <p:regular r:id="rId42"/>
      <p:bold r:id="rId43"/>
      <p:italic r:id="rId44"/>
      <p:boldItalic r:id="rId45"/>
    </p:embeddedFont>
    <p:embeddedFont>
      <p:font typeface="Helvetica Neue"/>
      <p:regular r:id="rId46"/>
      <p:bold r:id="rId47"/>
      <p:italic r:id="rId48"/>
      <p:boldItalic r:id="rId49"/>
    </p:embeddedFont>
    <p:embeddedFont>
      <p:font typeface="Open Sans Light"/>
      <p:regular r:id="rId50"/>
      <p:bold r:id="rId51"/>
      <p:italic r:id="rId52"/>
      <p:boldItalic r:id="rId53"/>
    </p:embeddedFont>
    <p:embeddedFont>
      <p:font typeface="Open Sans"/>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hNaJCeQYPzCyHFJuF16L9ga6aF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italic.fntdata"/><Relationship Id="rId42" Type="http://schemas.openxmlformats.org/officeDocument/2006/relationships/font" Target="fonts/QuattrocentoSans-regular.fntdata"/><Relationship Id="rId41" Type="http://schemas.openxmlformats.org/officeDocument/2006/relationships/font" Target="fonts/Roboto-boldItalic.fntdata"/><Relationship Id="rId44" Type="http://schemas.openxmlformats.org/officeDocument/2006/relationships/font" Target="fonts/QuattrocentoSans-italic.fntdata"/><Relationship Id="rId43" Type="http://schemas.openxmlformats.org/officeDocument/2006/relationships/font" Target="fonts/QuattrocentoSans-bold.fntdata"/><Relationship Id="rId46" Type="http://schemas.openxmlformats.org/officeDocument/2006/relationships/font" Target="fonts/HelveticaNeue-regular.fntdata"/><Relationship Id="rId45" Type="http://schemas.openxmlformats.org/officeDocument/2006/relationships/font" Target="fonts/QuattrocentoSans-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Master" Target="slideMasters/slideMaster7.xml"/><Relationship Id="rId48" Type="http://schemas.openxmlformats.org/officeDocument/2006/relationships/font" Target="fonts/HelveticaNeue-italic.fntdata"/><Relationship Id="rId47" Type="http://schemas.openxmlformats.org/officeDocument/2006/relationships/font" Target="fonts/HelveticaNeue-bold.fntdata"/><Relationship Id="rId49" Type="http://schemas.openxmlformats.org/officeDocument/2006/relationships/font" Target="fonts/HelveticaNeue-boldItalic.fntdata"/><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slideMaster" Target="slideMasters/slideMaster5.xml"/><Relationship Id="rId8" Type="http://schemas.openxmlformats.org/officeDocument/2006/relationships/slideMaster" Target="slideMasters/slideMaster6.xml"/><Relationship Id="rId31" Type="http://schemas.openxmlformats.org/officeDocument/2006/relationships/slide" Target="slides/slide21.xml"/><Relationship Id="rId30" Type="http://schemas.openxmlformats.org/officeDocument/2006/relationships/slide" Target="slides/slide20.xml"/><Relationship Id="rId33" Type="http://schemas.openxmlformats.org/officeDocument/2006/relationships/slide" Target="slides/slide23.xml"/><Relationship Id="rId32" Type="http://schemas.openxmlformats.org/officeDocument/2006/relationships/slide" Target="slides/slide22.xml"/><Relationship Id="rId35" Type="http://schemas.openxmlformats.org/officeDocument/2006/relationships/slide" Target="slides/slide25.xml"/><Relationship Id="rId34" Type="http://schemas.openxmlformats.org/officeDocument/2006/relationships/slide" Target="slides/slide24.xml"/><Relationship Id="rId37" Type="http://schemas.openxmlformats.org/officeDocument/2006/relationships/slide" Target="slides/slide27.xml"/><Relationship Id="rId36" Type="http://schemas.openxmlformats.org/officeDocument/2006/relationships/slide" Target="slides/slide26.xml"/><Relationship Id="rId39" Type="http://schemas.openxmlformats.org/officeDocument/2006/relationships/font" Target="fonts/Roboto-bold.fntdata"/><Relationship Id="rId38" Type="http://schemas.openxmlformats.org/officeDocument/2006/relationships/font" Target="fonts/Roboto-regular.fntdata"/><Relationship Id="rId20" Type="http://schemas.openxmlformats.org/officeDocument/2006/relationships/slide" Target="slides/slide10.xml"/><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29" Type="http://schemas.openxmlformats.org/officeDocument/2006/relationships/slide" Target="slides/slide19.xml"/><Relationship Id="rId51" Type="http://schemas.openxmlformats.org/officeDocument/2006/relationships/font" Target="fonts/OpenSansLight-bold.fntdata"/><Relationship Id="rId50" Type="http://schemas.openxmlformats.org/officeDocument/2006/relationships/font" Target="fonts/OpenSansLight-regular.fntdata"/><Relationship Id="rId53" Type="http://schemas.openxmlformats.org/officeDocument/2006/relationships/font" Target="fonts/OpenSansLight-boldItalic.fntdata"/><Relationship Id="rId52" Type="http://schemas.openxmlformats.org/officeDocument/2006/relationships/font" Target="fonts/OpenSansLight-italic.fntdata"/><Relationship Id="rId11" Type="http://schemas.openxmlformats.org/officeDocument/2006/relationships/slide" Target="slides/slide1.xml"/><Relationship Id="rId55" Type="http://schemas.openxmlformats.org/officeDocument/2006/relationships/font" Target="fonts/OpenSans-bold.fntdata"/><Relationship Id="rId10" Type="http://schemas.openxmlformats.org/officeDocument/2006/relationships/notesMaster" Target="notesMasters/notesMaster1.xml"/><Relationship Id="rId54" Type="http://schemas.openxmlformats.org/officeDocument/2006/relationships/font" Target="fonts/OpenSans-regular.fntdata"/><Relationship Id="rId13" Type="http://schemas.openxmlformats.org/officeDocument/2006/relationships/slide" Target="slides/slide3.xml"/><Relationship Id="rId57" Type="http://schemas.openxmlformats.org/officeDocument/2006/relationships/font" Target="fonts/OpenSans-boldItalic.fntdata"/><Relationship Id="rId12" Type="http://schemas.openxmlformats.org/officeDocument/2006/relationships/slide" Target="slides/slide2.xml"/><Relationship Id="rId56" Type="http://schemas.openxmlformats.org/officeDocument/2006/relationships/font" Target="fonts/OpenSans-italic.fntdata"/><Relationship Id="rId15" Type="http://schemas.openxmlformats.org/officeDocument/2006/relationships/slide" Target="slides/slide5.xml"/><Relationship Id="rId14" Type="http://schemas.openxmlformats.org/officeDocument/2006/relationships/slide" Target="slides/slide4.xml"/><Relationship Id="rId58" Type="http://customschemas.google.com/relationships/presentationmetadata" Target="metadata"/><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630237"/>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cdn.toastmasters.org/medias/files/pathways/8078-project-competencies-by-path.pdf"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asy-speak.org/" TargetMode="External"/><Relationship Id="rId3" Type="http://schemas.openxmlformats.org/officeDocument/2006/relationships/hyperlink" Target="https://support.toastmastersclubs.org/home"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upport.toastmastersclubs.org/" TargetMode="External"/><Relationship Id="rId3" Type="http://schemas.openxmlformats.org/officeDocument/2006/relationships/hyperlink" Target="https://easy-speak.org/faq.php" TargetMode="External"/><Relationship Id="rId4" Type="http://schemas.openxmlformats.org/officeDocument/2006/relationships/hyperlink" Target="https://www.toastmasters.org/education/pathways" TargetMode="External"/><Relationship Id="rId5" Type="http://schemas.openxmlformats.org/officeDocument/2006/relationships/hyperlink" Target="https://www.toastmasters.org/education/base-camp-videos" TargetMode="External"/><Relationship Id="rId6" Type="http://schemas.openxmlformats.org/officeDocument/2006/relationships/hyperlink" Target="https://www.toastmasters.org/education/pathways/pathways-updates" TargetMode="External"/><Relationship Id="rId7" Type="http://schemas.openxmlformats.org/officeDocument/2006/relationships/hyperlink" Target="https://ccdn.toastmasters.org/medias/files/department-documents/club-documents/1315-effective-club-practices.pdf" TargetMode="External"/><Relationship Id="rId8" Type="http://schemas.openxmlformats.org/officeDocument/2006/relationships/hyperlink" Target="https://content.toastmasters.org/image/upload/club-excellence-curriculum.pdf"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p1:notes"/>
          <p:cNvSpPr/>
          <p:nvPr>
            <p:ph idx="2" type="sldImg"/>
          </p:nvPr>
        </p:nvSpPr>
        <p:spPr>
          <a:xfrm>
            <a:off x="685800" y="665163"/>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2" name="Google Shape;1192;p1: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i="1" lang="en-US" sz="1200">
                <a:latin typeface="Arial"/>
                <a:ea typeface="Arial"/>
                <a:cs typeface="Arial"/>
                <a:sym typeface="Arial"/>
              </a:rPr>
              <a:t>A duration of 4 hours is recommended for Club Officer Training, allowing for comprehensive review and discussion of topics, like the Club Success Plan, the Distinguished Club Program, and leadership development. The full Club Officer Training is composed of three 1-hour sessions, but we recommend breaks between each session. This leaves approximately 30 to 45 minutes for another session or keynote presentation focused on the needs of the clubs in your District. </a:t>
            </a:r>
            <a:endParaRPr sz="1200">
              <a:latin typeface="Arial"/>
              <a:ea typeface="Arial"/>
              <a:cs typeface="Arial"/>
              <a:sym typeface="Arial"/>
            </a:endParaRPr>
          </a:p>
          <a:p>
            <a:pPr indent="0" lvl="0" marL="0" rtl="0" algn="l">
              <a:spcBef>
                <a:spcPts val="0"/>
              </a:spcBef>
              <a:spcAft>
                <a:spcPts val="0"/>
              </a:spcAft>
              <a:buNone/>
            </a:pPr>
            <a:r>
              <a:t/>
            </a:r>
            <a:endParaRPr/>
          </a:p>
        </p:txBody>
      </p:sp>
      <p:sp>
        <p:nvSpPr>
          <p:cNvPr id="1193" name="Google Shape;119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p2: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9" name="Google Shape;1199;p2: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2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t/>
            </a:r>
            <a:endParaRPr/>
          </a:p>
          <a:p>
            <a:pPr indent="0" lvl="0" marL="0" rtl="0" algn="l">
              <a:spcBef>
                <a:spcPts val="0"/>
              </a:spcBef>
              <a:spcAft>
                <a:spcPts val="0"/>
              </a:spcAft>
              <a:buNone/>
            </a:pPr>
            <a:r>
              <a:rPr lang="en-US"/>
              <a:t>Welcome to the Vice President Education training!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(To begin the session, </a:t>
            </a:r>
            <a:r>
              <a:rPr b="1" lang="en-US"/>
              <a:t>briefly ask</a:t>
            </a:r>
            <a:r>
              <a:rPr lang="en-US"/>
              <a:t> the participants why they are serving as their club’s Vice President Education.)</a:t>
            </a:r>
            <a:endParaRPr/>
          </a:p>
        </p:txBody>
      </p:sp>
      <p:sp>
        <p:nvSpPr>
          <p:cNvPr id="1200" name="Google Shape;120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p3: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6" name="Google Shape;1206;p3: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1 minute</a:t>
            </a:r>
            <a:endParaRPr/>
          </a:p>
          <a:p>
            <a:pPr indent="0" lvl="0" marL="0" rtl="0" algn="l">
              <a:spcBef>
                <a:spcPts val="0"/>
              </a:spcBef>
              <a:spcAft>
                <a:spcPts val="0"/>
              </a:spcAft>
              <a:buNone/>
            </a:pPr>
            <a:r>
              <a:rPr b="1" lang="en-US"/>
              <a:t>Elapsed time: 3 minutes</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b="1" lang="en-US"/>
              <a:t>Facilitator Notes:</a:t>
            </a:r>
            <a:endParaRPr/>
          </a:p>
          <a:p>
            <a:pPr indent="0" lvl="0" marL="0" rtl="0" algn="l">
              <a:spcBef>
                <a:spcPts val="0"/>
              </a:spcBef>
              <a:spcAft>
                <a:spcPts val="0"/>
              </a:spcAft>
              <a:buNone/>
            </a:pPr>
            <a:r>
              <a:rPr lang="en-US"/>
              <a:t>(Please outline the agenda as listed below. Explain that the session describes the role and responsibilities of the Vice President Education but also includes some “how to’s” and best practices.) </a:t>
            </a:r>
            <a:endParaRPr/>
          </a:p>
          <a:p>
            <a:pPr indent="-360000" lvl="0" marL="360000" marR="0" rtl="0" algn="l">
              <a:lnSpc>
                <a:spcPct val="100000"/>
              </a:lnSpc>
              <a:spcBef>
                <a:spcPts val="0"/>
              </a:spcBef>
              <a:spcAft>
                <a:spcPts val="0"/>
              </a:spcAft>
              <a:buClr>
                <a:schemeClr val="dk1"/>
              </a:buClr>
              <a:buSzPts val="1200"/>
              <a:buFont typeface="Arial"/>
              <a:buChar char="•"/>
            </a:pPr>
            <a:r>
              <a:rPr lang="en-US"/>
              <a:t>Club Success Cycle</a:t>
            </a:r>
            <a:endParaRPr/>
          </a:p>
          <a:p>
            <a:pPr indent="-360000" lvl="0" marL="360000" rtl="0" algn="l">
              <a:spcBef>
                <a:spcPts val="0"/>
              </a:spcBef>
              <a:spcAft>
                <a:spcPts val="0"/>
              </a:spcAft>
              <a:buClr>
                <a:schemeClr val="dk1"/>
              </a:buClr>
              <a:buSzPts val="1200"/>
              <a:buFont typeface="Arial"/>
              <a:buChar char="•"/>
            </a:pPr>
            <a:r>
              <a:rPr lang="en-US"/>
              <a:t>Transferable Skills</a:t>
            </a:r>
            <a:endParaRPr/>
          </a:p>
          <a:p>
            <a:pPr indent="-360000" lvl="0" marL="360000" rtl="0" algn="l">
              <a:spcBef>
                <a:spcPts val="0"/>
              </a:spcBef>
              <a:spcAft>
                <a:spcPts val="0"/>
              </a:spcAft>
              <a:buClr>
                <a:schemeClr val="dk1"/>
              </a:buClr>
              <a:buSzPts val="1200"/>
              <a:buFont typeface="Arial"/>
              <a:buChar char="•"/>
            </a:pPr>
            <a:r>
              <a:rPr lang="en-US"/>
              <a:t>Responsibilities</a:t>
            </a:r>
            <a:endParaRPr/>
          </a:p>
          <a:p>
            <a:pPr indent="-360000" lvl="0" marL="360000" rtl="0" algn="l">
              <a:spcBef>
                <a:spcPts val="0"/>
              </a:spcBef>
              <a:spcAft>
                <a:spcPts val="0"/>
              </a:spcAft>
              <a:buClr>
                <a:schemeClr val="dk1"/>
              </a:buClr>
              <a:buSzPts val="1200"/>
              <a:buFont typeface="Arial"/>
              <a:buChar char="•"/>
            </a:pPr>
            <a:r>
              <a:rPr lang="en-US"/>
              <a:t>Best Practices and Resources</a:t>
            </a:r>
            <a:endParaRPr/>
          </a:p>
          <a:p>
            <a:pPr indent="-360000" lvl="0" marL="360000" rtl="0" algn="l">
              <a:spcBef>
                <a:spcPts val="0"/>
              </a:spcBef>
              <a:spcAft>
                <a:spcPts val="0"/>
              </a:spcAft>
              <a:buClr>
                <a:schemeClr val="dk1"/>
              </a:buClr>
              <a:buSzPts val="1200"/>
              <a:buFont typeface="Arial"/>
              <a:buChar char="•"/>
            </a:pPr>
            <a:r>
              <a:rPr lang="en-US"/>
              <a:t>Q&amp;A</a:t>
            </a:r>
            <a:endParaRPr/>
          </a:p>
          <a:p>
            <a:pPr indent="-360000" lvl="0" marL="360000" rtl="0" algn="l">
              <a:spcBef>
                <a:spcPts val="0"/>
              </a:spcBef>
              <a:spcAft>
                <a:spcPts val="0"/>
              </a:spcAft>
              <a:buClr>
                <a:schemeClr val="dk1"/>
              </a:buClr>
              <a:buSzPts val="1200"/>
              <a:buFont typeface="Arial"/>
              <a:buChar char="•"/>
            </a:pPr>
            <a:r>
              <a:rPr lang="en-US"/>
              <a:t>Next Steps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07" name="Google Shape;120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0" name="Shape 1210"/>
        <p:cNvGrpSpPr/>
        <p:nvPr/>
      </p:nvGrpSpPr>
      <p:grpSpPr>
        <a:xfrm>
          <a:off x="0" y="0"/>
          <a:ext cx="0" cy="0"/>
          <a:chOff x="0" y="0"/>
          <a:chExt cx="0" cy="0"/>
        </a:xfrm>
      </p:grpSpPr>
      <p:sp>
        <p:nvSpPr>
          <p:cNvPr id="1211" name="Google Shape;1211;p4:notes"/>
          <p:cNvSpPr/>
          <p:nvPr>
            <p:ph idx="2" type="sldImg"/>
          </p:nvPr>
        </p:nvSpPr>
        <p:spPr>
          <a:xfrm>
            <a:off x="914400" y="685800"/>
            <a:ext cx="5043488" cy="28368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2" name="Google Shape;1212;p4: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1 minute</a:t>
            </a:r>
            <a:endParaRPr/>
          </a:p>
          <a:p>
            <a:pPr indent="0" lvl="0" marL="0" rtl="0" algn="l">
              <a:spcBef>
                <a:spcPts val="0"/>
              </a:spcBef>
              <a:spcAft>
                <a:spcPts val="0"/>
              </a:spcAft>
              <a:buNone/>
            </a:pPr>
            <a:r>
              <a:rPr b="1" lang="en-US"/>
              <a:t>Elapsed time: 3 minutes</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b="1" lang="en-US"/>
              <a:t>Facilitator Notes:</a:t>
            </a:r>
            <a:endParaRPr/>
          </a:p>
          <a:p>
            <a:pPr indent="0" lvl="0" marL="0" rtl="0" algn="l">
              <a:spcBef>
                <a:spcPts val="0"/>
              </a:spcBef>
              <a:spcAft>
                <a:spcPts val="0"/>
              </a:spcAft>
              <a:buNone/>
            </a:pPr>
            <a:r>
              <a:rPr lang="en-US"/>
              <a:t>(Please outline the agenda as listed below. Explain that the session describes the role and responsibilities of the Vice President Education but also includes some “how to’s” and best practices.) </a:t>
            </a:r>
            <a:endParaRPr/>
          </a:p>
          <a:p>
            <a:pPr indent="0" lvl="0" marL="0" rtl="0" algn="l">
              <a:spcBef>
                <a:spcPts val="0"/>
              </a:spcBef>
              <a:spcAft>
                <a:spcPts val="0"/>
              </a:spcAft>
              <a:buNone/>
            </a:pPr>
            <a:r>
              <a:t/>
            </a:r>
            <a:endParaRPr/>
          </a:p>
          <a:p>
            <a:pPr indent="-360000" lvl="0" marL="360000" marR="0" rtl="0" algn="l">
              <a:lnSpc>
                <a:spcPct val="100000"/>
              </a:lnSpc>
              <a:spcBef>
                <a:spcPts val="0"/>
              </a:spcBef>
              <a:spcAft>
                <a:spcPts val="0"/>
              </a:spcAft>
              <a:buClr>
                <a:schemeClr val="dk1"/>
              </a:buClr>
              <a:buSzPts val="1200"/>
              <a:buFont typeface="Arial"/>
              <a:buChar char="•"/>
            </a:pPr>
            <a:r>
              <a:rPr lang="en-US"/>
              <a:t>Club Success Cycle</a:t>
            </a:r>
            <a:endParaRPr/>
          </a:p>
          <a:p>
            <a:pPr indent="-360000" lvl="0" marL="360000" rtl="0" algn="l">
              <a:spcBef>
                <a:spcPts val="0"/>
              </a:spcBef>
              <a:spcAft>
                <a:spcPts val="0"/>
              </a:spcAft>
              <a:buClr>
                <a:schemeClr val="dk1"/>
              </a:buClr>
              <a:buSzPts val="1200"/>
              <a:buFont typeface="Arial"/>
              <a:buChar char="•"/>
            </a:pPr>
            <a:r>
              <a:rPr lang="en-US"/>
              <a:t>Transferable Skills</a:t>
            </a:r>
            <a:endParaRPr/>
          </a:p>
          <a:p>
            <a:pPr indent="-360000" lvl="0" marL="360000" rtl="0" algn="l">
              <a:spcBef>
                <a:spcPts val="0"/>
              </a:spcBef>
              <a:spcAft>
                <a:spcPts val="0"/>
              </a:spcAft>
              <a:buClr>
                <a:schemeClr val="dk1"/>
              </a:buClr>
              <a:buSzPts val="1200"/>
              <a:buFont typeface="Arial"/>
              <a:buChar char="•"/>
            </a:pPr>
            <a:r>
              <a:rPr lang="en-US"/>
              <a:t>Responsibilities</a:t>
            </a:r>
            <a:endParaRPr/>
          </a:p>
          <a:p>
            <a:pPr indent="-360000" lvl="0" marL="360000" rtl="0" algn="l">
              <a:spcBef>
                <a:spcPts val="0"/>
              </a:spcBef>
              <a:spcAft>
                <a:spcPts val="0"/>
              </a:spcAft>
              <a:buClr>
                <a:schemeClr val="dk1"/>
              </a:buClr>
              <a:buSzPts val="1200"/>
              <a:buFont typeface="Arial"/>
              <a:buChar char="•"/>
            </a:pPr>
            <a:r>
              <a:rPr lang="en-US"/>
              <a:t>Best Practices</a:t>
            </a:r>
            <a:endParaRPr/>
          </a:p>
          <a:p>
            <a:pPr indent="-360000" lvl="0" marL="360000" rtl="0" algn="l">
              <a:spcBef>
                <a:spcPts val="0"/>
              </a:spcBef>
              <a:spcAft>
                <a:spcPts val="0"/>
              </a:spcAft>
              <a:buClr>
                <a:schemeClr val="dk1"/>
              </a:buClr>
              <a:buSzPts val="1200"/>
              <a:buFont typeface="Arial"/>
              <a:buChar char="•"/>
            </a:pPr>
            <a:r>
              <a:rPr lang="en-US"/>
              <a:t>Resources</a:t>
            </a:r>
            <a:endParaRPr/>
          </a:p>
          <a:p>
            <a:pPr indent="-360000" lvl="0" marL="360000" rtl="0" algn="l">
              <a:spcBef>
                <a:spcPts val="0"/>
              </a:spcBef>
              <a:spcAft>
                <a:spcPts val="0"/>
              </a:spcAft>
              <a:buClr>
                <a:schemeClr val="dk1"/>
              </a:buClr>
              <a:buSzPts val="1200"/>
              <a:buFont typeface="Arial"/>
              <a:buChar char="•"/>
            </a:pPr>
            <a:r>
              <a:rPr lang="en-US"/>
              <a:t>Q&amp;A</a:t>
            </a:r>
            <a:endParaRPr/>
          </a:p>
          <a:p>
            <a:pPr indent="-360000" lvl="0" marL="360000" rtl="0" algn="l">
              <a:spcBef>
                <a:spcPts val="0"/>
              </a:spcBef>
              <a:spcAft>
                <a:spcPts val="0"/>
              </a:spcAft>
              <a:buClr>
                <a:schemeClr val="dk1"/>
              </a:buClr>
              <a:buSzPts val="1200"/>
              <a:buFont typeface="Arial"/>
              <a:buChar char="•"/>
            </a:pPr>
            <a:r>
              <a:rPr lang="en-US"/>
              <a:t>Next Steps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5: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8" name="Google Shape;1218;p5: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1 minute</a:t>
            </a:r>
            <a:endParaRPr/>
          </a:p>
          <a:p>
            <a:pPr indent="0" lvl="0" marL="0" rtl="0" algn="l">
              <a:spcBef>
                <a:spcPts val="0"/>
              </a:spcBef>
              <a:spcAft>
                <a:spcPts val="0"/>
              </a:spcAft>
              <a:buNone/>
            </a:pPr>
            <a:r>
              <a:rPr b="1" lang="en-US"/>
              <a:t>Elapsed time: 4 minutes</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b="1" lang="en-US"/>
              <a:t>Facilitator Notes:</a:t>
            </a:r>
            <a:endParaRPr/>
          </a:p>
          <a:p>
            <a:pPr indent="0" lvl="0" marL="0" marR="0" rtl="0" algn="l">
              <a:lnSpc>
                <a:spcPct val="100000"/>
              </a:lnSpc>
              <a:spcBef>
                <a:spcPts val="0"/>
              </a:spcBef>
              <a:spcAft>
                <a:spcPts val="0"/>
              </a:spcAft>
              <a:buClr>
                <a:schemeClr val="dk1"/>
              </a:buClr>
              <a:buSzPts val="1200"/>
              <a:buFont typeface="Calibri"/>
              <a:buNone/>
            </a:pPr>
            <a:r>
              <a:rPr lang="en-US"/>
              <a:t>The Vice President Education (VPE) role is fundamental to the success of every Toastmasters club. </a:t>
            </a:r>
            <a:endParaRPr/>
          </a:p>
          <a:p>
            <a:pPr indent="0" lvl="0" marL="0" marR="0" rtl="0" algn="l">
              <a:lnSpc>
                <a:spcPct val="100000"/>
              </a:lnSpc>
              <a:spcBef>
                <a:spcPts val="0"/>
              </a:spcBef>
              <a:spcAft>
                <a:spcPts val="0"/>
              </a:spcAft>
              <a:buClr>
                <a:schemeClr val="dk1"/>
              </a:buClr>
              <a:buSzPts val="1200"/>
              <a:buFont typeface="Calibri"/>
              <a:buNone/>
            </a:pPr>
            <a:r>
              <a:t/>
            </a:r>
            <a:endParaRPr/>
          </a:p>
        </p:txBody>
      </p:sp>
      <p:sp>
        <p:nvSpPr>
          <p:cNvPr id="1219" name="Google Shape;121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p6:notes"/>
          <p:cNvSpPr/>
          <p:nvPr>
            <p:ph idx="2" type="sldImg"/>
          </p:nvPr>
        </p:nvSpPr>
        <p:spPr>
          <a:xfrm>
            <a:off x="723900" y="665163"/>
            <a:ext cx="5414963" cy="30464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5" name="Google Shape;1225;p6:notes"/>
          <p:cNvSpPr txBox="1"/>
          <p:nvPr>
            <p:ph idx="1" type="body"/>
          </p:nvPr>
        </p:nvSpPr>
        <p:spPr>
          <a:xfrm>
            <a:off x="723332" y="3971499"/>
            <a:ext cx="5418161" cy="494048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t>Time on slide</a:t>
            </a:r>
            <a:r>
              <a:rPr b="1" lang="en-US"/>
              <a:t>: 1 minute</a:t>
            </a:r>
            <a:endParaRPr/>
          </a:p>
          <a:p>
            <a:pPr indent="0" lvl="0" marL="0" rtl="0" algn="l">
              <a:spcBef>
                <a:spcPts val="0"/>
              </a:spcBef>
              <a:spcAft>
                <a:spcPts val="0"/>
              </a:spcAft>
              <a:buNone/>
            </a:pPr>
            <a:r>
              <a:rPr b="1" lang="en-US"/>
              <a:t>Elapsed time: 5 minutes</a:t>
            </a:r>
            <a:endParaRPr/>
          </a:p>
          <a:p>
            <a:pPr indent="0" lvl="0" marL="0" rtl="0" algn="l">
              <a:spcBef>
                <a:spcPts val="0"/>
              </a:spcBef>
              <a:spcAft>
                <a:spcPts val="0"/>
              </a:spcAft>
              <a:buNone/>
            </a:pPr>
            <a:r>
              <a:t/>
            </a:r>
            <a:endParaRPr sz="1000"/>
          </a:p>
          <a:p>
            <a:pPr indent="0" lvl="0" marL="0" rtl="0" algn="l">
              <a:spcBef>
                <a:spcPts val="0"/>
              </a:spcBef>
              <a:spcAft>
                <a:spcPts val="0"/>
              </a:spcAft>
              <a:buNone/>
            </a:pPr>
            <a:r>
              <a:rPr b="1" lang="en-US"/>
              <a:t>Facilitator Notes:</a:t>
            </a:r>
            <a:endParaRPr/>
          </a:p>
          <a:p>
            <a:pPr indent="0" lvl="0" marL="0" marR="0" rtl="0" algn="l">
              <a:lnSpc>
                <a:spcPct val="100000"/>
              </a:lnSpc>
              <a:spcBef>
                <a:spcPts val="0"/>
              </a:spcBef>
              <a:spcAft>
                <a:spcPts val="0"/>
              </a:spcAft>
              <a:buClr>
                <a:schemeClr val="dk1"/>
              </a:buClr>
              <a:buSzPts val="1200"/>
              <a:buFont typeface="Calibri"/>
              <a:buNone/>
            </a:pPr>
            <a:r>
              <a:rPr lang="en-US"/>
              <a:t>(</a:t>
            </a:r>
            <a:r>
              <a:rPr b="1" lang="en-US"/>
              <a:t>Refer</a:t>
            </a:r>
            <a:r>
              <a:rPr lang="en-US"/>
              <a:t> to the Club Success Cycle all attendees will have seen in session 1 and </a:t>
            </a:r>
            <a:r>
              <a:rPr b="1" lang="en-US"/>
              <a:t>ask</a:t>
            </a:r>
            <a:r>
              <a:rPr lang="en-US"/>
              <a:t> club officers where they think the Vice President Education role fits into the Club Success Cycle.)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Understanding the Club Success Cycle is crucial for enhancing member experience and retention. Each stage, from Guest Interest to Leadership, plays a role in a member's journey. To help new club officers understand the role each club officer has in recruiting new members and retaining existing members we have developed the Club Success Cycle. It is also important to consider how we deliver core benefits at each stage to ensure all members feel valued and engaged. </a:t>
            </a:r>
            <a:endParaRPr/>
          </a:p>
          <a:p>
            <a:pPr indent="0" lvl="0" marL="0" rtl="0" algn="l">
              <a:spcBef>
                <a:spcPts val="0"/>
              </a:spcBef>
              <a:spcAft>
                <a:spcPts val="0"/>
              </a:spcAft>
              <a:buNone/>
            </a:pPr>
            <a:r>
              <a:t/>
            </a:r>
            <a:endParaRPr/>
          </a:p>
        </p:txBody>
      </p:sp>
      <p:sp>
        <p:nvSpPr>
          <p:cNvPr id="1226" name="Google Shape;122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p7:notes"/>
          <p:cNvSpPr/>
          <p:nvPr>
            <p:ph idx="2" type="sldImg"/>
          </p:nvPr>
        </p:nvSpPr>
        <p:spPr>
          <a:xfrm>
            <a:off x="685800" y="657225"/>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2" name="Google Shape;1252;p7:notes"/>
          <p:cNvSpPr txBox="1"/>
          <p:nvPr>
            <p:ph idx="1" type="body"/>
          </p:nvPr>
        </p:nvSpPr>
        <p:spPr>
          <a:xfrm>
            <a:off x="685800" y="3743325"/>
            <a:ext cx="5486400" cy="51720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2 minutes</a:t>
            </a:r>
            <a:endParaRPr/>
          </a:p>
          <a:p>
            <a:pPr indent="0" lvl="0" marL="0" rtl="0" algn="l">
              <a:spcBef>
                <a:spcPts val="0"/>
              </a:spcBef>
              <a:spcAft>
                <a:spcPts val="0"/>
              </a:spcAft>
              <a:buNone/>
            </a:pPr>
            <a:r>
              <a:rPr b="1" lang="en-US"/>
              <a:t>Elapsed time: 7 minutes</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b="1" lang="en-US"/>
              <a:t>Facilitator Notes:</a:t>
            </a:r>
            <a:endParaRPr/>
          </a:p>
          <a:p>
            <a:pPr indent="0" lvl="0" marL="0" rtl="0" algn="l">
              <a:spcBef>
                <a:spcPts val="0"/>
              </a:spcBef>
              <a:spcAft>
                <a:spcPts val="0"/>
              </a:spcAft>
              <a:buNone/>
            </a:pPr>
            <a:r>
              <a:rPr lang="en-US" sz="1200"/>
              <a:t>The role of the Vice President Education (VPE) is vital in helping new members develop and achieve their reasons for joining Toastmasters. The VPE is responsible for three key stages of the Club Success Cycle. Once a guest joins, their new member journey begins. With the help of the VPM, a mentor should be assigned to each new member.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sz="1200"/>
              <a:t>The VPE then continues the new member’s journey by explaining Toastmasters structured education program – Pathways, to help them select a Path that meets their development needs, such as focusing on presentation skills by selecting the Presentation Mastery Pathway. The VPE also needs to train the new member to use Base Camp on the Toastmasters website. It will also be necessary to explain how the club’s </a:t>
            </a:r>
            <a:r>
              <a:rPr b="1" lang="en-US" sz="1200"/>
              <a:t>meeting management</a:t>
            </a:r>
            <a:r>
              <a:rPr lang="en-US" sz="1200"/>
              <a:t> </a:t>
            </a:r>
            <a:r>
              <a:rPr b="1" lang="en-US" sz="1200"/>
              <a:t>system</a:t>
            </a:r>
            <a:r>
              <a:rPr lang="en-US" sz="1200"/>
              <a:t> works. </a:t>
            </a:r>
            <a:r>
              <a:rPr b="1" lang="en-US" sz="1200">
                <a:solidFill>
                  <a:schemeClr val="dk1"/>
                </a:solidFill>
                <a:latin typeface="Calibri"/>
                <a:ea typeface="Calibri"/>
                <a:cs typeface="Calibri"/>
                <a:sym typeface="Calibri"/>
              </a:rPr>
              <a:t>The meeting management system </a:t>
            </a:r>
            <a:r>
              <a:rPr lang="en-US" sz="1200">
                <a:solidFill>
                  <a:schemeClr val="dk1"/>
                </a:solidFill>
                <a:latin typeface="Calibri"/>
                <a:ea typeface="Calibri"/>
                <a:cs typeface="Calibri"/>
                <a:sym typeface="Calibri"/>
              </a:rPr>
              <a:t>is often Easy-Speak or FreeToastHost, but other clubs will use different tools, including an Excel spreadsheet, a paper-based system, or something similar</a:t>
            </a:r>
            <a:r>
              <a:rPr lang="en-US" sz="1200"/>
              <a:t>. Other clubs, especially corporate clubs, may have to use a program that their IT department specifies.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The third part of the VPE’s role on the Club Success Cycle is to help keep both new and existing members engaged. Engagement is crucial for applying knowledge and skills in real-world scenarios, ensuring members remain active and invested. This can be achieved by ensuring members regularly schedule meeting participation with speech projects and fulfilling other meeting roles, including giving feedback by evaluating speeches or chairing the meeting by serving as the Toastmaster. This can be done by encouraging members to take active roles in their club meeting </a:t>
            </a:r>
            <a:r>
              <a:rPr lang="en-US"/>
              <a:t>and is described in more detail later in this session.</a:t>
            </a:r>
            <a:endParaRPr/>
          </a:p>
        </p:txBody>
      </p:sp>
      <p:sp>
        <p:nvSpPr>
          <p:cNvPr id="1253" name="Google Shape;125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8: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7" name="Google Shape;1267;p8: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2 Minutes</a:t>
            </a:r>
            <a:endParaRPr/>
          </a:p>
          <a:p>
            <a:pPr indent="0" lvl="0" marL="0" rtl="0" algn="l">
              <a:spcBef>
                <a:spcPts val="0"/>
              </a:spcBef>
              <a:spcAft>
                <a:spcPts val="0"/>
              </a:spcAft>
              <a:buNone/>
            </a:pPr>
            <a:r>
              <a:rPr b="1" lang="en-US"/>
              <a:t>Elapsed time: 9 Minutes</a:t>
            </a:r>
            <a:endParaRPr/>
          </a:p>
          <a:p>
            <a:pPr indent="0" lvl="0" marL="0" rtl="0" algn="l">
              <a:spcBef>
                <a:spcPts val="0"/>
              </a:spcBef>
              <a:spcAft>
                <a:spcPts val="0"/>
              </a:spcAft>
              <a:buNone/>
            </a:pPr>
            <a:r>
              <a:t/>
            </a:r>
            <a:endParaRPr b="1"/>
          </a:p>
          <a:p>
            <a:pPr indent="0" lvl="0" marL="0" marR="0" rtl="0" algn="l">
              <a:lnSpc>
                <a:spcPct val="100000"/>
              </a:lnSpc>
              <a:spcBef>
                <a:spcPts val="0"/>
              </a:spcBef>
              <a:spcAft>
                <a:spcPts val="0"/>
              </a:spcAft>
              <a:buClr>
                <a:schemeClr val="dk1"/>
              </a:buClr>
              <a:buSzPts val="1200"/>
              <a:buFont typeface="Calibri"/>
              <a:buNone/>
            </a:pPr>
            <a:r>
              <a:rPr b="1" lang="en-US"/>
              <a:t>Facilitator Notes:</a:t>
            </a:r>
            <a:endParaRPr/>
          </a:p>
          <a:p>
            <a:pPr indent="0" lvl="0" marL="0" rtl="0" algn="l">
              <a:spcBef>
                <a:spcPts val="0"/>
              </a:spcBef>
              <a:spcAft>
                <a:spcPts val="0"/>
              </a:spcAft>
              <a:buNone/>
            </a:pPr>
            <a:r>
              <a:rPr lang="en-US"/>
              <a:t>(</a:t>
            </a:r>
            <a:r>
              <a:rPr b="1" lang="en-US"/>
              <a:t>Ask</a:t>
            </a:r>
            <a:r>
              <a:rPr lang="en-US"/>
              <a:t> what transferable skills can be gained by serving as Vice President Education. Then share them.)</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Learning how to enable, motivate and inspire others can easily be transferred to your work or other outside roles. The main transferable skills for the Vice President Education role are:</a:t>
            </a:r>
            <a:endParaRPr/>
          </a:p>
          <a:p>
            <a:pPr indent="0" lvl="0" marL="0" marR="0" rtl="0" algn="l">
              <a:lnSpc>
                <a:spcPct val="100000"/>
              </a:lnSpc>
              <a:spcBef>
                <a:spcPts val="0"/>
              </a:spcBef>
              <a:spcAft>
                <a:spcPts val="0"/>
              </a:spcAft>
              <a:buClr>
                <a:schemeClr val="dk1"/>
              </a:buClr>
              <a:buSzPts val="1200"/>
              <a:buFont typeface="Calibri"/>
              <a:buNone/>
            </a:pPr>
            <a:r>
              <a:rPr lang="en-US"/>
              <a:t> </a:t>
            </a:r>
            <a:endParaRPr/>
          </a:p>
          <a:p>
            <a:pPr indent="-228600" lvl="0" marL="228600" rtl="0" algn="l">
              <a:spcBef>
                <a:spcPts val="0"/>
              </a:spcBef>
              <a:spcAft>
                <a:spcPts val="0"/>
              </a:spcAft>
              <a:buClr>
                <a:schemeClr val="lt1"/>
              </a:buClr>
              <a:buSzPts val="1200"/>
              <a:buFont typeface="Arial"/>
              <a:buChar char="•"/>
            </a:pPr>
            <a:r>
              <a:rPr b="1" lang="en-US">
                <a:solidFill>
                  <a:schemeClr val="lt1"/>
                </a:solidFill>
              </a:rPr>
              <a:t>Strategic planning: </a:t>
            </a:r>
            <a:endParaRPr/>
          </a:p>
          <a:p>
            <a:pPr indent="-171450" lvl="1" marL="628650" marR="0" rtl="0" algn="l">
              <a:lnSpc>
                <a:spcPct val="100000"/>
              </a:lnSpc>
              <a:spcBef>
                <a:spcPts val="0"/>
              </a:spcBef>
              <a:spcAft>
                <a:spcPts val="0"/>
              </a:spcAft>
              <a:buClr>
                <a:schemeClr val="lt1"/>
              </a:buClr>
              <a:buSzPts val="1200"/>
              <a:buFont typeface="Arial"/>
              <a:buChar char="•"/>
            </a:pPr>
            <a:r>
              <a:rPr lang="en-US">
                <a:solidFill>
                  <a:schemeClr val="lt1"/>
                </a:solidFill>
              </a:rPr>
              <a:t>Planning annual club meeting calendar purposefully, determining types of meetings to incorporate to engage members and achieve club goals</a:t>
            </a:r>
            <a:endParaRPr/>
          </a:p>
          <a:p>
            <a:pPr indent="-171450" lvl="1" marL="628650" marR="0" rtl="0" algn="l">
              <a:lnSpc>
                <a:spcPct val="100000"/>
              </a:lnSpc>
              <a:spcBef>
                <a:spcPts val="0"/>
              </a:spcBef>
              <a:spcAft>
                <a:spcPts val="0"/>
              </a:spcAft>
              <a:buClr>
                <a:schemeClr val="lt1"/>
              </a:buClr>
              <a:buSzPts val="1200"/>
              <a:buFont typeface="Arial"/>
              <a:buChar char="•"/>
            </a:pPr>
            <a:r>
              <a:rPr lang="en-US">
                <a:solidFill>
                  <a:schemeClr val="lt1"/>
                </a:solidFill>
              </a:rPr>
              <a:t>Organizing special events, like Open Houses, Speechcrafts, and Moments of Truth </a:t>
            </a:r>
            <a:endParaRPr/>
          </a:p>
          <a:p>
            <a:pPr indent="-171450" lvl="1" marL="628650" marR="0" rtl="0" algn="l">
              <a:lnSpc>
                <a:spcPct val="100000"/>
              </a:lnSpc>
              <a:spcBef>
                <a:spcPts val="0"/>
              </a:spcBef>
              <a:spcAft>
                <a:spcPts val="0"/>
              </a:spcAft>
              <a:buClr>
                <a:schemeClr val="lt1"/>
              </a:buClr>
              <a:buSzPts val="1200"/>
              <a:buFont typeface="Arial"/>
              <a:buChar char="•"/>
            </a:pPr>
            <a:r>
              <a:rPr lang="en-US">
                <a:solidFill>
                  <a:schemeClr val="lt1"/>
                </a:solidFill>
              </a:rPr>
              <a:t>Contingency planning</a:t>
            </a:r>
            <a:endParaRPr/>
          </a:p>
          <a:p>
            <a:pPr indent="-228600" lvl="0" marL="228600" rtl="0" algn="l">
              <a:spcBef>
                <a:spcPts val="0"/>
              </a:spcBef>
              <a:spcAft>
                <a:spcPts val="0"/>
              </a:spcAft>
              <a:buClr>
                <a:schemeClr val="lt1"/>
              </a:buClr>
              <a:buSzPts val="1200"/>
              <a:buFont typeface="Arial"/>
              <a:buChar char="•"/>
            </a:pPr>
            <a:r>
              <a:rPr b="1" lang="en-US">
                <a:solidFill>
                  <a:schemeClr val="lt1"/>
                </a:solidFill>
              </a:rPr>
              <a:t>Relationship building </a:t>
            </a:r>
            <a:r>
              <a:rPr b="0" lang="en-US">
                <a:solidFill>
                  <a:schemeClr val="lt1"/>
                </a:solidFill>
              </a:rPr>
              <a:t>– which communication channels to use to interact with and engage members</a:t>
            </a:r>
            <a:endParaRPr/>
          </a:p>
          <a:p>
            <a:pPr indent="-228600" lvl="0" marL="228600" rtl="0" algn="l">
              <a:spcBef>
                <a:spcPts val="0"/>
              </a:spcBef>
              <a:spcAft>
                <a:spcPts val="0"/>
              </a:spcAft>
              <a:buClr>
                <a:schemeClr val="lt1"/>
              </a:buClr>
              <a:buSzPts val="1200"/>
              <a:buFont typeface="Arial"/>
              <a:buChar char="•"/>
            </a:pPr>
            <a:r>
              <a:rPr b="1" lang="en-US">
                <a:solidFill>
                  <a:schemeClr val="lt1"/>
                </a:solidFill>
              </a:rPr>
              <a:t>Motivational techniques:</a:t>
            </a:r>
            <a:endParaRPr/>
          </a:p>
          <a:p>
            <a:pPr indent="-171450" lvl="1" marL="628650" rtl="0" algn="l">
              <a:spcBef>
                <a:spcPts val="0"/>
              </a:spcBef>
              <a:spcAft>
                <a:spcPts val="0"/>
              </a:spcAft>
              <a:buClr>
                <a:schemeClr val="lt1"/>
              </a:buClr>
              <a:buSzPts val="1200"/>
              <a:buFont typeface="Arial"/>
              <a:buChar char="•"/>
            </a:pPr>
            <a:r>
              <a:rPr lang="en-US">
                <a:solidFill>
                  <a:schemeClr val="lt1"/>
                </a:solidFill>
              </a:rPr>
              <a:t>Internal motivation / External Motivation / Positive Reinforcement</a:t>
            </a:r>
            <a:endParaRPr/>
          </a:p>
          <a:p>
            <a:pPr indent="-171450" lvl="1" marL="628650" rtl="0" algn="l">
              <a:spcBef>
                <a:spcPts val="0"/>
              </a:spcBef>
              <a:spcAft>
                <a:spcPts val="0"/>
              </a:spcAft>
              <a:buClr>
                <a:schemeClr val="lt1"/>
              </a:buClr>
              <a:buSzPts val="1200"/>
              <a:buFont typeface="Arial"/>
              <a:buChar char="•"/>
            </a:pPr>
            <a:r>
              <a:rPr lang="en-US">
                <a:solidFill>
                  <a:schemeClr val="lt1"/>
                </a:solidFill>
              </a:rPr>
              <a:t>Learning how to use which technique when</a:t>
            </a:r>
            <a:endParaRPr/>
          </a:p>
          <a:p>
            <a:pPr indent="-171450" lvl="1" marL="628650" rtl="0" algn="l">
              <a:spcBef>
                <a:spcPts val="0"/>
              </a:spcBef>
              <a:spcAft>
                <a:spcPts val="0"/>
              </a:spcAft>
              <a:buClr>
                <a:schemeClr val="lt1"/>
              </a:buClr>
              <a:buSzPts val="1200"/>
              <a:buFont typeface="Arial"/>
              <a:buChar char="•"/>
            </a:pPr>
            <a:r>
              <a:rPr lang="en-US">
                <a:solidFill>
                  <a:schemeClr val="lt1"/>
                </a:solidFill>
              </a:rPr>
              <a:t>Learning who responds best to different techniques</a:t>
            </a:r>
            <a:endParaRPr/>
          </a:p>
          <a:p>
            <a:pPr indent="-171450" lvl="0" marL="171450" rtl="0" algn="l">
              <a:spcBef>
                <a:spcPts val="0"/>
              </a:spcBef>
              <a:spcAft>
                <a:spcPts val="0"/>
              </a:spcAft>
              <a:buClr>
                <a:schemeClr val="lt1"/>
              </a:buClr>
              <a:buSzPts val="1200"/>
              <a:buFont typeface="Arial"/>
              <a:buChar char="•"/>
            </a:pPr>
            <a:r>
              <a:rPr b="1" lang="en-US">
                <a:solidFill>
                  <a:schemeClr val="lt1"/>
                </a:solidFill>
              </a:rPr>
              <a:t>Process and Compliance</a:t>
            </a:r>
            <a:endParaRPr/>
          </a:p>
          <a:p>
            <a:pPr indent="-171450" lvl="1" marL="628650" rtl="0" algn="l">
              <a:spcBef>
                <a:spcPts val="0"/>
              </a:spcBef>
              <a:spcAft>
                <a:spcPts val="0"/>
              </a:spcAft>
              <a:buClr>
                <a:schemeClr val="lt1"/>
              </a:buClr>
              <a:buSzPts val="1200"/>
              <a:buFont typeface="Arial"/>
              <a:buChar char="•"/>
            </a:pPr>
            <a:r>
              <a:rPr lang="en-US">
                <a:solidFill>
                  <a:schemeClr val="lt1"/>
                </a:solidFill>
              </a:rPr>
              <a:t> Time-based task management to include club management process and club scheduling process</a:t>
            </a:r>
            <a:endParaRPr/>
          </a:p>
          <a:p>
            <a:pPr indent="-95250" lvl="1" marL="628650" rtl="0" algn="l">
              <a:spcBef>
                <a:spcPts val="0"/>
              </a:spcBef>
              <a:spcAft>
                <a:spcPts val="0"/>
              </a:spcAft>
              <a:buClr>
                <a:schemeClr val="dk1"/>
              </a:buClr>
              <a:buSzPts val="1200"/>
              <a:buFont typeface="Arial"/>
              <a:buNone/>
            </a:pPr>
            <a:r>
              <a:t/>
            </a:r>
            <a:endParaRPr>
              <a:solidFill>
                <a:schemeClr val="lt1"/>
              </a:solidFill>
            </a:endParaRPr>
          </a:p>
          <a:p>
            <a:pPr indent="0" lvl="0" marL="0" rtl="0" algn="l">
              <a:spcBef>
                <a:spcPts val="0"/>
              </a:spcBef>
              <a:spcAft>
                <a:spcPts val="0"/>
              </a:spcAft>
              <a:buClr>
                <a:schemeClr val="lt1"/>
              </a:buClr>
              <a:buSzPts val="1200"/>
              <a:buFont typeface="Arial"/>
              <a:buNone/>
            </a:pPr>
            <a:r>
              <a:rPr lang="en-US">
                <a:solidFill>
                  <a:schemeClr val="lt1"/>
                </a:solidFill>
              </a:rPr>
              <a:t>(</a:t>
            </a:r>
            <a:r>
              <a:rPr b="1" lang="en-US">
                <a:solidFill>
                  <a:schemeClr val="lt1"/>
                </a:solidFill>
              </a:rPr>
              <a:t>Click</a:t>
            </a:r>
            <a:r>
              <a:rPr lang="en-US">
                <a:solidFill>
                  <a:schemeClr val="lt1"/>
                </a:solidFill>
              </a:rPr>
              <a:t> to show the last four bullet points and describe them in more detail.)</a:t>
            </a:r>
            <a:endParaRPr/>
          </a:p>
          <a:p>
            <a:pPr indent="-95250" lvl="1" marL="628650" rtl="0" algn="l">
              <a:spcBef>
                <a:spcPts val="0"/>
              </a:spcBef>
              <a:spcAft>
                <a:spcPts val="0"/>
              </a:spcAft>
              <a:buClr>
                <a:schemeClr val="dk1"/>
              </a:buClr>
              <a:buSzPts val="1200"/>
              <a:buFont typeface="Arial"/>
              <a:buNone/>
            </a:pPr>
            <a:r>
              <a:t/>
            </a:r>
            <a:endParaRPr>
              <a:solidFill>
                <a:schemeClr val="lt1"/>
              </a:solidFill>
            </a:endParaRPr>
          </a:p>
          <a:p>
            <a:pPr indent="-171450" lvl="0" marL="171450" rtl="0" algn="l">
              <a:spcBef>
                <a:spcPts val="0"/>
              </a:spcBef>
              <a:spcAft>
                <a:spcPts val="0"/>
              </a:spcAft>
              <a:buClr>
                <a:schemeClr val="lt1"/>
              </a:buClr>
              <a:buSzPts val="1200"/>
              <a:buFont typeface="Arial"/>
              <a:buChar char="•"/>
            </a:pPr>
            <a:r>
              <a:rPr b="1" lang="en-US">
                <a:solidFill>
                  <a:schemeClr val="lt1"/>
                </a:solidFill>
              </a:rPr>
              <a:t>Mentoring and coaching </a:t>
            </a:r>
            <a:r>
              <a:rPr b="0" lang="en-US">
                <a:solidFill>
                  <a:schemeClr val="lt1"/>
                </a:solidFill>
              </a:rPr>
              <a:t>in Pathways and the club management software used by your club</a:t>
            </a:r>
            <a:endParaRPr/>
          </a:p>
          <a:p>
            <a:pPr indent="-171450" lvl="0" marL="171450" rtl="0" algn="l">
              <a:spcBef>
                <a:spcPts val="0"/>
              </a:spcBef>
              <a:spcAft>
                <a:spcPts val="0"/>
              </a:spcAft>
              <a:buClr>
                <a:schemeClr val="lt1"/>
              </a:buClr>
              <a:buSzPts val="1200"/>
              <a:buFont typeface="Arial"/>
              <a:buChar char="•"/>
            </a:pPr>
            <a:r>
              <a:rPr b="1" lang="en-US">
                <a:solidFill>
                  <a:schemeClr val="lt1"/>
                </a:solidFill>
              </a:rPr>
              <a:t>Interpersonal communication </a:t>
            </a:r>
            <a:r>
              <a:rPr b="0" lang="en-US">
                <a:solidFill>
                  <a:schemeClr val="lt1"/>
                </a:solidFill>
              </a:rPr>
              <a:t>– use multiple communication channels to engage all member communication styles</a:t>
            </a:r>
            <a:endParaRPr/>
          </a:p>
          <a:p>
            <a:pPr indent="-171450" lvl="0" marL="171450" rtl="0" algn="l">
              <a:spcBef>
                <a:spcPts val="0"/>
              </a:spcBef>
              <a:spcAft>
                <a:spcPts val="0"/>
              </a:spcAft>
              <a:buClr>
                <a:schemeClr val="lt1"/>
              </a:buClr>
              <a:buSzPts val="1200"/>
              <a:buFont typeface="Arial"/>
              <a:buChar char="•"/>
            </a:pPr>
            <a:r>
              <a:rPr b="1" lang="en-US">
                <a:solidFill>
                  <a:schemeClr val="lt1"/>
                </a:solidFill>
              </a:rPr>
              <a:t>Technology expertise</a:t>
            </a:r>
            <a:r>
              <a:rPr b="0" lang="en-US">
                <a:solidFill>
                  <a:schemeClr val="lt1"/>
                </a:solidFill>
              </a:rPr>
              <a:t>, e.g. Base Camp, club management software</a:t>
            </a:r>
            <a:endParaRPr/>
          </a:p>
          <a:p>
            <a:pPr indent="-171450" lvl="0" marL="171450" rtl="0" algn="l">
              <a:spcBef>
                <a:spcPts val="0"/>
              </a:spcBef>
              <a:spcAft>
                <a:spcPts val="0"/>
              </a:spcAft>
              <a:buClr>
                <a:schemeClr val="lt1"/>
              </a:buClr>
              <a:buSzPts val="1200"/>
              <a:buFont typeface="Arial"/>
              <a:buChar char="•"/>
            </a:pPr>
            <a:r>
              <a:rPr b="1" lang="en-US">
                <a:solidFill>
                  <a:schemeClr val="lt1"/>
                </a:solidFill>
              </a:rPr>
              <a:t>Succession planning – </a:t>
            </a:r>
            <a:r>
              <a:rPr b="0" lang="en-US">
                <a:solidFill>
                  <a:schemeClr val="lt1"/>
                </a:solidFill>
              </a:rPr>
              <a:t>grooming your VPE replacement</a:t>
            </a:r>
            <a:endParaRPr/>
          </a:p>
          <a:p>
            <a:pPr indent="0" lvl="0" marL="0" rtl="0" algn="l">
              <a:spcBef>
                <a:spcPts val="0"/>
              </a:spcBef>
              <a:spcAft>
                <a:spcPts val="0"/>
              </a:spcAft>
              <a:buNone/>
            </a:pPr>
            <a:r>
              <a:t/>
            </a:r>
            <a:endParaRPr/>
          </a:p>
        </p:txBody>
      </p:sp>
      <p:sp>
        <p:nvSpPr>
          <p:cNvPr id="1268" name="Google Shape;126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3" name="Shape 1273"/>
        <p:cNvGrpSpPr/>
        <p:nvPr/>
      </p:nvGrpSpPr>
      <p:grpSpPr>
        <a:xfrm>
          <a:off x="0" y="0"/>
          <a:ext cx="0" cy="0"/>
          <a:chOff x="0" y="0"/>
          <a:chExt cx="0" cy="0"/>
        </a:xfrm>
      </p:grpSpPr>
      <p:sp>
        <p:nvSpPr>
          <p:cNvPr id="1274" name="Google Shape;1274;p9:notes"/>
          <p:cNvSpPr/>
          <p:nvPr>
            <p:ph idx="2" type="sldImg"/>
          </p:nvPr>
        </p:nvSpPr>
        <p:spPr>
          <a:xfrm>
            <a:off x="685800" y="70008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5" name="Google Shape;1275;p9:notes"/>
          <p:cNvSpPr txBox="1"/>
          <p:nvPr>
            <p:ph idx="1" type="body"/>
          </p:nvPr>
        </p:nvSpPr>
        <p:spPr>
          <a:xfrm>
            <a:off x="644856" y="3889397"/>
            <a:ext cx="5619466" cy="509083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4 minutes</a:t>
            </a:r>
            <a:endParaRPr/>
          </a:p>
          <a:p>
            <a:pPr indent="0" lvl="0" marL="0" rtl="0" algn="l">
              <a:spcBef>
                <a:spcPts val="0"/>
              </a:spcBef>
              <a:spcAft>
                <a:spcPts val="0"/>
              </a:spcAft>
              <a:buNone/>
            </a:pPr>
            <a:r>
              <a:rPr b="1" lang="en-US"/>
              <a:t>Elapsed time: 13 minutes</a:t>
            </a:r>
            <a:endParaRPr/>
          </a:p>
          <a:p>
            <a:pPr indent="0" lvl="0" marL="0" rtl="0" algn="l">
              <a:spcBef>
                <a:spcPts val="0"/>
              </a:spcBef>
              <a:spcAft>
                <a:spcPts val="0"/>
              </a:spcAft>
              <a:buNone/>
            </a:pPr>
            <a:r>
              <a:t/>
            </a:r>
            <a:endParaRPr sz="800"/>
          </a:p>
          <a:p>
            <a:pPr indent="0" lvl="0" marL="0" rtl="0" algn="l">
              <a:spcBef>
                <a:spcPts val="0"/>
              </a:spcBef>
              <a:spcAft>
                <a:spcPts val="0"/>
              </a:spcAft>
              <a:buNone/>
            </a:pPr>
            <a:r>
              <a:rPr b="1" lang="en-US"/>
              <a:t>Facilitator Notes:</a:t>
            </a:r>
            <a:endParaRPr/>
          </a:p>
          <a:p>
            <a:pPr indent="0" lvl="0" marL="0" rtl="0" algn="l">
              <a:spcBef>
                <a:spcPts val="0"/>
              </a:spcBef>
              <a:spcAft>
                <a:spcPts val="0"/>
              </a:spcAft>
              <a:buNone/>
            </a:pPr>
            <a:r>
              <a:t/>
            </a:r>
            <a:endParaRPr b="1"/>
          </a:p>
          <a:p>
            <a:pPr indent="0" lvl="0" marL="0" marR="0" rtl="0" algn="l">
              <a:lnSpc>
                <a:spcPct val="100000"/>
              </a:lnSpc>
              <a:spcBef>
                <a:spcPts val="0"/>
              </a:spcBef>
              <a:spcAft>
                <a:spcPts val="0"/>
              </a:spcAft>
              <a:buClr>
                <a:schemeClr val="dk1"/>
              </a:buClr>
              <a:buSzPts val="1200"/>
              <a:buFont typeface="Calibri"/>
              <a:buNone/>
            </a:pPr>
            <a:r>
              <a:rPr lang="en-US"/>
              <a:t>The Vice President Education (VPE) plays a vital role in the success of the club throughout the year. VPEs are instrumental in retaining current members and supporting new members as they begin their Toastmasters journey. As VPE, you can make the biggest impact by </a:t>
            </a:r>
            <a:r>
              <a:rPr b="0" i="0" lang="en-US" sz="1200">
                <a:solidFill>
                  <a:schemeClr val="dk1"/>
                </a:solidFill>
                <a:latin typeface="Calibri"/>
                <a:ea typeface="Calibri"/>
                <a:cs typeface="Calibri"/>
                <a:sym typeface="Calibri"/>
              </a:rPr>
              <a:t>onboarding and guiding members through Pathways to achieve their goals. You are the compass for them. Y</a:t>
            </a:r>
            <a:r>
              <a:rPr lang="en-US"/>
              <a:t>ou are responsible for coordinating each meeting agenda to ensure it supports both club goals and individual member goals. </a:t>
            </a:r>
            <a:endParaRPr/>
          </a:p>
          <a:p>
            <a:pPr indent="0" lvl="0" marL="0" marR="0" rtl="0" algn="l">
              <a:lnSpc>
                <a:spcPct val="100000"/>
              </a:lnSpc>
              <a:spcBef>
                <a:spcPts val="0"/>
              </a:spcBef>
              <a:spcAft>
                <a:spcPts val="0"/>
              </a:spcAft>
              <a:buClr>
                <a:schemeClr val="dk1"/>
              </a:buClr>
              <a:buSzPts val="1200"/>
              <a:buFont typeface="Calibri"/>
              <a:buNone/>
            </a:pPr>
            <a:r>
              <a:t/>
            </a:r>
            <a:endParaRPr b="1" i="0">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b="1" i="0" lang="en-US">
                <a:latin typeface="Arial"/>
                <a:ea typeface="Arial"/>
                <a:cs typeface="Arial"/>
                <a:sym typeface="Arial"/>
              </a:rPr>
              <a:t>(Ask) </a:t>
            </a:r>
            <a:r>
              <a:rPr b="0" i="0" lang="en-US">
                <a:latin typeface="Arial"/>
                <a:ea typeface="Arial"/>
                <a:cs typeface="Arial"/>
                <a:sym typeface="Arial"/>
              </a:rPr>
              <a:t>How does your club onboard new members? How does your club support retaining members? (Share some of their responses. Then summarize the information below.)</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0" sz="600"/>
          </a:p>
          <a:p>
            <a:pPr indent="0" lvl="0" marL="0" rtl="0" algn="l">
              <a:spcBef>
                <a:spcPts val="0"/>
              </a:spcBef>
              <a:spcAft>
                <a:spcPts val="0"/>
              </a:spcAft>
              <a:buNone/>
            </a:pPr>
            <a:r>
              <a:rPr b="1" lang="en-US"/>
              <a:t>Onboard New Members to Pathways</a:t>
            </a:r>
            <a:endParaRPr/>
          </a:p>
          <a:p>
            <a:pPr indent="-171450" lvl="0" marL="171450" marR="0" rtl="0" algn="l">
              <a:lnSpc>
                <a:spcPct val="100000"/>
              </a:lnSpc>
              <a:spcBef>
                <a:spcPts val="0"/>
              </a:spcBef>
              <a:spcAft>
                <a:spcPts val="0"/>
              </a:spcAft>
              <a:buClr>
                <a:schemeClr val="dk1"/>
              </a:buClr>
              <a:buSzPts val="1200"/>
              <a:buFont typeface="Arial"/>
              <a:buChar char="•"/>
            </a:pPr>
            <a:r>
              <a:rPr b="0" lang="en-US"/>
              <a:t>Contact new members early (phone, email, or text) to explain what to expect and reassure them that everyone started as a beginner.</a:t>
            </a:r>
            <a:endParaRPr/>
          </a:p>
          <a:p>
            <a:pPr indent="-171450" lvl="0" marL="171450" rtl="0" algn="l">
              <a:spcBef>
                <a:spcPts val="0"/>
              </a:spcBef>
              <a:spcAft>
                <a:spcPts val="0"/>
              </a:spcAft>
              <a:buClr>
                <a:schemeClr val="dk1"/>
              </a:buClr>
              <a:buSzPts val="1200"/>
              <a:buFont typeface="Arial"/>
              <a:buChar char="•"/>
            </a:pPr>
            <a:r>
              <a:rPr b="0" lang="en-US"/>
              <a:t>Offer onboarding sessions (one-on-one or small groups, in person or via Zoom/Teams).</a:t>
            </a:r>
            <a:endParaRPr/>
          </a:p>
          <a:p>
            <a:pPr indent="-171450" lvl="0" marL="171450" rtl="0" algn="l">
              <a:spcBef>
                <a:spcPts val="0"/>
              </a:spcBef>
              <a:spcAft>
                <a:spcPts val="0"/>
              </a:spcAft>
              <a:buClr>
                <a:schemeClr val="dk1"/>
              </a:buClr>
              <a:buSzPts val="1200"/>
              <a:buFont typeface="Arial"/>
              <a:buChar char="•"/>
            </a:pPr>
            <a:r>
              <a:rPr b="0" lang="en-US"/>
              <a:t>Explain how the meeting agenda works and encourage commitment to regular attendance.</a:t>
            </a:r>
            <a:endParaRPr/>
          </a:p>
          <a:p>
            <a:pPr indent="-171450" lvl="0" marL="171450" rtl="0" algn="l">
              <a:spcBef>
                <a:spcPts val="0"/>
              </a:spcBef>
              <a:spcAft>
                <a:spcPts val="0"/>
              </a:spcAft>
              <a:buClr>
                <a:schemeClr val="dk1"/>
              </a:buClr>
              <a:buSzPts val="1200"/>
              <a:buFont typeface="Arial"/>
              <a:buChar char="•"/>
            </a:pPr>
            <a:r>
              <a:rPr b="0" lang="en-US"/>
              <a:t>Explain the Pathways program and help members select a path.</a:t>
            </a:r>
            <a:endParaRPr/>
          </a:p>
          <a:p>
            <a:pPr indent="-171450" lvl="0" marL="171450" rtl="0" algn="l">
              <a:spcBef>
                <a:spcPts val="0"/>
              </a:spcBef>
              <a:spcAft>
                <a:spcPts val="0"/>
              </a:spcAft>
              <a:buClr>
                <a:schemeClr val="dk1"/>
              </a:buClr>
              <a:buSzPts val="1200"/>
              <a:buFont typeface="Arial"/>
              <a:buChar char="•"/>
            </a:pPr>
            <a:r>
              <a:rPr b="0" lang="en-US"/>
              <a:t>Provide a quick orientation on Base Camp navigation.</a:t>
            </a:r>
            <a:endParaRPr/>
          </a:p>
          <a:p>
            <a:pPr indent="-171450" lvl="0" marL="171450" rtl="0" algn="l">
              <a:spcBef>
                <a:spcPts val="0"/>
              </a:spcBef>
              <a:spcAft>
                <a:spcPts val="0"/>
              </a:spcAft>
              <a:buClr>
                <a:schemeClr val="dk1"/>
              </a:buClr>
              <a:buSzPts val="1200"/>
              <a:buFont typeface="Arial"/>
              <a:buChar char="•"/>
            </a:pPr>
            <a:r>
              <a:rPr b="0" lang="en-US"/>
              <a:t>Pair new members with mentors for guidance.</a:t>
            </a:r>
            <a:endParaRPr/>
          </a:p>
          <a:p>
            <a:pPr indent="-171450" lvl="0" marL="171450" rtl="0" algn="l">
              <a:spcBef>
                <a:spcPts val="0"/>
              </a:spcBef>
              <a:spcAft>
                <a:spcPts val="0"/>
              </a:spcAft>
              <a:buClr>
                <a:schemeClr val="dk1"/>
              </a:buClr>
              <a:buSzPts val="1200"/>
              <a:buFont typeface="Arial"/>
              <a:buChar char="•"/>
            </a:pPr>
            <a:r>
              <a:rPr b="0" lang="en-US"/>
              <a:t>Avoid overwhelming new members—focus on basics first.</a:t>
            </a:r>
            <a:endParaRPr/>
          </a:p>
          <a:p>
            <a:pPr indent="-171450" lvl="0" marL="171450" rtl="0" algn="l">
              <a:spcBef>
                <a:spcPts val="0"/>
              </a:spcBef>
              <a:spcAft>
                <a:spcPts val="0"/>
              </a:spcAft>
              <a:buClr>
                <a:schemeClr val="dk1"/>
              </a:buClr>
              <a:buSzPts val="1200"/>
              <a:buFont typeface="Arial"/>
              <a:buChar char="•"/>
            </a:pPr>
            <a:r>
              <a:rPr b="0" lang="en-US"/>
              <a:t>Sit new members with an experienced member during meetings for support.</a:t>
            </a:r>
            <a:endParaRPr/>
          </a:p>
          <a:p>
            <a:pPr indent="-171450" lvl="0" marL="171450" rtl="0" algn="l">
              <a:spcBef>
                <a:spcPts val="0"/>
              </a:spcBef>
              <a:spcAft>
                <a:spcPts val="0"/>
              </a:spcAft>
              <a:buClr>
                <a:schemeClr val="dk1"/>
              </a:buClr>
              <a:buSzPts val="1200"/>
              <a:buFont typeface="Arial"/>
              <a:buChar char="•"/>
            </a:pPr>
            <a:r>
              <a:rPr b="0" lang="en-US"/>
              <a:t>Include recurring educational moments about Pathways during meetings.</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US"/>
              <a:t>Track Educational Achievements</a:t>
            </a:r>
            <a:endParaRPr/>
          </a:p>
          <a:p>
            <a:pPr indent="-171450" lvl="0" marL="171450" rtl="0" algn="l">
              <a:spcBef>
                <a:spcPts val="0"/>
              </a:spcBef>
              <a:spcAft>
                <a:spcPts val="0"/>
              </a:spcAft>
              <a:buClr>
                <a:schemeClr val="dk1"/>
              </a:buClr>
              <a:buSzPts val="1200"/>
              <a:buFont typeface="Arial"/>
              <a:buChar char="•"/>
            </a:pPr>
            <a:r>
              <a:rPr b="0" lang="en-US"/>
              <a:t>Regularly review member progress in Pathways.</a:t>
            </a:r>
            <a:endParaRPr/>
          </a:p>
          <a:p>
            <a:pPr indent="-171450" lvl="0" marL="171450" rtl="0" algn="l">
              <a:spcBef>
                <a:spcPts val="0"/>
              </a:spcBef>
              <a:spcAft>
                <a:spcPts val="0"/>
              </a:spcAft>
              <a:buClr>
                <a:schemeClr val="dk1"/>
              </a:buClr>
              <a:buSzPts val="1200"/>
              <a:buFont typeface="Arial"/>
              <a:buChar char="•"/>
            </a:pPr>
            <a:r>
              <a:rPr b="0" lang="en-US"/>
              <a:t>Approve level completions promptly in Base Camp.</a:t>
            </a:r>
            <a:endParaRPr/>
          </a:p>
          <a:p>
            <a:pPr indent="-171450" lvl="0" marL="171450" rtl="0" algn="l">
              <a:spcBef>
                <a:spcPts val="0"/>
              </a:spcBef>
              <a:spcAft>
                <a:spcPts val="0"/>
              </a:spcAft>
              <a:buClr>
                <a:schemeClr val="dk1"/>
              </a:buClr>
              <a:buSzPts val="1200"/>
              <a:buFont typeface="Arial"/>
              <a:buChar char="•"/>
            </a:pPr>
            <a:r>
              <a:rPr b="0" lang="en-US"/>
              <a:t>Encourage members to schedule speeches aligned with their goals.</a:t>
            </a:r>
            <a:endParaRPr/>
          </a:p>
          <a:p>
            <a:pPr indent="-171450" lvl="0" marL="171450" rtl="0" algn="l">
              <a:spcBef>
                <a:spcPts val="0"/>
              </a:spcBef>
              <a:spcAft>
                <a:spcPts val="0"/>
              </a:spcAft>
              <a:buClr>
                <a:schemeClr val="dk1"/>
              </a:buClr>
              <a:buSzPts val="1200"/>
              <a:buFont typeface="Arial"/>
              <a:buChar char="•"/>
            </a:pPr>
            <a:r>
              <a:rPr b="0" lang="en-US"/>
              <a:t>Aim for each member to have their next speech planned—ask: “When would you like to schedule your next speech?”</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US"/>
              <a:t>Provide Motivation and Accountability</a:t>
            </a:r>
            <a:endParaRPr/>
          </a:p>
          <a:p>
            <a:pPr indent="-171450" lvl="0" marL="171450" rtl="0" algn="l">
              <a:spcBef>
                <a:spcPts val="0"/>
              </a:spcBef>
              <a:spcAft>
                <a:spcPts val="0"/>
              </a:spcAft>
              <a:buClr>
                <a:schemeClr val="dk1"/>
              </a:buClr>
              <a:buSzPts val="1200"/>
              <a:buFont typeface="Arial"/>
              <a:buChar char="•"/>
            </a:pPr>
            <a:r>
              <a:rPr lang="en-US"/>
              <a:t>Check in with members who haven’t spoken recently.</a:t>
            </a:r>
            <a:endParaRPr/>
          </a:p>
          <a:p>
            <a:pPr indent="-171450" lvl="0" marL="171450" rtl="0" algn="l">
              <a:spcBef>
                <a:spcPts val="0"/>
              </a:spcBef>
              <a:spcAft>
                <a:spcPts val="0"/>
              </a:spcAft>
              <a:buClr>
                <a:schemeClr val="dk1"/>
              </a:buClr>
              <a:buSzPts val="1200"/>
              <a:buFont typeface="Arial"/>
              <a:buChar char="•"/>
            </a:pPr>
            <a:r>
              <a:rPr lang="en-US"/>
              <a:t>Use positive reinforcement and reminders to keep them engaged.</a:t>
            </a:r>
            <a:endParaRPr/>
          </a:p>
          <a:p>
            <a:pPr indent="-171450" lvl="0" marL="171450" rtl="0" algn="l">
              <a:spcBef>
                <a:spcPts val="0"/>
              </a:spcBef>
              <a:spcAft>
                <a:spcPts val="0"/>
              </a:spcAft>
              <a:buClr>
                <a:schemeClr val="dk1"/>
              </a:buClr>
              <a:buSzPts val="1200"/>
              <a:buFont typeface="Arial"/>
              <a:buChar char="•"/>
            </a:pPr>
            <a:r>
              <a:rPr lang="en-US"/>
              <a:t>Celebrate milestones during meetings to boost morale.</a:t>
            </a:r>
            <a:endParaRPr/>
          </a:p>
          <a:p>
            <a:pPr indent="-171450" lvl="0" marL="171450" rtl="0" algn="l">
              <a:spcBef>
                <a:spcPts val="0"/>
              </a:spcBef>
              <a:spcAft>
                <a:spcPts val="0"/>
              </a:spcAft>
              <a:buClr>
                <a:schemeClr val="dk1"/>
              </a:buClr>
              <a:buSzPts val="1200"/>
              <a:buFont typeface="Arial"/>
              <a:buChar char="•"/>
            </a:pPr>
            <a:r>
              <a:rPr lang="en-US"/>
              <a:t>Encourage members to commit to attending all meetings for consistent growth.</a:t>
            </a:r>
            <a:endParaRPr/>
          </a:p>
          <a:p>
            <a:pPr indent="0" lvl="1" marL="457200" rtl="0" algn="l">
              <a:spcBef>
                <a:spcPts val="0"/>
              </a:spcBef>
              <a:spcAft>
                <a:spcPts val="0"/>
              </a:spcAft>
              <a:buNone/>
            </a:pPr>
            <a:r>
              <a:t/>
            </a:r>
            <a:endParaRPr b="1"/>
          </a:p>
          <a:p>
            <a:pPr indent="0" lvl="0" marL="0" rtl="0" algn="l">
              <a:spcBef>
                <a:spcPts val="0"/>
              </a:spcBef>
              <a:spcAft>
                <a:spcPts val="0"/>
              </a:spcAft>
              <a:buNone/>
            </a:pPr>
            <a:r>
              <a:rPr b="1" lang="en-US"/>
              <a:t>Coordinate with Other Officers</a:t>
            </a:r>
            <a:endParaRPr/>
          </a:p>
          <a:p>
            <a:pPr indent="-171450" lvl="0" marL="171450" rtl="0" algn="l">
              <a:spcBef>
                <a:spcPts val="0"/>
              </a:spcBef>
              <a:spcAft>
                <a:spcPts val="0"/>
              </a:spcAft>
              <a:buClr>
                <a:schemeClr val="dk1"/>
              </a:buClr>
              <a:buSzPts val="1200"/>
              <a:buFont typeface="Arial"/>
              <a:buChar char="•"/>
            </a:pPr>
            <a:r>
              <a:rPr lang="en-US"/>
              <a:t>Work with VP Membership to understand new member needs.</a:t>
            </a:r>
            <a:endParaRPr/>
          </a:p>
          <a:p>
            <a:pPr indent="-171450" lvl="0" marL="171450" rtl="0" algn="l">
              <a:spcBef>
                <a:spcPts val="0"/>
              </a:spcBef>
              <a:spcAft>
                <a:spcPts val="0"/>
              </a:spcAft>
              <a:buClr>
                <a:schemeClr val="dk1"/>
              </a:buClr>
              <a:buSzPts val="1200"/>
              <a:buFont typeface="Arial"/>
              <a:buChar char="•"/>
            </a:pPr>
            <a:r>
              <a:rPr lang="en-US"/>
              <a:t>Collaborate with President and Secretary for contests and special events.</a:t>
            </a:r>
            <a:endParaRPr/>
          </a:p>
          <a:p>
            <a:pPr indent="-171450" lvl="0" marL="171450" rtl="0" algn="l">
              <a:spcBef>
                <a:spcPts val="0"/>
              </a:spcBef>
              <a:spcAft>
                <a:spcPts val="0"/>
              </a:spcAft>
              <a:buClr>
                <a:schemeClr val="dk1"/>
              </a:buClr>
              <a:buSzPts val="1200"/>
              <a:buFont typeface="Arial"/>
              <a:buChar char="•"/>
            </a:pPr>
            <a:r>
              <a:rPr lang="en-US"/>
              <a:t>Share progress updates with the club to maintain transparency.</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US"/>
              <a:t>Leverage Tools for Tracking</a:t>
            </a:r>
            <a:endParaRPr/>
          </a:p>
          <a:p>
            <a:pPr indent="-171450" lvl="0" marL="171450" rtl="0" algn="l">
              <a:spcBef>
                <a:spcPts val="0"/>
              </a:spcBef>
              <a:spcAft>
                <a:spcPts val="0"/>
              </a:spcAft>
              <a:buClr>
                <a:schemeClr val="dk1"/>
              </a:buClr>
              <a:buSzPts val="1200"/>
              <a:buFont typeface="Arial"/>
              <a:buChar char="•"/>
            </a:pPr>
            <a:r>
              <a:rPr lang="en-US"/>
              <a:t>Use Base Camp reports or spreadsheets for easy monitoring.</a:t>
            </a:r>
            <a:endParaRPr/>
          </a:p>
          <a:p>
            <a:pPr indent="-171450" lvl="0" marL="171450" rtl="0" algn="l">
              <a:spcBef>
                <a:spcPts val="0"/>
              </a:spcBef>
              <a:spcAft>
                <a:spcPts val="0"/>
              </a:spcAft>
              <a:buClr>
                <a:schemeClr val="dk1"/>
              </a:buClr>
              <a:buSzPts val="1200"/>
              <a:buFont typeface="Arial"/>
              <a:buChar char="•"/>
            </a:pPr>
            <a:r>
              <a:rPr lang="en-US"/>
              <a:t>Maintain a shared digital folder for educational resources.</a:t>
            </a:r>
            <a:endParaRPr/>
          </a:p>
          <a:p>
            <a:pPr indent="0" lvl="0" marL="0" rtl="0" algn="l">
              <a:spcBef>
                <a:spcPts val="0"/>
              </a:spcBef>
              <a:spcAft>
                <a:spcPts val="0"/>
              </a:spcAft>
              <a:buNone/>
            </a:pPr>
            <a:r>
              <a:t/>
            </a:r>
            <a:endParaRPr b="0" sz="600"/>
          </a:p>
          <a:p>
            <a:pPr indent="0" lvl="0" marL="0" rtl="0" algn="l">
              <a:spcBef>
                <a:spcPts val="0"/>
              </a:spcBef>
              <a:spcAft>
                <a:spcPts val="0"/>
              </a:spcAft>
              <a:buNone/>
            </a:pPr>
            <a:r>
              <a:t/>
            </a:r>
            <a:endParaRPr b="0" sz="600"/>
          </a:p>
          <a:p>
            <a:pPr indent="0" lvl="0" marL="0" rtl="0" algn="l">
              <a:spcBef>
                <a:spcPts val="0"/>
              </a:spcBef>
              <a:spcAft>
                <a:spcPts val="0"/>
              </a:spcAft>
              <a:buNone/>
            </a:pPr>
            <a:r>
              <a:t/>
            </a:r>
            <a:endParaRPr b="0">
              <a:latin typeface="Arial"/>
              <a:ea typeface="Arial"/>
              <a:cs typeface="Arial"/>
              <a:sym typeface="Arial"/>
            </a:endParaRPr>
          </a:p>
          <a:p>
            <a:pPr indent="0" lvl="0" marL="0" rtl="0" algn="l">
              <a:spcBef>
                <a:spcPts val="0"/>
              </a:spcBef>
              <a:spcAft>
                <a:spcPts val="0"/>
              </a:spcAft>
              <a:buNone/>
            </a:pPr>
            <a:r>
              <a:t/>
            </a:r>
            <a:endParaRPr/>
          </a:p>
        </p:txBody>
      </p:sp>
      <p:sp>
        <p:nvSpPr>
          <p:cNvPr id="1276" name="Google Shape;127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p10:notes"/>
          <p:cNvSpPr/>
          <p:nvPr>
            <p:ph idx="2" type="sldImg"/>
          </p:nvPr>
        </p:nvSpPr>
        <p:spPr>
          <a:xfrm>
            <a:off x="942975" y="585788"/>
            <a:ext cx="4943475" cy="27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2" name="Google Shape;1282;p10:notes"/>
          <p:cNvSpPr txBox="1"/>
          <p:nvPr>
            <p:ph idx="1" type="body"/>
          </p:nvPr>
        </p:nvSpPr>
        <p:spPr>
          <a:xfrm>
            <a:off x="685799" y="3438525"/>
            <a:ext cx="5660409" cy="5448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3 minutes</a:t>
            </a:r>
            <a:endParaRPr/>
          </a:p>
          <a:p>
            <a:pPr indent="0" lvl="0" marL="0" rtl="0" algn="l">
              <a:spcBef>
                <a:spcPts val="0"/>
              </a:spcBef>
              <a:spcAft>
                <a:spcPts val="0"/>
              </a:spcAft>
              <a:buNone/>
            </a:pPr>
            <a:r>
              <a:rPr b="1" lang="en-US"/>
              <a:t>Elapsed time: 17 minutes</a:t>
            </a:r>
            <a:endParaRPr/>
          </a:p>
          <a:p>
            <a:pPr indent="0" lvl="0" marL="0" rtl="0" algn="l">
              <a:spcBef>
                <a:spcPts val="0"/>
              </a:spcBef>
              <a:spcAft>
                <a:spcPts val="0"/>
              </a:spcAft>
              <a:buNone/>
            </a:pPr>
            <a:r>
              <a:t/>
            </a:r>
            <a:endParaRPr sz="800"/>
          </a:p>
          <a:p>
            <a:pPr indent="0" lvl="0" marL="0" rtl="0" algn="l">
              <a:spcBef>
                <a:spcPts val="0"/>
              </a:spcBef>
              <a:spcAft>
                <a:spcPts val="0"/>
              </a:spcAft>
              <a:buNone/>
            </a:pPr>
            <a:r>
              <a:rPr b="1" lang="en-US"/>
              <a:t>Facilitator Notes:</a:t>
            </a:r>
            <a:endParaRPr/>
          </a:p>
          <a:p>
            <a:pPr indent="0" lvl="0" marL="0" marR="0" rtl="0" algn="l">
              <a:lnSpc>
                <a:spcPct val="100000"/>
              </a:lnSpc>
              <a:spcBef>
                <a:spcPts val="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Onboarding and tracking progress are essential, but they work best when members feel supported and connected. That’s where mentoring and engagement come in—helping members stay active and motivated throughout their journey.</a:t>
            </a:r>
            <a:endParaRPr/>
          </a:p>
          <a:p>
            <a:pPr indent="0" lvl="0" marL="0" marR="0" rtl="0" algn="l">
              <a:lnSpc>
                <a:spcPct val="100000"/>
              </a:lnSpc>
              <a:spcBef>
                <a:spcPts val="0"/>
              </a:spcBef>
              <a:spcAft>
                <a:spcPts val="0"/>
              </a:spcAft>
              <a:buClr>
                <a:schemeClr val="dk1"/>
              </a:buClr>
              <a:buSzPts val="1200"/>
              <a:buFont typeface="Calibri"/>
              <a:buNone/>
            </a:pPr>
            <a:r>
              <a:t/>
            </a:r>
            <a:endParaRPr b="0" i="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a:t>(</a:t>
            </a:r>
            <a:r>
              <a:rPr b="1" lang="en-US"/>
              <a:t>Ask</a:t>
            </a:r>
            <a:r>
              <a:rPr lang="en-US"/>
              <a:t> at least one of these questions.) How do you assign mentors? Who is responsible for the Mentoring Program in your club? What are the responsibilities of the mentors? How long do they serve as mentors?</a:t>
            </a:r>
            <a:endParaRPr/>
          </a:p>
          <a:p>
            <a:pPr indent="0" lvl="0" marL="0" marR="0" rtl="0" algn="l">
              <a:lnSpc>
                <a:spcPct val="100000"/>
              </a:lnSpc>
              <a:spcBef>
                <a:spcPts val="0"/>
              </a:spcBef>
              <a:spcAft>
                <a:spcPts val="0"/>
              </a:spcAft>
              <a:buClr>
                <a:schemeClr val="dk1"/>
              </a:buClr>
              <a:buSzPts val="1200"/>
              <a:buFont typeface="Arial"/>
              <a:buNone/>
            </a:pPr>
            <a:r>
              <a:rPr b="0" i="0" lang="en-US">
                <a:latin typeface="Arial"/>
                <a:ea typeface="Arial"/>
                <a:cs typeface="Arial"/>
                <a:sym typeface="Arial"/>
              </a:rPr>
              <a:t>(Share some of their responses. Then summarize the information below.)</a:t>
            </a:r>
            <a:endParaRPr b="0" i="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rtl="0" algn="l">
              <a:spcBef>
                <a:spcPts val="0"/>
              </a:spcBef>
              <a:spcAft>
                <a:spcPts val="0"/>
              </a:spcAft>
              <a:buNone/>
            </a:pPr>
            <a:r>
              <a:rPr b="1" lang="en-US"/>
              <a:t>Assign Mentors for New Members</a:t>
            </a:r>
            <a:endParaRPr/>
          </a:p>
          <a:p>
            <a:pPr indent="-171450" lvl="0" marL="171450" rtl="0" algn="l">
              <a:spcBef>
                <a:spcPts val="0"/>
              </a:spcBef>
              <a:spcAft>
                <a:spcPts val="0"/>
              </a:spcAft>
              <a:buClr>
                <a:schemeClr val="dk1"/>
              </a:buClr>
              <a:buSzPts val="1200"/>
              <a:buFont typeface="Arial"/>
              <a:buChar char="•"/>
            </a:pPr>
            <a:r>
              <a:rPr lang="en-US"/>
              <a:t>Pair each new member with an experienced mentor early.</a:t>
            </a:r>
            <a:endParaRPr/>
          </a:p>
          <a:p>
            <a:pPr indent="-171450" lvl="0" marL="171450" rtl="0" algn="l">
              <a:spcBef>
                <a:spcPts val="0"/>
              </a:spcBef>
              <a:spcAft>
                <a:spcPts val="0"/>
              </a:spcAft>
              <a:buClr>
                <a:schemeClr val="dk1"/>
              </a:buClr>
              <a:buSzPts val="1200"/>
              <a:buFont typeface="Arial"/>
              <a:buChar char="•"/>
            </a:pPr>
            <a:r>
              <a:rPr lang="en-US"/>
              <a:t>Provide mentors with clear expectations and resources.</a:t>
            </a:r>
            <a:endParaRPr/>
          </a:p>
          <a:p>
            <a:pPr indent="-171450" lvl="0" marL="171450" rtl="0" algn="l">
              <a:spcBef>
                <a:spcPts val="0"/>
              </a:spcBef>
              <a:spcAft>
                <a:spcPts val="0"/>
              </a:spcAft>
              <a:buClr>
                <a:schemeClr val="dk1"/>
              </a:buClr>
              <a:buSzPts val="1200"/>
              <a:buFont typeface="Arial"/>
              <a:buChar char="•"/>
            </a:pPr>
            <a:r>
              <a:rPr lang="en-US"/>
              <a:t>Encourage regular check-ins between mentors and mentees.</a:t>
            </a:r>
            <a:endParaRPr/>
          </a:p>
          <a:p>
            <a:pPr indent="-171450" lvl="0" marL="171450" rtl="0" algn="l">
              <a:spcBef>
                <a:spcPts val="0"/>
              </a:spcBef>
              <a:spcAft>
                <a:spcPts val="0"/>
              </a:spcAft>
              <a:buClr>
                <a:schemeClr val="dk1"/>
              </a:buClr>
              <a:buSzPts val="1200"/>
              <a:buFont typeface="Arial"/>
              <a:buChar char="•"/>
            </a:pPr>
            <a:r>
              <a:rPr lang="en-US"/>
              <a:t>Mention the official Pathways mentoring project for added context.</a:t>
            </a:r>
            <a:endParaRPr/>
          </a:p>
          <a:p>
            <a:pPr indent="-171450" lvl="0" marL="171450" rtl="0" algn="l">
              <a:spcBef>
                <a:spcPts val="0"/>
              </a:spcBef>
              <a:spcAft>
                <a:spcPts val="0"/>
              </a:spcAft>
              <a:buClr>
                <a:schemeClr val="dk1"/>
              </a:buClr>
              <a:buSzPts val="1200"/>
              <a:buFont typeface="Arial"/>
              <a:buChar char="•"/>
            </a:pPr>
            <a:r>
              <a:rPr lang="en-US"/>
              <a:t>Highlight benefits for mentors: skill development and emotional rewards.</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None/>
            </a:pPr>
            <a:r>
              <a:rPr b="1" lang="en-US"/>
              <a:t>Foster Member Participation</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Personally invite members to take roles and give speeches. </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Use positive reinforcement—thank members publicly for contributions. </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Rotate roles to keep meetings dynamic and fair. </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Organize special events (e.g., speakathons, contests) to boost engagement.</a:t>
            </a:r>
            <a:endParaRPr/>
          </a:p>
          <a:p>
            <a:pPr indent="0" lvl="0" marL="0" rtl="0" algn="l">
              <a:spcBef>
                <a:spcPts val="0"/>
              </a:spcBef>
              <a:spcAft>
                <a:spcPts val="0"/>
              </a:spcAft>
              <a:buNone/>
            </a:pPr>
            <a:r>
              <a:rPr lang="en-US"/>
              <a:t> </a:t>
            </a:r>
            <a:endParaRPr/>
          </a:p>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Additional Tip: </a:t>
            </a:r>
            <a:r>
              <a:rPr b="0" i="0" lang="en-US" sz="1200">
                <a:solidFill>
                  <a:schemeClr val="dk1"/>
                </a:solidFill>
                <a:latin typeface="Calibri"/>
                <a:ea typeface="Calibri"/>
                <a:cs typeface="Calibri"/>
                <a:sym typeface="Calibri"/>
              </a:rPr>
              <a:t>Use mentoring as a way to build confidence and connection. Encourage mentors to share their own Toastmasters journey with new members.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83" name="Google Shape;128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7" name="Shape 1287"/>
        <p:cNvGrpSpPr/>
        <p:nvPr/>
      </p:nvGrpSpPr>
      <p:grpSpPr>
        <a:xfrm>
          <a:off x="0" y="0"/>
          <a:ext cx="0" cy="0"/>
          <a:chOff x="0" y="0"/>
          <a:chExt cx="0" cy="0"/>
        </a:xfrm>
      </p:grpSpPr>
      <p:sp>
        <p:nvSpPr>
          <p:cNvPr id="1288" name="Google Shape;1288;p11: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9" name="Google Shape;1289;p11: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3 minutes</a:t>
            </a:r>
            <a:endParaRPr/>
          </a:p>
          <a:p>
            <a:pPr indent="0" lvl="0" marL="0" rtl="0" algn="l">
              <a:spcBef>
                <a:spcPts val="0"/>
              </a:spcBef>
              <a:spcAft>
                <a:spcPts val="0"/>
              </a:spcAft>
              <a:buNone/>
            </a:pPr>
            <a:r>
              <a:rPr b="1" lang="en-US"/>
              <a:t>Elapsed time: 20 minutes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Facilitator Notes:</a:t>
            </a:r>
            <a:endParaRPr/>
          </a:p>
          <a:p>
            <a:pPr indent="0" lvl="0" marL="0" marR="0" rtl="0" algn="l">
              <a:lnSpc>
                <a:spcPct val="100000"/>
              </a:lnSpc>
              <a:spcBef>
                <a:spcPts val="0"/>
              </a:spcBef>
              <a:spcAft>
                <a:spcPts val="0"/>
              </a:spcAft>
              <a:buClr>
                <a:schemeClr val="dk1"/>
              </a:buClr>
              <a:buSzPts val="1200"/>
              <a:buFont typeface="Calibri"/>
              <a:buNone/>
            </a:pPr>
            <a:r>
              <a:rPr lang="en-US" sz="1200"/>
              <a:t>Guests will be attracted to join if </a:t>
            </a:r>
            <a:r>
              <a:rPr b="0" lang="en-US" sz="1200"/>
              <a:t>your club has a</a:t>
            </a:r>
            <a:r>
              <a:rPr b="0" i="0" lang="en-US" sz="1200">
                <a:latin typeface="Quattrocento Sans"/>
                <a:ea typeface="Quattrocento Sans"/>
                <a:cs typeface="Quattrocento Sans"/>
                <a:sym typeface="Quattrocento Sans"/>
              </a:rPr>
              <a:t> welcoming and inclusive environment, and the meetings are well-planned and feel organized.   </a:t>
            </a:r>
            <a:endParaRPr b="0" i="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b="0" i="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lang="en-US"/>
              <a:t>(</a:t>
            </a:r>
            <a:r>
              <a:rPr b="1" lang="en-US"/>
              <a:t>Ask)</a:t>
            </a:r>
            <a:r>
              <a:rPr lang="en-US"/>
              <a:t> What is your club’s culture? How does your club create a positive and supportive learning experience? </a:t>
            </a:r>
            <a:r>
              <a:rPr b="0" i="0" lang="en-US">
                <a:latin typeface="Arial"/>
                <a:ea typeface="Arial"/>
                <a:cs typeface="Arial"/>
                <a:sym typeface="Arial"/>
              </a:rPr>
              <a:t>(Share some of their responses. Then summarize the information below.)</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US"/>
              <a:t>Create a Supportive Environment</a:t>
            </a:r>
            <a:endParaRPr/>
          </a:p>
          <a:p>
            <a:pPr indent="-171450" lvl="0" marL="171450" rtl="0" algn="l">
              <a:spcBef>
                <a:spcPts val="0"/>
              </a:spcBef>
              <a:spcAft>
                <a:spcPts val="0"/>
              </a:spcAft>
              <a:buClr>
                <a:schemeClr val="dk1"/>
              </a:buClr>
              <a:buSzPts val="1200"/>
              <a:buFont typeface="Arial"/>
              <a:buChar char="•"/>
            </a:pPr>
            <a:r>
              <a:rPr lang="en-US"/>
              <a:t>Promote a culture of learning and encouragement.</a:t>
            </a:r>
            <a:endParaRPr/>
          </a:p>
          <a:p>
            <a:pPr indent="-171450" lvl="0" marL="171450" rtl="0" algn="l">
              <a:spcBef>
                <a:spcPts val="0"/>
              </a:spcBef>
              <a:spcAft>
                <a:spcPts val="0"/>
              </a:spcAft>
              <a:buClr>
                <a:schemeClr val="dk1"/>
              </a:buClr>
              <a:buSzPts val="1200"/>
              <a:buFont typeface="Arial"/>
              <a:buChar char="•"/>
            </a:pPr>
            <a:r>
              <a:rPr lang="en-US"/>
              <a:t>Address reluctance or fear of speaking with empathy.</a:t>
            </a:r>
            <a:endParaRPr/>
          </a:p>
          <a:p>
            <a:pPr indent="-171450" lvl="0" marL="171450" rtl="0" algn="l">
              <a:spcBef>
                <a:spcPts val="0"/>
              </a:spcBef>
              <a:spcAft>
                <a:spcPts val="0"/>
              </a:spcAft>
              <a:buClr>
                <a:schemeClr val="dk1"/>
              </a:buClr>
              <a:buSzPts val="1200"/>
              <a:buFont typeface="Arial"/>
              <a:buChar char="•"/>
            </a:pPr>
            <a:r>
              <a:rPr lang="en-US"/>
              <a:t>Celebrate achievements during meetings (e.g., level completions).</a:t>
            </a:r>
            <a:endParaRPr/>
          </a:p>
          <a:p>
            <a:pPr indent="0" lvl="1" marL="457200" rtl="0" algn="l">
              <a:spcBef>
                <a:spcPts val="0"/>
              </a:spcBef>
              <a:spcAft>
                <a:spcPts val="0"/>
              </a:spcAft>
              <a:buNone/>
            </a:pPr>
            <a:r>
              <a:t/>
            </a:r>
            <a:endParaRPr b="1"/>
          </a:p>
          <a:p>
            <a:pPr indent="0" lvl="0" marL="0" rtl="0" algn="l">
              <a:spcBef>
                <a:spcPts val="0"/>
              </a:spcBef>
              <a:spcAft>
                <a:spcPts val="0"/>
              </a:spcAft>
              <a:buNone/>
            </a:pPr>
            <a:r>
              <a:rPr b="1" lang="en-US"/>
              <a:t>Engagement Strategies</a:t>
            </a:r>
            <a:endParaRPr/>
          </a:p>
          <a:p>
            <a:pPr indent="-171450" lvl="0" marL="171450" rtl="0" algn="l">
              <a:spcBef>
                <a:spcPts val="0"/>
              </a:spcBef>
              <a:spcAft>
                <a:spcPts val="0"/>
              </a:spcAft>
              <a:buClr>
                <a:schemeClr val="dk1"/>
              </a:buClr>
              <a:buSzPts val="1200"/>
              <a:buFont typeface="Arial"/>
              <a:buChar char="•"/>
            </a:pPr>
            <a:r>
              <a:rPr lang="en-US"/>
              <a:t>Use communication channels (WhatsApp, Teams, email) for reminders and updates.</a:t>
            </a:r>
            <a:endParaRPr/>
          </a:p>
          <a:p>
            <a:pPr indent="-171450" lvl="0" marL="171450" rtl="0" algn="l">
              <a:spcBef>
                <a:spcPts val="0"/>
              </a:spcBef>
              <a:spcAft>
                <a:spcPts val="0"/>
              </a:spcAft>
              <a:buClr>
                <a:schemeClr val="dk1"/>
              </a:buClr>
              <a:buSzPts val="1200"/>
              <a:buFont typeface="Arial"/>
              <a:buChar char="•"/>
            </a:pPr>
            <a:r>
              <a:rPr lang="en-US"/>
              <a:t>Organize special events—speakathons, workshops, contests—to keep energy high.</a:t>
            </a:r>
            <a:endParaRPr/>
          </a:p>
          <a:p>
            <a:pPr indent="-171450" lvl="0" marL="171450" rtl="0" algn="l">
              <a:spcBef>
                <a:spcPts val="0"/>
              </a:spcBef>
              <a:spcAft>
                <a:spcPts val="0"/>
              </a:spcAft>
              <a:buClr>
                <a:schemeClr val="dk1"/>
              </a:buClr>
              <a:buSzPts val="1200"/>
              <a:buFont typeface="Arial"/>
              <a:buChar char="•"/>
            </a:pPr>
            <a:r>
              <a:rPr lang="en-US"/>
              <a:t>Encourage members to set personal goals and share progress.</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US"/>
              <a:t>Monitor and Adapt</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Identify disengaged members and reach out personally. </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Offer flexible options for participation (online roles, backup roles). </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Keep engagement consistent with “little-and-often” nudges rather than overwhelming asks.</a:t>
            </a:r>
            <a:endParaRPr/>
          </a:p>
          <a:p>
            <a:pPr indent="0" lvl="0" marL="0" rtl="0" algn="l">
              <a:spcBef>
                <a:spcPts val="0"/>
              </a:spcBef>
              <a:spcAft>
                <a:spcPts val="0"/>
              </a:spcAft>
              <a:buNone/>
            </a:pPr>
            <a:r>
              <a:t/>
            </a:r>
            <a:endParaRPr b="1"/>
          </a:p>
          <a:p>
            <a:pPr indent="0" lvl="0" marL="0" rtl="0" algn="l">
              <a:spcBef>
                <a:spcPts val="0"/>
              </a:spcBef>
              <a:spcAft>
                <a:spcPts val="0"/>
              </a:spcAft>
              <a:buNone/>
            </a:pPr>
            <a:r>
              <a:t/>
            </a:r>
            <a:endParaRPr b="1"/>
          </a:p>
        </p:txBody>
      </p:sp>
      <p:sp>
        <p:nvSpPr>
          <p:cNvPr id="1290" name="Google Shape;129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p12: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7" name="Google Shape;1297;p12: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3 minutes</a:t>
            </a:r>
            <a:endParaRPr/>
          </a:p>
          <a:p>
            <a:pPr indent="0" lvl="0" marL="0" rtl="0" algn="l">
              <a:spcBef>
                <a:spcPts val="0"/>
              </a:spcBef>
              <a:spcAft>
                <a:spcPts val="0"/>
              </a:spcAft>
              <a:buNone/>
            </a:pPr>
            <a:r>
              <a:rPr b="1" lang="en-US"/>
              <a:t>Elapsed time: 23 minutes</a:t>
            </a:r>
            <a:endParaRPr/>
          </a:p>
          <a:p>
            <a:pPr indent="0" lvl="0" marL="0" rtl="0" algn="l">
              <a:spcBef>
                <a:spcPts val="0"/>
              </a:spcBef>
              <a:spcAft>
                <a:spcPts val="0"/>
              </a:spcAft>
              <a:buNone/>
            </a:pPr>
            <a:r>
              <a:t/>
            </a:r>
            <a:endParaRPr sz="800"/>
          </a:p>
          <a:p>
            <a:pPr indent="0" lvl="0" marL="0" rtl="0" algn="l">
              <a:spcBef>
                <a:spcPts val="0"/>
              </a:spcBef>
              <a:spcAft>
                <a:spcPts val="0"/>
              </a:spcAft>
              <a:buNone/>
            </a:pPr>
            <a:r>
              <a:rPr b="1" lang="en-US"/>
              <a:t>Facilitator Notes:</a:t>
            </a:r>
            <a:endParaRPr/>
          </a:p>
          <a:p>
            <a:pPr indent="0" lvl="0" marL="0" rtl="0" algn="l">
              <a:spcBef>
                <a:spcPts val="0"/>
              </a:spcBef>
              <a:spcAft>
                <a:spcPts val="0"/>
              </a:spcAft>
              <a:buNone/>
            </a:pPr>
            <a:r>
              <a:rPr b="1" lang="en-US">
                <a:latin typeface="Arial"/>
                <a:ea typeface="Arial"/>
                <a:cs typeface="Arial"/>
                <a:sym typeface="Arial"/>
              </a:rPr>
              <a:t>(Ask)</a:t>
            </a:r>
            <a:r>
              <a:rPr lang="en-US">
                <a:latin typeface="Arial"/>
                <a:ea typeface="Arial"/>
                <a:cs typeface="Arial"/>
                <a:sym typeface="Arial"/>
              </a:rPr>
              <a:t> How does your club currently fill meeting roles—do members volunteer, or does someone assign them? What works well and what could be improved? (Encourage responses in chat or verbally.)</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b="0" lang="en-US">
                <a:latin typeface="Arial"/>
                <a:ea typeface="Arial"/>
                <a:cs typeface="Arial"/>
                <a:sym typeface="Arial"/>
              </a:rPr>
              <a:t>Here are some tips for you to consider: </a:t>
            </a:r>
            <a:endParaRPr b="0">
              <a:latin typeface="Arial"/>
              <a:ea typeface="Arial"/>
              <a:cs typeface="Arial"/>
              <a:sym typeface="Arial"/>
            </a:endParaRPr>
          </a:p>
          <a:p>
            <a:pPr indent="0" lvl="0" marL="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b="1" lang="en-US" sz="1200">
                <a:solidFill>
                  <a:schemeClr val="dk1"/>
                </a:solidFill>
                <a:latin typeface="Calibri"/>
                <a:ea typeface="Calibri"/>
                <a:cs typeface="Calibri"/>
                <a:sym typeface="Calibri"/>
              </a:rPr>
              <a:t>Create and Maintain Agendas</a:t>
            </a:r>
            <a:endParaRPr/>
          </a:p>
          <a:p>
            <a:pPr indent="-171450" lvl="0" marL="171450" rtl="0" algn="l">
              <a:spcBef>
                <a:spcPts val="0"/>
              </a:spcBef>
              <a:spcAft>
                <a:spcPts val="0"/>
              </a:spcAft>
              <a:buClr>
                <a:schemeClr val="dk1"/>
              </a:buClr>
              <a:buSzPts val="1200"/>
              <a:buFont typeface="Arial"/>
              <a:buChar char="•"/>
            </a:pPr>
            <a:r>
              <a:rPr b="0" lang="en-US" sz="1200">
                <a:solidFill>
                  <a:schemeClr val="dk1"/>
                </a:solidFill>
                <a:latin typeface="Calibri"/>
                <a:ea typeface="Calibri"/>
                <a:cs typeface="Calibri"/>
                <a:sym typeface="Calibri"/>
              </a:rPr>
              <a:t>Schedule meetings well in advance (ideally 4–6 weeks ahead). Use a </a:t>
            </a:r>
            <a:r>
              <a:rPr b="1" lang="en-US" sz="1200">
                <a:solidFill>
                  <a:schemeClr val="dk1"/>
                </a:solidFill>
                <a:latin typeface="Calibri"/>
                <a:ea typeface="Calibri"/>
                <a:cs typeface="Calibri"/>
                <a:sym typeface="Calibri"/>
              </a:rPr>
              <a:t>meeting management tool </a:t>
            </a:r>
            <a:r>
              <a:rPr b="0" lang="en-US" sz="1200">
                <a:solidFill>
                  <a:schemeClr val="dk1"/>
                </a:solidFill>
                <a:latin typeface="Calibri"/>
                <a:ea typeface="Calibri"/>
                <a:cs typeface="Calibri"/>
                <a:sym typeface="Calibri"/>
              </a:rPr>
              <a:t>(Easy-Speak, FreeToastHost, or Excel template).</a:t>
            </a:r>
            <a:endParaRPr/>
          </a:p>
          <a:p>
            <a:pPr indent="-171450" lvl="0" marL="171450" rtl="0" algn="l">
              <a:spcBef>
                <a:spcPts val="0"/>
              </a:spcBef>
              <a:spcAft>
                <a:spcPts val="0"/>
              </a:spcAft>
              <a:buClr>
                <a:schemeClr val="dk1"/>
              </a:buClr>
              <a:buSzPts val="1200"/>
              <a:buFont typeface="Arial"/>
              <a:buChar char="•"/>
            </a:pPr>
            <a:r>
              <a:rPr b="0" lang="en-US" sz="1200">
                <a:solidFill>
                  <a:schemeClr val="dk1"/>
                </a:solidFill>
                <a:latin typeface="Calibri"/>
                <a:ea typeface="Calibri"/>
                <a:cs typeface="Calibri"/>
                <a:sym typeface="Calibri"/>
              </a:rPr>
              <a:t>Develop a culture where members commit to meetings and volunteer for roles.</a:t>
            </a:r>
            <a:endParaRPr/>
          </a:p>
          <a:p>
            <a:pPr indent="-171450" lvl="0" marL="171450" rtl="0" algn="l">
              <a:spcBef>
                <a:spcPts val="0"/>
              </a:spcBef>
              <a:spcAft>
                <a:spcPts val="0"/>
              </a:spcAft>
              <a:buClr>
                <a:schemeClr val="dk1"/>
              </a:buClr>
              <a:buSzPts val="1200"/>
              <a:buFont typeface="Arial"/>
              <a:buChar char="•"/>
            </a:pPr>
            <a:r>
              <a:rPr b="0" lang="en-US" sz="1200">
                <a:solidFill>
                  <a:schemeClr val="dk1"/>
                </a:solidFill>
                <a:latin typeface="Calibri"/>
                <a:ea typeface="Calibri"/>
                <a:cs typeface="Calibri"/>
                <a:sym typeface="Calibri"/>
              </a:rPr>
              <a:t>Plan agendas 1–3 months ahead to help members prepare.</a:t>
            </a:r>
            <a:endParaRPr/>
          </a:p>
          <a:p>
            <a:pPr indent="0" lvl="0" marL="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b="1" lang="en-US" sz="1200">
                <a:solidFill>
                  <a:schemeClr val="dk1"/>
                </a:solidFill>
                <a:latin typeface="Calibri"/>
                <a:ea typeface="Calibri"/>
                <a:cs typeface="Calibri"/>
                <a:sym typeface="Calibri"/>
              </a:rPr>
              <a:t>Assign Roles Strategically</a:t>
            </a:r>
            <a:endParaRPr/>
          </a:p>
          <a:p>
            <a:pPr indent="-171450" lvl="0" marL="171450" rtl="0" algn="l">
              <a:spcBef>
                <a:spcPts val="0"/>
              </a:spcBef>
              <a:spcAft>
                <a:spcPts val="0"/>
              </a:spcAft>
              <a:buClr>
                <a:schemeClr val="dk1"/>
              </a:buClr>
              <a:buSzPts val="1200"/>
              <a:buFont typeface="Arial"/>
              <a:buChar char="•"/>
            </a:pPr>
            <a:r>
              <a:rPr b="0" lang="en-US" sz="1200">
                <a:solidFill>
                  <a:schemeClr val="dk1"/>
                </a:solidFill>
                <a:latin typeface="Calibri"/>
                <a:ea typeface="Calibri"/>
                <a:cs typeface="Calibri"/>
                <a:sym typeface="Calibri"/>
              </a:rPr>
              <a:t>Rotate roles, so members gain varied experience.</a:t>
            </a:r>
            <a:endParaRPr/>
          </a:p>
          <a:p>
            <a:pPr indent="-171450" lvl="0" marL="171450" rtl="0" algn="l">
              <a:spcBef>
                <a:spcPts val="0"/>
              </a:spcBef>
              <a:spcAft>
                <a:spcPts val="0"/>
              </a:spcAft>
              <a:buClr>
                <a:schemeClr val="dk1"/>
              </a:buClr>
              <a:buSzPts val="1200"/>
              <a:buFont typeface="Arial"/>
              <a:buChar char="•"/>
            </a:pPr>
            <a:r>
              <a:rPr b="0" lang="en-US" sz="1200">
                <a:solidFill>
                  <a:schemeClr val="dk1"/>
                </a:solidFill>
                <a:latin typeface="Calibri"/>
                <a:ea typeface="Calibri"/>
                <a:cs typeface="Calibri"/>
                <a:sym typeface="Calibri"/>
              </a:rPr>
              <a:t>Avoid the same person filling the same role repeatedly.</a:t>
            </a:r>
            <a:endParaRPr/>
          </a:p>
          <a:p>
            <a:pPr indent="-171450" lvl="0" marL="171450" rtl="0" algn="l">
              <a:spcBef>
                <a:spcPts val="0"/>
              </a:spcBef>
              <a:spcAft>
                <a:spcPts val="0"/>
              </a:spcAft>
              <a:buClr>
                <a:schemeClr val="dk1"/>
              </a:buClr>
              <a:buSzPts val="1200"/>
              <a:buFont typeface="Arial"/>
              <a:buChar char="•"/>
            </a:pPr>
            <a:r>
              <a:rPr b="0" lang="en-US" sz="1200">
                <a:solidFill>
                  <a:schemeClr val="dk1"/>
                </a:solidFill>
                <a:latin typeface="Calibri"/>
                <a:ea typeface="Calibri"/>
                <a:cs typeface="Calibri"/>
                <a:sym typeface="Calibri"/>
              </a:rPr>
              <a:t>Confirm assignments early and send reminders.</a:t>
            </a:r>
            <a:endParaRPr/>
          </a:p>
          <a:p>
            <a:pPr indent="-171450" lvl="0" marL="171450" rtl="0" algn="l">
              <a:spcBef>
                <a:spcPts val="0"/>
              </a:spcBef>
              <a:spcAft>
                <a:spcPts val="0"/>
              </a:spcAft>
              <a:buClr>
                <a:schemeClr val="dk1"/>
              </a:buClr>
              <a:buSzPts val="1200"/>
              <a:buFont typeface="Arial"/>
              <a:buChar char="•"/>
            </a:pPr>
            <a:r>
              <a:rPr b="0" lang="en-US" sz="1200">
                <a:solidFill>
                  <a:schemeClr val="dk1"/>
                </a:solidFill>
                <a:latin typeface="Calibri"/>
                <a:ea typeface="Calibri"/>
                <a:cs typeface="Calibri"/>
                <a:sym typeface="Calibri"/>
              </a:rPr>
              <a:t>Use messaging tools to confirm attendance and ask members which roles they want to fill.</a:t>
            </a:r>
            <a:endParaRPr/>
          </a:p>
          <a:p>
            <a:pPr indent="-171450" lvl="0" marL="171450" rtl="0" algn="l">
              <a:spcBef>
                <a:spcPts val="0"/>
              </a:spcBef>
              <a:spcAft>
                <a:spcPts val="0"/>
              </a:spcAft>
              <a:buClr>
                <a:schemeClr val="dk1"/>
              </a:buClr>
              <a:buSzPts val="1200"/>
              <a:buFont typeface="Arial"/>
              <a:buChar char="•"/>
            </a:pPr>
            <a:r>
              <a:rPr b="0" lang="en-US" sz="1200">
                <a:solidFill>
                  <a:schemeClr val="dk1"/>
                </a:solidFill>
                <a:latin typeface="Calibri"/>
                <a:ea typeface="Calibri"/>
                <a:cs typeface="Calibri"/>
                <a:sym typeface="Calibri"/>
              </a:rPr>
              <a:t>Encourage members to schedule their next speech early.</a:t>
            </a:r>
            <a:endParaRPr/>
          </a:p>
          <a:p>
            <a:pPr indent="-171450" lvl="0" marL="171450" rtl="0" algn="l">
              <a:spcBef>
                <a:spcPts val="0"/>
              </a:spcBef>
              <a:spcAft>
                <a:spcPts val="0"/>
              </a:spcAft>
              <a:buClr>
                <a:schemeClr val="dk1"/>
              </a:buClr>
              <a:buSzPts val="1200"/>
              <a:buFont typeface="Arial"/>
              <a:buChar char="•"/>
            </a:pPr>
            <a:r>
              <a:rPr b="0" lang="en-US" sz="1200">
                <a:solidFill>
                  <a:schemeClr val="dk1"/>
                </a:solidFill>
                <a:latin typeface="Calibri"/>
                <a:ea typeface="Calibri"/>
                <a:cs typeface="Calibri"/>
                <a:sym typeface="Calibri"/>
              </a:rPr>
              <a:t>Consider auto-assigning roles when needed.</a:t>
            </a:r>
            <a:endParaRPr/>
          </a:p>
          <a:p>
            <a:pPr indent="0" lvl="0" marL="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b="1" lang="en-US" sz="1200">
                <a:solidFill>
                  <a:schemeClr val="dk1"/>
                </a:solidFill>
                <a:latin typeface="Calibri"/>
                <a:ea typeface="Calibri"/>
                <a:cs typeface="Calibri"/>
                <a:sym typeface="Calibri"/>
              </a:rPr>
              <a:t>Ensure Meeting Quality</a:t>
            </a:r>
            <a:endParaRPr/>
          </a:p>
          <a:p>
            <a:pPr indent="-171450" lvl="0" marL="171450" rtl="0" algn="l">
              <a:spcBef>
                <a:spcPts val="0"/>
              </a:spcBef>
              <a:spcAft>
                <a:spcPts val="0"/>
              </a:spcAft>
              <a:buClr>
                <a:schemeClr val="dk1"/>
              </a:buClr>
              <a:buSzPts val="1200"/>
              <a:buFont typeface="Arial"/>
              <a:buChar char="•"/>
            </a:pPr>
            <a:r>
              <a:rPr b="0" lang="en-US" sz="1200">
                <a:solidFill>
                  <a:schemeClr val="dk1"/>
                </a:solidFill>
                <a:latin typeface="Calibri"/>
                <a:ea typeface="Calibri"/>
                <a:cs typeface="Calibri"/>
                <a:sym typeface="Calibri"/>
              </a:rPr>
              <a:t>Fill speaking slots ahead of time for smooth flow.</a:t>
            </a:r>
            <a:endParaRPr/>
          </a:p>
          <a:p>
            <a:pPr indent="-171450" lvl="0" marL="171450" rtl="0" algn="l">
              <a:spcBef>
                <a:spcPts val="0"/>
              </a:spcBef>
              <a:spcAft>
                <a:spcPts val="0"/>
              </a:spcAft>
              <a:buClr>
                <a:schemeClr val="dk1"/>
              </a:buClr>
              <a:buSzPts val="1200"/>
              <a:buFont typeface="Arial"/>
              <a:buChar char="•"/>
            </a:pPr>
            <a:r>
              <a:rPr b="0" lang="en-US" sz="1200">
                <a:solidFill>
                  <a:schemeClr val="dk1"/>
                </a:solidFill>
                <a:latin typeface="Calibri"/>
                <a:ea typeface="Calibri"/>
                <a:cs typeface="Calibri"/>
                <a:sym typeface="Calibri"/>
              </a:rPr>
              <a:t>Prepare backup speakers for cancellations.</a:t>
            </a:r>
            <a:endParaRPr/>
          </a:p>
          <a:p>
            <a:pPr indent="-171450" lvl="0" marL="171450" rtl="0" algn="l">
              <a:spcBef>
                <a:spcPts val="0"/>
              </a:spcBef>
              <a:spcAft>
                <a:spcPts val="0"/>
              </a:spcAft>
              <a:buClr>
                <a:schemeClr val="dk1"/>
              </a:buClr>
              <a:buSzPts val="1200"/>
              <a:buFont typeface="Arial"/>
              <a:buChar char="•"/>
            </a:pPr>
            <a:r>
              <a:rPr b="0" lang="en-US" sz="1200">
                <a:solidFill>
                  <a:schemeClr val="dk1"/>
                </a:solidFill>
                <a:latin typeface="Calibri"/>
                <a:ea typeface="Calibri"/>
                <a:cs typeface="Calibri"/>
                <a:sym typeface="Calibri"/>
              </a:rPr>
              <a:t>Include variety—educational sessions, contests, and special events.</a:t>
            </a:r>
            <a:endParaRPr/>
          </a:p>
          <a:p>
            <a:pPr indent="-171450" lvl="0" marL="171450" rtl="0" algn="l">
              <a:spcBef>
                <a:spcPts val="0"/>
              </a:spcBef>
              <a:spcAft>
                <a:spcPts val="0"/>
              </a:spcAft>
              <a:buClr>
                <a:schemeClr val="dk1"/>
              </a:buClr>
              <a:buSzPts val="1200"/>
              <a:buFont typeface="Arial"/>
              <a:buChar char="•"/>
            </a:pPr>
            <a:r>
              <a:rPr b="0" lang="en-US" sz="1200">
                <a:solidFill>
                  <a:schemeClr val="dk1"/>
                </a:solidFill>
                <a:latin typeface="Calibri"/>
                <a:ea typeface="Calibri"/>
                <a:cs typeface="Calibri"/>
                <a:sym typeface="Calibri"/>
              </a:rPr>
              <a:t>Always have backup roles—especially a backup speaker.</a:t>
            </a:r>
            <a:endParaRPr/>
          </a:p>
          <a:p>
            <a:pPr indent="0" lvl="0" marL="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b="1" lang="en-US" sz="1200">
                <a:solidFill>
                  <a:schemeClr val="dk1"/>
                </a:solidFill>
                <a:latin typeface="Calibri"/>
                <a:ea typeface="Calibri"/>
                <a:cs typeface="Calibri"/>
                <a:sym typeface="Calibri"/>
              </a:rPr>
              <a:t>Align with Member Goals</a:t>
            </a:r>
            <a:endParaRPr/>
          </a:p>
          <a:p>
            <a:pPr indent="-171450" lvl="0" marL="171450" rtl="0" algn="l">
              <a:spcBef>
                <a:spcPts val="0"/>
              </a:spcBef>
              <a:spcAft>
                <a:spcPts val="0"/>
              </a:spcAft>
              <a:buClr>
                <a:schemeClr val="dk1"/>
              </a:buClr>
              <a:buSzPts val="1200"/>
              <a:buFont typeface="Arial"/>
              <a:buChar char="•"/>
            </a:pPr>
            <a:r>
              <a:rPr b="0" lang="en-US" sz="1200">
                <a:solidFill>
                  <a:schemeClr val="dk1"/>
                </a:solidFill>
                <a:latin typeface="Calibri"/>
                <a:ea typeface="Calibri"/>
                <a:cs typeface="Calibri"/>
                <a:sym typeface="Calibri"/>
              </a:rPr>
              <a:t>Know each member’s educational objectives.</a:t>
            </a:r>
            <a:endParaRPr/>
          </a:p>
          <a:p>
            <a:pPr indent="-171450" lvl="0" marL="171450" rtl="0" algn="l">
              <a:spcBef>
                <a:spcPts val="0"/>
              </a:spcBef>
              <a:spcAft>
                <a:spcPts val="0"/>
              </a:spcAft>
              <a:buClr>
                <a:schemeClr val="dk1"/>
              </a:buClr>
              <a:buSzPts val="1200"/>
              <a:buFont typeface="Arial"/>
              <a:buChar char="•"/>
            </a:pPr>
            <a:r>
              <a:rPr b="0" lang="en-US" sz="1200">
                <a:solidFill>
                  <a:schemeClr val="dk1"/>
                </a:solidFill>
                <a:latin typeface="Calibri"/>
                <a:ea typeface="Calibri"/>
                <a:cs typeface="Calibri"/>
                <a:sym typeface="Calibri"/>
              </a:rPr>
              <a:t>Schedule speeches and projects that support those goals.</a:t>
            </a:r>
            <a:endParaRPr/>
          </a:p>
          <a:p>
            <a:pPr indent="-171450" lvl="0" marL="171450" rtl="0" algn="l">
              <a:spcBef>
                <a:spcPts val="0"/>
              </a:spcBef>
              <a:spcAft>
                <a:spcPts val="0"/>
              </a:spcAft>
              <a:buClr>
                <a:schemeClr val="dk1"/>
              </a:buClr>
              <a:buSzPts val="1200"/>
              <a:buFont typeface="Arial"/>
              <a:buChar char="•"/>
            </a:pPr>
            <a:r>
              <a:rPr b="0" lang="en-US" sz="1200">
                <a:solidFill>
                  <a:schemeClr val="dk1"/>
                </a:solidFill>
                <a:latin typeface="Calibri"/>
                <a:ea typeface="Calibri"/>
                <a:cs typeface="Calibri"/>
                <a:sym typeface="Calibri"/>
              </a:rPr>
              <a:t>Coordinate with VP Membership for onboarding and mentoring.</a:t>
            </a:r>
            <a:endParaRPr/>
          </a:p>
          <a:p>
            <a:pPr indent="-171450" lvl="0" marL="171450" rtl="0" algn="l">
              <a:spcBef>
                <a:spcPts val="0"/>
              </a:spcBef>
              <a:spcAft>
                <a:spcPts val="0"/>
              </a:spcAft>
              <a:buClr>
                <a:schemeClr val="dk1"/>
              </a:buClr>
              <a:buSzPts val="1200"/>
              <a:buFont typeface="Arial"/>
              <a:buChar char="•"/>
            </a:pPr>
            <a:r>
              <a:rPr b="0" lang="en-US" sz="1200">
                <a:solidFill>
                  <a:schemeClr val="dk1"/>
                </a:solidFill>
                <a:latin typeface="Calibri"/>
                <a:ea typeface="Calibri"/>
                <a:cs typeface="Calibri"/>
                <a:sym typeface="Calibri"/>
              </a:rPr>
              <a:t>Delegate agenda planning to the Toastmaster of the Day or Education Committee to build leadership skills.</a:t>
            </a:r>
            <a:endParaRPr/>
          </a:p>
          <a:p>
            <a:pPr indent="0" lvl="0" marL="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b="1" lang="en-US" sz="1200">
                <a:solidFill>
                  <a:schemeClr val="dk1"/>
                </a:solidFill>
                <a:latin typeface="Calibri"/>
                <a:ea typeface="Calibri"/>
                <a:cs typeface="Calibri"/>
                <a:sym typeface="Calibri"/>
              </a:rPr>
              <a:t>Finally: </a:t>
            </a:r>
            <a:r>
              <a:rPr b="0" lang="en-US" sz="1200">
                <a:solidFill>
                  <a:schemeClr val="dk1"/>
                </a:solidFill>
                <a:latin typeface="Calibri"/>
                <a:ea typeface="Calibri"/>
                <a:cs typeface="Calibri"/>
                <a:sym typeface="Calibri"/>
              </a:rPr>
              <a:t>Use supportive nudges instead of pressure: </a:t>
            </a:r>
            <a:endParaRPr/>
          </a:p>
          <a:p>
            <a:pPr indent="0" lvl="0" marL="0" rtl="0" algn="l">
              <a:spcBef>
                <a:spcPts val="0"/>
              </a:spcBef>
              <a:spcAft>
                <a:spcPts val="0"/>
              </a:spcAft>
              <a:buNone/>
            </a:pPr>
            <a:r>
              <a:rPr b="0" i="1" lang="en-US" sz="1200">
                <a:solidFill>
                  <a:schemeClr val="dk1"/>
                </a:solidFill>
                <a:latin typeface="Calibri"/>
                <a:ea typeface="Calibri"/>
                <a:cs typeface="Calibri"/>
                <a:sym typeface="Calibri"/>
              </a:rPr>
              <a:t>Instead of “You HAVE to do this!” try “I believe in you! If you decide to try, I’m here to help.”</a:t>
            </a:r>
            <a:endParaRPr b="0" i="1" sz="800">
              <a:latin typeface="Arial"/>
              <a:ea typeface="Arial"/>
              <a:cs typeface="Arial"/>
              <a:sym typeface="Aria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p>
        </p:txBody>
      </p:sp>
      <p:sp>
        <p:nvSpPr>
          <p:cNvPr id="1298" name="Google Shape;129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p13:notes"/>
          <p:cNvSpPr/>
          <p:nvPr>
            <p:ph idx="2" type="sldImg"/>
          </p:nvPr>
        </p:nvSpPr>
        <p:spPr>
          <a:xfrm>
            <a:off x="920750" y="542925"/>
            <a:ext cx="4851400" cy="27289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4" name="Google Shape;1304;p13:notes"/>
          <p:cNvSpPr txBox="1"/>
          <p:nvPr>
            <p:ph idx="1" type="body"/>
          </p:nvPr>
        </p:nvSpPr>
        <p:spPr>
          <a:xfrm>
            <a:off x="685800" y="3271839"/>
            <a:ext cx="5486400" cy="551731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3 minutes</a:t>
            </a:r>
            <a:endParaRPr/>
          </a:p>
          <a:p>
            <a:pPr indent="0" lvl="0" marL="0" rtl="0" algn="l">
              <a:spcBef>
                <a:spcPts val="0"/>
              </a:spcBef>
              <a:spcAft>
                <a:spcPts val="0"/>
              </a:spcAft>
              <a:buNone/>
            </a:pPr>
            <a:r>
              <a:rPr b="1" lang="en-US"/>
              <a:t>Elapsed time: 26 minutes</a:t>
            </a:r>
            <a:endParaRPr/>
          </a:p>
          <a:p>
            <a:pPr indent="0" lvl="0" marL="0" rtl="0" algn="l">
              <a:spcBef>
                <a:spcPts val="0"/>
              </a:spcBef>
              <a:spcAft>
                <a:spcPts val="0"/>
              </a:spcAft>
              <a:buNone/>
            </a:pPr>
            <a:r>
              <a:t/>
            </a:r>
            <a:endParaRPr sz="800"/>
          </a:p>
          <a:p>
            <a:pPr indent="0" lvl="0" marL="0" rtl="0" algn="l">
              <a:spcBef>
                <a:spcPts val="0"/>
              </a:spcBef>
              <a:spcAft>
                <a:spcPts val="0"/>
              </a:spcAft>
              <a:buNone/>
            </a:pPr>
            <a:r>
              <a:rPr b="1" lang="en-US"/>
              <a:t>Facilitator Notes:</a:t>
            </a:r>
            <a:endParaRPr/>
          </a:p>
          <a:p>
            <a:pPr indent="0" lvl="0" marL="0" marR="0" rtl="0" algn="l">
              <a:lnSpc>
                <a:spcPct val="100000"/>
              </a:lnSpc>
              <a:spcBef>
                <a:spcPts val="0"/>
              </a:spcBef>
              <a:spcAft>
                <a:spcPts val="0"/>
              </a:spcAft>
              <a:buClr>
                <a:schemeClr val="dk1"/>
              </a:buClr>
              <a:buSzPts val="1100"/>
              <a:buFont typeface="Calibri"/>
              <a:buNone/>
            </a:pPr>
            <a:r>
              <a:rPr b="0" lang="en-US" sz="1100"/>
              <a:t>(</a:t>
            </a:r>
            <a:r>
              <a:rPr b="1" lang="en-US" sz="1100"/>
              <a:t>Ask </a:t>
            </a:r>
            <a:r>
              <a:rPr b="0" lang="en-US" sz="1100"/>
              <a:t>VPEs to enter their answers into the online chat or to share in a phrase or ONE sentence verbally at in-person training.) </a:t>
            </a:r>
            <a:endParaRPr/>
          </a:p>
          <a:p>
            <a:pPr indent="0" lvl="0" marL="0" marR="0" rtl="0" algn="l">
              <a:lnSpc>
                <a:spcPct val="100000"/>
              </a:lnSpc>
              <a:spcBef>
                <a:spcPts val="0"/>
              </a:spcBef>
              <a:spcAft>
                <a:spcPts val="0"/>
              </a:spcAft>
              <a:buClr>
                <a:schemeClr val="dk1"/>
              </a:buClr>
              <a:buSzPts val="1100"/>
              <a:buFont typeface="Calibri"/>
              <a:buNone/>
            </a:pPr>
            <a:r>
              <a:rPr b="0" lang="en-US" sz="1100"/>
              <a:t>What types of special meetings and events does your club plan? Why? </a:t>
            </a:r>
            <a:endParaRPr/>
          </a:p>
          <a:p>
            <a:pPr indent="0" lvl="0" marL="0" marR="0" rtl="0" algn="l">
              <a:lnSpc>
                <a:spcPct val="100000"/>
              </a:lnSpc>
              <a:spcBef>
                <a:spcPts val="0"/>
              </a:spcBef>
              <a:spcAft>
                <a:spcPts val="0"/>
              </a:spcAft>
              <a:buClr>
                <a:schemeClr val="dk1"/>
              </a:buClr>
              <a:buSzPts val="1100"/>
              <a:buFont typeface="Calibri"/>
              <a:buNone/>
            </a:pPr>
            <a:r>
              <a:rPr b="0" lang="en-US" sz="1100"/>
              <a:t>(Share some of their answers and then click to show the list.)</a:t>
            </a:r>
            <a:endParaRPr/>
          </a:p>
          <a:p>
            <a:pPr indent="0" lvl="0" marL="0" marR="0" rtl="0" algn="l">
              <a:lnSpc>
                <a:spcPct val="100000"/>
              </a:lnSpc>
              <a:spcBef>
                <a:spcPts val="0"/>
              </a:spcBef>
              <a:spcAft>
                <a:spcPts val="0"/>
              </a:spcAft>
              <a:buClr>
                <a:schemeClr val="dk1"/>
              </a:buClr>
              <a:buSzPts val="1100"/>
              <a:buFont typeface="Calibri"/>
              <a:buNone/>
            </a:pPr>
            <a:r>
              <a:t/>
            </a:r>
            <a:endParaRPr b="0" sz="1100"/>
          </a:p>
          <a:p>
            <a:pPr indent="0" lvl="0" marL="0" marR="0" rtl="0" algn="l">
              <a:lnSpc>
                <a:spcPct val="100000"/>
              </a:lnSpc>
              <a:spcBef>
                <a:spcPts val="0"/>
              </a:spcBef>
              <a:spcAft>
                <a:spcPts val="0"/>
              </a:spcAft>
              <a:buClr>
                <a:schemeClr val="dk1"/>
              </a:buClr>
              <a:buSzPts val="1100"/>
              <a:buFont typeface="Calibri"/>
              <a:buNone/>
            </a:pPr>
            <a:r>
              <a:rPr lang="en-US" sz="1100"/>
              <a:t>The VPE also helps to organize </a:t>
            </a:r>
            <a:r>
              <a:rPr b="1" lang="en-US" sz="1100"/>
              <a:t>special meetings </a:t>
            </a:r>
            <a:r>
              <a:rPr lang="en-US" sz="1100"/>
              <a:t>and events which help members engage with the club. These might include club contest meetings, speakathons, an entire meeting of table topics, or educational meetings to help bring variety to meetings. Some clubs plan these special meetings for the last meeting of each month or quarterly. </a:t>
            </a:r>
            <a:r>
              <a:rPr b="1" i="1" lang="en-US" sz="1100"/>
              <a:t>These special meetings should be scheduled at the beginning of the year when planning your annual club calendar.</a:t>
            </a:r>
            <a:endParaRPr/>
          </a:p>
          <a:p>
            <a:pPr indent="0" lvl="0" marL="0" rtl="0" algn="l">
              <a:spcBef>
                <a:spcPts val="0"/>
              </a:spcBef>
              <a:spcAft>
                <a:spcPts val="0"/>
              </a:spcAft>
              <a:buNone/>
            </a:pPr>
            <a:r>
              <a:t/>
            </a:r>
            <a:endParaRPr b="1" sz="800"/>
          </a:p>
          <a:p>
            <a:pPr indent="0" lvl="0" marL="0" marR="0" rtl="0" algn="l">
              <a:lnSpc>
                <a:spcPct val="100000"/>
              </a:lnSpc>
              <a:spcBef>
                <a:spcPts val="0"/>
              </a:spcBef>
              <a:spcAft>
                <a:spcPts val="0"/>
              </a:spcAft>
              <a:buClr>
                <a:schemeClr val="dk1"/>
              </a:buClr>
              <a:buSzPts val="1100"/>
              <a:buFont typeface="Calibri"/>
              <a:buNone/>
            </a:pPr>
            <a:r>
              <a:rPr i="0" lang="en-US" sz="1100"/>
              <a:t>A publicly advertised </a:t>
            </a:r>
            <a:r>
              <a:rPr b="1" i="0" lang="en-US" sz="1100"/>
              <a:t>Open House </a:t>
            </a:r>
            <a:r>
              <a:rPr i="0" lang="en-US" sz="1100"/>
              <a:t>meeting is dedicated to inviting numerous guests.   Club members explain the benefits of the Toastmasters education program and demonstrate a shortened version of a typical club meeting. Seek support from experienced members.  The main objective of an open house is to encourage membership growth.</a:t>
            </a:r>
            <a:endParaRPr/>
          </a:p>
          <a:p>
            <a:pPr indent="0" lvl="0" marL="0" marR="0" rtl="0" algn="l">
              <a:lnSpc>
                <a:spcPct val="100000"/>
              </a:lnSpc>
              <a:spcBef>
                <a:spcPts val="0"/>
              </a:spcBef>
              <a:spcAft>
                <a:spcPts val="0"/>
              </a:spcAft>
              <a:buClr>
                <a:schemeClr val="dk1"/>
              </a:buClr>
              <a:buSzPts val="800"/>
              <a:buFont typeface="Calibri"/>
              <a:buNone/>
            </a:pPr>
            <a:r>
              <a:t/>
            </a:r>
            <a:endParaRPr i="0" sz="800"/>
          </a:p>
          <a:p>
            <a:pPr indent="0" lvl="0" marL="0" marR="0" rtl="0" algn="l">
              <a:lnSpc>
                <a:spcPct val="100000"/>
              </a:lnSpc>
              <a:spcBef>
                <a:spcPts val="0"/>
              </a:spcBef>
              <a:spcAft>
                <a:spcPts val="0"/>
              </a:spcAft>
              <a:buClr>
                <a:schemeClr val="dk1"/>
              </a:buClr>
              <a:buSzPts val="1100"/>
              <a:buFont typeface="Calibri"/>
              <a:buNone/>
            </a:pPr>
            <a:r>
              <a:rPr b="1" i="0" lang="en-US" sz="1100"/>
              <a:t>Contests</a:t>
            </a:r>
            <a:r>
              <a:rPr i="0" lang="en-US" sz="1100"/>
              <a:t> – Club contests are held for International Speech, Humorous Speech, Tall Tales, Table Topics and Evaluation – allocate a Chief Judge and Contest chair as well as other roles.  Encourage as many club members to participate as possible.  Read the Contest rule book (</a:t>
            </a:r>
            <a:r>
              <a:rPr b="1" i="0" lang="en-US" sz="1100"/>
              <a:t>1171-speech-contest-rulebook</a:t>
            </a:r>
            <a:r>
              <a:rPr i="0" lang="en-US" sz="1100"/>
              <a:t>)</a:t>
            </a:r>
            <a:r>
              <a:rPr lang="en-US" sz="1100" u="none" strike="noStrike">
                <a:solidFill>
                  <a:srgbClr val="333333"/>
                </a:solidFill>
                <a:latin typeface="Arial"/>
                <a:ea typeface="Arial"/>
                <a:cs typeface="Arial"/>
                <a:sym typeface="Arial"/>
              </a:rPr>
              <a:t>.  Ensure all the contestant paperwork is signed before the contest.</a:t>
            </a:r>
            <a:endParaRPr b="0" i="0" sz="1100"/>
          </a:p>
          <a:p>
            <a:pPr indent="0" lvl="0" marL="0" marR="0" rtl="0" algn="l">
              <a:lnSpc>
                <a:spcPct val="100000"/>
              </a:lnSpc>
              <a:spcBef>
                <a:spcPts val="0"/>
              </a:spcBef>
              <a:spcAft>
                <a:spcPts val="0"/>
              </a:spcAft>
              <a:buClr>
                <a:schemeClr val="dk1"/>
              </a:buClr>
              <a:buSzPts val="800"/>
              <a:buFont typeface="Calibri"/>
              <a:buNone/>
            </a:pPr>
            <a:r>
              <a:t/>
            </a:r>
            <a:endParaRPr i="0" sz="800"/>
          </a:p>
          <a:p>
            <a:pPr indent="0" lvl="0" marL="0" marR="0" rtl="0" algn="l">
              <a:lnSpc>
                <a:spcPct val="100000"/>
              </a:lnSpc>
              <a:spcBef>
                <a:spcPts val="0"/>
              </a:spcBef>
              <a:spcAft>
                <a:spcPts val="0"/>
              </a:spcAft>
              <a:buClr>
                <a:schemeClr val="dk1"/>
              </a:buClr>
              <a:buSzPts val="1100"/>
              <a:buFont typeface="Calibri"/>
              <a:buNone/>
            </a:pPr>
            <a:r>
              <a:rPr lang="en-US" sz="1100">
                <a:solidFill>
                  <a:schemeClr val="dk1"/>
                </a:solidFill>
              </a:rPr>
              <a:t>Decide the purpose, and if a small team is needed to organize. </a:t>
            </a:r>
            <a:r>
              <a:rPr lang="en-US" sz="1100"/>
              <a:t>Learn from others who may have organized the same event before.</a:t>
            </a:r>
            <a:endParaRPr/>
          </a:p>
          <a:p>
            <a:pPr indent="0" lvl="0" marL="0" marR="0" rtl="0" algn="l">
              <a:lnSpc>
                <a:spcPct val="100000"/>
              </a:lnSpc>
              <a:spcBef>
                <a:spcPts val="0"/>
              </a:spcBef>
              <a:spcAft>
                <a:spcPts val="0"/>
              </a:spcAft>
              <a:buClr>
                <a:schemeClr val="dk1"/>
              </a:buClr>
              <a:buSzPts val="800"/>
              <a:buFont typeface="Calibri"/>
              <a:buNone/>
            </a:pPr>
            <a:r>
              <a:t/>
            </a:r>
            <a:endParaRPr sz="800">
              <a:solidFill>
                <a:schemeClr val="dk1"/>
              </a:solidFill>
            </a:endParaRPr>
          </a:p>
          <a:p>
            <a:pPr indent="0" lvl="0" marL="0" marR="0" rtl="0" algn="l">
              <a:lnSpc>
                <a:spcPct val="100000"/>
              </a:lnSpc>
              <a:spcBef>
                <a:spcPts val="0"/>
              </a:spcBef>
              <a:spcAft>
                <a:spcPts val="0"/>
              </a:spcAft>
              <a:buClr>
                <a:schemeClr val="dk1"/>
              </a:buClr>
              <a:buSzPts val="1100"/>
              <a:buFont typeface="Calibri"/>
              <a:buNone/>
            </a:pPr>
            <a:r>
              <a:rPr lang="en-US" sz="1100">
                <a:solidFill>
                  <a:schemeClr val="dk1"/>
                </a:solidFill>
              </a:rPr>
              <a:t>Plan the Agenda - </a:t>
            </a:r>
            <a:r>
              <a:rPr lang="en-US" sz="1100"/>
              <a:t>Plan well in advance, leaving adequate time for advertising and publicity</a:t>
            </a:r>
            <a:endParaRPr/>
          </a:p>
          <a:p>
            <a:pPr indent="0" lvl="1" marL="457200" rtl="0" algn="l">
              <a:spcBef>
                <a:spcPts val="0"/>
              </a:spcBef>
              <a:spcAft>
                <a:spcPts val="0"/>
              </a:spcAft>
              <a:buNone/>
            </a:pPr>
            <a:r>
              <a:rPr lang="en-US" sz="1100">
                <a:solidFill>
                  <a:schemeClr val="dk1"/>
                </a:solidFill>
              </a:rPr>
              <a:t>Secure Key Roles</a:t>
            </a:r>
            <a:endParaRPr/>
          </a:p>
          <a:p>
            <a:pPr indent="0" lvl="1" marL="457200" rtl="0" algn="l">
              <a:spcBef>
                <a:spcPts val="0"/>
              </a:spcBef>
              <a:spcAft>
                <a:spcPts val="0"/>
              </a:spcAft>
              <a:buNone/>
            </a:pPr>
            <a:r>
              <a:rPr lang="en-US" sz="1100">
                <a:solidFill>
                  <a:schemeClr val="dk1"/>
                </a:solidFill>
              </a:rPr>
              <a:t>Guest speakers</a:t>
            </a:r>
            <a:endParaRPr sz="800">
              <a:solidFill>
                <a:schemeClr val="dk1"/>
              </a:solidFill>
            </a:endParaRPr>
          </a:p>
          <a:p>
            <a:pPr indent="0" lvl="0" marL="0" marR="0" rtl="0" algn="l">
              <a:lnSpc>
                <a:spcPct val="100000"/>
              </a:lnSpc>
              <a:spcBef>
                <a:spcPts val="0"/>
              </a:spcBef>
              <a:spcAft>
                <a:spcPts val="0"/>
              </a:spcAft>
              <a:buClr>
                <a:schemeClr val="dk1"/>
              </a:buClr>
              <a:buSzPts val="1100"/>
              <a:buFont typeface="Calibri"/>
              <a:buNone/>
            </a:pPr>
            <a:r>
              <a:rPr lang="en-US" sz="1100">
                <a:solidFill>
                  <a:schemeClr val="dk1"/>
                </a:solidFill>
              </a:rPr>
              <a:t>Team Roles - </a:t>
            </a:r>
            <a:r>
              <a:rPr lang="en-US" sz="1100"/>
              <a:t>Delegate roles to other club members and ensure they are well briefed.</a:t>
            </a:r>
            <a:endParaRPr/>
          </a:p>
          <a:p>
            <a:pPr indent="0" lvl="1" marL="457200" rtl="0" algn="l">
              <a:spcBef>
                <a:spcPts val="0"/>
              </a:spcBef>
              <a:spcAft>
                <a:spcPts val="0"/>
              </a:spcAft>
              <a:buNone/>
            </a:pPr>
            <a:r>
              <a:rPr lang="en-US" sz="1100">
                <a:solidFill>
                  <a:schemeClr val="dk1"/>
                </a:solidFill>
              </a:rPr>
              <a:t>Publicity - well in advance – work with VPPR</a:t>
            </a:r>
            <a:endParaRPr/>
          </a:p>
          <a:p>
            <a:pPr indent="0" lvl="1" marL="457200" rtl="0" algn="l">
              <a:spcBef>
                <a:spcPts val="0"/>
              </a:spcBef>
              <a:spcAft>
                <a:spcPts val="0"/>
              </a:spcAft>
              <a:buNone/>
            </a:pPr>
            <a:r>
              <a:rPr lang="en-US" sz="1100">
                <a:solidFill>
                  <a:schemeClr val="dk1"/>
                </a:solidFill>
              </a:rPr>
              <a:t>Meet &amp; Greet – registration – work with VPM and SAA</a:t>
            </a:r>
            <a:endParaRPr sz="800">
              <a:solidFill>
                <a:schemeClr val="dk1"/>
              </a:solidFill>
            </a:endParaRPr>
          </a:p>
          <a:p>
            <a:pPr indent="0" lvl="0" marL="0" rtl="0" algn="l">
              <a:spcBef>
                <a:spcPts val="0"/>
              </a:spcBef>
              <a:spcAft>
                <a:spcPts val="0"/>
              </a:spcAft>
              <a:buNone/>
            </a:pPr>
            <a:r>
              <a:rPr lang="en-US" sz="1100">
                <a:solidFill>
                  <a:schemeClr val="dk1"/>
                </a:solidFill>
              </a:rPr>
              <a:t>Resources / Logistics – work with Sergeant at Arms</a:t>
            </a:r>
            <a:endParaRPr/>
          </a:p>
          <a:p>
            <a:pPr indent="0" lvl="1" marL="457200" rtl="0" algn="l">
              <a:spcBef>
                <a:spcPts val="0"/>
              </a:spcBef>
              <a:spcAft>
                <a:spcPts val="0"/>
              </a:spcAft>
              <a:buNone/>
            </a:pPr>
            <a:r>
              <a:rPr lang="en-US" sz="1100">
                <a:solidFill>
                  <a:schemeClr val="dk1"/>
                </a:solidFill>
              </a:rPr>
              <a:t>Location / Room – directions</a:t>
            </a:r>
            <a:endParaRPr/>
          </a:p>
          <a:p>
            <a:pPr indent="0" lvl="1" marL="457200" rtl="0" algn="l">
              <a:spcBef>
                <a:spcPts val="0"/>
              </a:spcBef>
              <a:spcAft>
                <a:spcPts val="0"/>
              </a:spcAft>
              <a:buNone/>
            </a:pPr>
            <a:r>
              <a:rPr lang="en-US" sz="1100">
                <a:solidFill>
                  <a:schemeClr val="dk1"/>
                </a:solidFill>
              </a:rPr>
              <a:t>Refreshments/food</a:t>
            </a:r>
            <a:endParaRPr/>
          </a:p>
          <a:p>
            <a:pPr indent="0" lvl="1" marL="457200" rtl="0" algn="l">
              <a:spcBef>
                <a:spcPts val="0"/>
              </a:spcBef>
              <a:spcAft>
                <a:spcPts val="0"/>
              </a:spcAft>
              <a:buNone/>
            </a:pPr>
            <a:r>
              <a:rPr lang="en-US" sz="1100">
                <a:solidFill>
                  <a:schemeClr val="dk1"/>
                </a:solidFill>
              </a:rPr>
              <a:t>Presentation materials – Lectern, Projector, Screen, Computer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a:t>
            </a:r>
            <a:endParaRPr/>
          </a:p>
        </p:txBody>
      </p:sp>
      <p:sp>
        <p:nvSpPr>
          <p:cNvPr id="1305" name="Google Shape;130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p14: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2" name="Google Shape;1312;p14:notes"/>
          <p:cNvSpPr txBox="1"/>
          <p:nvPr>
            <p:ph idx="1" type="body"/>
          </p:nvPr>
        </p:nvSpPr>
        <p:spPr>
          <a:xfrm>
            <a:off x="685800" y="3716338"/>
            <a:ext cx="5486400" cy="5099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100"/>
              <a:t>Time on slide: 3 minutes</a:t>
            </a:r>
            <a:endParaRPr/>
          </a:p>
          <a:p>
            <a:pPr indent="0" lvl="0" marL="0" rtl="0" algn="l">
              <a:spcBef>
                <a:spcPts val="0"/>
              </a:spcBef>
              <a:spcAft>
                <a:spcPts val="0"/>
              </a:spcAft>
              <a:buNone/>
            </a:pPr>
            <a:r>
              <a:rPr b="1" lang="en-US" sz="1100"/>
              <a:t>Elapsed time: 29 minutes</a:t>
            </a:r>
            <a:endParaRPr/>
          </a:p>
          <a:p>
            <a:pPr indent="0" lvl="0" marL="0" rtl="0" algn="l">
              <a:spcBef>
                <a:spcPts val="0"/>
              </a:spcBef>
              <a:spcAft>
                <a:spcPts val="0"/>
              </a:spcAft>
              <a:buNone/>
            </a:pPr>
            <a:r>
              <a:t/>
            </a:r>
            <a:endParaRPr b="1" sz="1100"/>
          </a:p>
          <a:p>
            <a:pPr indent="0" lvl="0" marL="0" rtl="0" algn="l">
              <a:spcBef>
                <a:spcPts val="0"/>
              </a:spcBef>
              <a:spcAft>
                <a:spcPts val="0"/>
              </a:spcAft>
              <a:buNone/>
            </a:pPr>
            <a:r>
              <a:t/>
            </a:r>
            <a:endParaRPr b="1" sz="1100"/>
          </a:p>
          <a:p>
            <a:pPr indent="0" lvl="0" marL="0" rtl="0" algn="l">
              <a:spcBef>
                <a:spcPts val="0"/>
              </a:spcBef>
              <a:spcAft>
                <a:spcPts val="0"/>
              </a:spcAft>
              <a:buNone/>
            </a:pPr>
            <a:r>
              <a:rPr b="1" lang="en-US" sz="1100"/>
              <a:t>Facilitator Notes:</a:t>
            </a:r>
            <a:endParaRPr/>
          </a:p>
          <a:p>
            <a:pPr indent="0" lvl="0" marL="0" marR="0" rtl="0" algn="l">
              <a:lnSpc>
                <a:spcPct val="100000"/>
              </a:lnSpc>
              <a:spcBef>
                <a:spcPts val="0"/>
              </a:spcBef>
              <a:spcAft>
                <a:spcPts val="0"/>
              </a:spcAft>
              <a:buClr>
                <a:schemeClr val="dk1"/>
              </a:buClr>
              <a:buSzPts val="1100"/>
              <a:buFont typeface="Calibri"/>
              <a:buNone/>
            </a:pPr>
            <a:r>
              <a:rPr lang="en-US" sz="1100"/>
              <a:t>(</a:t>
            </a:r>
            <a:r>
              <a:rPr b="1" lang="en-US" sz="1100"/>
              <a:t>Ask</a:t>
            </a:r>
            <a:r>
              <a:rPr lang="en-US" sz="1100"/>
              <a:t> who are Pathways experts. </a:t>
            </a:r>
            <a:r>
              <a:rPr b="1" lang="en-US" sz="1100"/>
              <a:t>Ask</a:t>
            </a:r>
            <a:r>
              <a:rPr lang="en-US" sz="1100"/>
              <a:t> if they are willing to share their contact information.) </a:t>
            </a:r>
            <a:endParaRPr/>
          </a:p>
          <a:p>
            <a:pPr indent="0" lvl="0" marL="0" marR="0" rtl="0" algn="l">
              <a:lnSpc>
                <a:spcPct val="100000"/>
              </a:lnSpc>
              <a:spcBef>
                <a:spcPts val="0"/>
              </a:spcBef>
              <a:spcAft>
                <a:spcPts val="0"/>
              </a:spcAft>
              <a:buClr>
                <a:schemeClr val="dk1"/>
              </a:buClr>
              <a:buSzPts val="1100"/>
              <a:buFont typeface="Calibri"/>
              <a:buNone/>
            </a:pPr>
            <a:r>
              <a:t/>
            </a:r>
            <a:endParaRPr sz="1100"/>
          </a:p>
          <a:p>
            <a:pPr indent="0" lvl="0" marL="0" marR="0" rtl="0" algn="l">
              <a:lnSpc>
                <a:spcPct val="100000"/>
              </a:lnSpc>
              <a:spcBef>
                <a:spcPts val="0"/>
              </a:spcBef>
              <a:spcAft>
                <a:spcPts val="0"/>
              </a:spcAft>
              <a:buClr>
                <a:schemeClr val="dk1"/>
              </a:buClr>
              <a:buSzPts val="1100"/>
              <a:buFont typeface="Calibri"/>
              <a:buNone/>
            </a:pPr>
            <a:r>
              <a:rPr lang="en-US" sz="1100"/>
              <a:t>Who considers yourself to be a Pathways expert?  Would you be willing to share your contact information with all of us? </a:t>
            </a:r>
            <a:endParaRPr/>
          </a:p>
          <a:p>
            <a:pPr indent="0" lvl="0" marL="0" marR="0" rtl="0" algn="l">
              <a:lnSpc>
                <a:spcPct val="100000"/>
              </a:lnSpc>
              <a:spcBef>
                <a:spcPts val="0"/>
              </a:spcBef>
              <a:spcAft>
                <a:spcPts val="0"/>
              </a:spcAft>
              <a:buClr>
                <a:schemeClr val="dk1"/>
              </a:buClr>
              <a:buSzPts val="1100"/>
              <a:buFont typeface="Calibri"/>
              <a:buNone/>
            </a:pPr>
            <a:r>
              <a:t/>
            </a:r>
            <a:endParaRPr sz="1100"/>
          </a:p>
          <a:p>
            <a:pPr indent="0" lvl="0" marL="0" marR="0" rtl="0" algn="l">
              <a:lnSpc>
                <a:spcPct val="100000"/>
              </a:lnSpc>
              <a:spcBef>
                <a:spcPts val="0"/>
              </a:spcBef>
              <a:spcAft>
                <a:spcPts val="0"/>
              </a:spcAft>
              <a:buClr>
                <a:schemeClr val="dk1"/>
              </a:buClr>
              <a:buSzPts val="1100"/>
              <a:buFont typeface="Calibri"/>
              <a:buNone/>
            </a:pPr>
            <a:r>
              <a:rPr lang="en-US" sz="1100"/>
              <a:t>If you do not consider yourself to be a Pathways expert, please reach out to those who are to increase your Pathways knowledge. As VPE, you are considered the club expert on the Toastmasters Education Program, and members will look to you for guidance on navigating and using Base Camp. Pathways is an experiential learning platform designed to help individuals develop and improve their communication and leadership skills. Through Pathways, members can build over 300 communication and leadership competencies, complete projects tailored to their interests, and earn recognition as they progress. The program is available online in multiple languages, allowing participants to learn anytime, anywhere. For step-by-step guidance, review Pathways resources and video tutorials on the Toastmasters International website.</a:t>
            </a:r>
            <a:endParaRPr/>
          </a:p>
          <a:p>
            <a:pPr indent="0" lvl="0" marL="0" marR="0" rtl="0" algn="l">
              <a:lnSpc>
                <a:spcPct val="100000"/>
              </a:lnSpc>
              <a:spcBef>
                <a:spcPts val="0"/>
              </a:spcBef>
              <a:spcAft>
                <a:spcPts val="0"/>
              </a:spcAft>
              <a:buClr>
                <a:schemeClr val="dk1"/>
              </a:buClr>
              <a:buSzPts val="1100"/>
              <a:buFont typeface="Calibri"/>
              <a:buNone/>
            </a:pPr>
            <a:r>
              <a:t/>
            </a:r>
            <a:endParaRPr sz="1100"/>
          </a:p>
          <a:p>
            <a:pPr indent="0" lvl="0" marL="0" rtl="0" algn="l">
              <a:spcBef>
                <a:spcPts val="0"/>
              </a:spcBef>
              <a:spcAft>
                <a:spcPts val="0"/>
              </a:spcAft>
              <a:buNone/>
            </a:pPr>
            <a:r>
              <a:rPr b="1" lang="en-US" sz="1100">
                <a:solidFill>
                  <a:schemeClr val="dk1"/>
                </a:solidFill>
                <a:latin typeface="Calibri"/>
                <a:ea typeface="Calibri"/>
                <a:cs typeface="Calibri"/>
                <a:sym typeface="Calibri"/>
              </a:rPr>
              <a:t>Where can I find the over 300 Pathways Competencies?√</a:t>
            </a:r>
            <a:br>
              <a:rPr b="1" lang="en-US" sz="1100">
                <a:solidFill>
                  <a:schemeClr val="dk1"/>
                </a:solidFill>
                <a:latin typeface="Calibri"/>
                <a:ea typeface="Calibri"/>
                <a:cs typeface="Calibri"/>
                <a:sym typeface="Calibri"/>
              </a:rPr>
            </a:br>
            <a:r>
              <a:rPr lang="en-US" sz="1100">
                <a:solidFill>
                  <a:schemeClr val="dk1"/>
                </a:solidFill>
                <a:latin typeface="Calibri"/>
                <a:ea typeface="Calibri"/>
                <a:cs typeface="Calibri"/>
                <a:sym typeface="Calibri"/>
              </a:rPr>
              <a:t>Access the item </a:t>
            </a:r>
            <a:r>
              <a:rPr b="1" lang="en-US" sz="1100">
                <a:solidFill>
                  <a:schemeClr val="dk1"/>
                </a:solidFill>
                <a:latin typeface="Calibri"/>
                <a:ea typeface="Calibri"/>
                <a:cs typeface="Calibri"/>
                <a:sym typeface="Calibri"/>
              </a:rPr>
              <a:t>8078 Project Competencies by Path </a:t>
            </a:r>
            <a:r>
              <a:rPr lang="en-US" sz="1100">
                <a:solidFill>
                  <a:schemeClr val="dk1"/>
                </a:solidFill>
                <a:latin typeface="Calibri"/>
                <a:ea typeface="Calibri"/>
                <a:cs typeface="Calibri"/>
                <a:sym typeface="Calibri"/>
              </a:rPr>
              <a:t>document at this link: </a:t>
            </a:r>
            <a:r>
              <a:rPr lang="en-US" sz="1100" u="sng">
                <a:solidFill>
                  <a:schemeClr val="hlink"/>
                </a:solidFill>
                <a:hlinkClick r:id="rId2"/>
              </a:rPr>
              <a:t>https://ccdn.toastmasters.org/medias/files/pathways/8078-project-competencies-by-path.pdf</a:t>
            </a:r>
            <a:r>
              <a:rPr lang="en-US" sz="1100"/>
              <a:t>  (</a:t>
            </a:r>
            <a:r>
              <a:rPr lang="en-US" sz="1100">
                <a:solidFill>
                  <a:schemeClr val="dk1"/>
                </a:solidFill>
                <a:latin typeface="Calibri"/>
                <a:ea typeface="Calibri"/>
                <a:cs typeface="Calibri"/>
                <a:sym typeface="Calibri"/>
              </a:rPr>
              <a:t>Facilitator: You may copy and paste the link into the chat as a resource for the participants.)</a:t>
            </a:r>
            <a:br>
              <a:rPr lang="en-US" sz="1100">
                <a:solidFill>
                  <a:schemeClr val="dk1"/>
                </a:solidFill>
                <a:latin typeface="Calibri"/>
                <a:ea typeface="Calibri"/>
                <a:cs typeface="Calibri"/>
                <a:sym typeface="Calibri"/>
              </a:rPr>
            </a:br>
            <a:endParaRPr sz="1050"/>
          </a:p>
          <a:p>
            <a:pPr indent="0" lvl="0" marL="0" rtl="0" algn="l">
              <a:spcBef>
                <a:spcPts val="0"/>
              </a:spcBef>
              <a:spcAft>
                <a:spcPts val="0"/>
              </a:spcAft>
              <a:buNone/>
            </a:pPr>
            <a:r>
              <a:rPr b="1" lang="en-US" sz="1100"/>
              <a:t>Pathways Base Camp</a:t>
            </a:r>
            <a:r>
              <a:rPr b="0" lang="en-US" sz="1100"/>
              <a:t> </a:t>
            </a:r>
            <a:r>
              <a:rPr b="1" lang="en-US" sz="1100"/>
              <a:t>Training</a:t>
            </a:r>
            <a:r>
              <a:rPr b="0" lang="en-US" sz="1100"/>
              <a:t> </a:t>
            </a:r>
            <a:endParaRPr/>
          </a:p>
          <a:p>
            <a:pPr indent="-171450" lvl="0" marL="171450" marR="0" rtl="0" algn="l">
              <a:lnSpc>
                <a:spcPct val="100000"/>
              </a:lnSpc>
              <a:spcBef>
                <a:spcPts val="0"/>
              </a:spcBef>
              <a:spcAft>
                <a:spcPts val="0"/>
              </a:spcAft>
              <a:buClr>
                <a:schemeClr val="dk1"/>
              </a:buClr>
              <a:buSzPts val="1100"/>
              <a:buFont typeface="Arial"/>
              <a:buChar char="•"/>
            </a:pPr>
            <a:r>
              <a:rPr b="0" i="0" lang="en-US" sz="1100">
                <a:solidFill>
                  <a:schemeClr val="dk1"/>
                </a:solidFill>
                <a:latin typeface="Calibri"/>
                <a:ea typeface="Calibri"/>
                <a:cs typeface="Calibri"/>
                <a:sym typeface="Calibri"/>
              </a:rPr>
              <a:t>Use Base Camp to access projects, track progress, and approve level completions. </a:t>
            </a:r>
            <a:endParaRPr/>
          </a:p>
          <a:p>
            <a:pPr indent="-171450" lvl="0" marL="171450" rtl="0" algn="l">
              <a:spcBef>
                <a:spcPts val="0"/>
              </a:spcBef>
              <a:spcAft>
                <a:spcPts val="0"/>
              </a:spcAft>
              <a:buClr>
                <a:schemeClr val="dk1"/>
              </a:buClr>
              <a:buSzPts val="1100"/>
              <a:buFont typeface="Arial"/>
              <a:buChar char="•"/>
            </a:pPr>
            <a:r>
              <a:rPr b="0" lang="en-US" sz="1100"/>
              <a:t>Offer regular Base Camp training sessions for new members and invite existing members for refreshers. </a:t>
            </a:r>
            <a:endParaRPr/>
          </a:p>
          <a:p>
            <a:pPr indent="-171450" lvl="0" marL="171450" rtl="0" algn="l">
              <a:spcBef>
                <a:spcPts val="0"/>
              </a:spcBef>
              <a:spcAft>
                <a:spcPts val="0"/>
              </a:spcAft>
              <a:buClr>
                <a:schemeClr val="dk1"/>
              </a:buClr>
              <a:buSzPts val="1100"/>
              <a:buFont typeface="Arial"/>
              <a:buChar char="•"/>
            </a:pPr>
            <a:r>
              <a:rPr b="0" lang="en-US" sz="1100"/>
              <a:t>Start with a basic session for beginners, then follow up with an advanced session for experienced members. </a:t>
            </a:r>
            <a:endParaRPr/>
          </a:p>
          <a:p>
            <a:pPr indent="-171450" lvl="0" marL="171450" rtl="0" algn="l">
              <a:spcBef>
                <a:spcPts val="0"/>
              </a:spcBef>
              <a:spcAft>
                <a:spcPts val="0"/>
              </a:spcAft>
              <a:buClr>
                <a:schemeClr val="dk1"/>
              </a:buClr>
              <a:buSzPts val="1100"/>
              <a:buFont typeface="Arial"/>
              <a:buChar char="•"/>
            </a:pPr>
            <a:r>
              <a:rPr b="0" lang="en-US" sz="1100"/>
              <a:t>Schedule these trainings outside regular club meetings for focused learning.</a:t>
            </a:r>
            <a:endParaRPr/>
          </a:p>
          <a:p>
            <a:pPr indent="0" lvl="0" marL="0" rtl="0" algn="l">
              <a:spcBef>
                <a:spcPts val="0"/>
              </a:spcBef>
              <a:spcAft>
                <a:spcPts val="0"/>
              </a:spcAft>
              <a:buNone/>
            </a:pPr>
            <a:r>
              <a:t/>
            </a:r>
            <a:endParaRPr sz="600"/>
          </a:p>
          <a:p>
            <a:pPr indent="0" lvl="0" marL="0" rtl="0" algn="l">
              <a:spcBef>
                <a:spcPts val="0"/>
              </a:spcBef>
              <a:spcAft>
                <a:spcPts val="0"/>
              </a:spcAft>
              <a:buNone/>
            </a:pPr>
            <a:r>
              <a:rPr b="1" lang="en-US" sz="1100">
                <a:solidFill>
                  <a:schemeClr val="dk1"/>
                </a:solidFill>
              </a:rPr>
              <a:t>Basic Pathways Onboarding</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How to log in </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Understanding Path selection and navigation</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Completing projects and marking completion </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Levels and level completion process </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Demonstrate the Ice-Breaker project step-by-step</a:t>
            </a:r>
            <a:endParaRPr/>
          </a:p>
          <a:p>
            <a:pPr indent="0" lvl="1" marL="457200" rtl="0" algn="l">
              <a:spcBef>
                <a:spcPts val="0"/>
              </a:spcBef>
              <a:spcAft>
                <a:spcPts val="0"/>
              </a:spcAft>
              <a:buNone/>
            </a:pPr>
            <a:r>
              <a:t/>
            </a:r>
            <a:endParaRPr sz="600">
              <a:solidFill>
                <a:schemeClr val="dk1"/>
              </a:solidFill>
            </a:endParaRPr>
          </a:p>
          <a:p>
            <a:pPr indent="0" lvl="0" marL="0" rtl="0" algn="l">
              <a:spcBef>
                <a:spcPts val="0"/>
              </a:spcBef>
              <a:spcAft>
                <a:spcPts val="0"/>
              </a:spcAft>
              <a:buNone/>
            </a:pPr>
            <a:r>
              <a:rPr b="1" lang="en-US" sz="1100">
                <a:solidFill>
                  <a:schemeClr val="dk1"/>
                </a:solidFill>
              </a:rPr>
              <a:t>Advanced Pathways Training</a:t>
            </a:r>
            <a:endParaRPr/>
          </a:p>
          <a:p>
            <a:pPr indent="-171450" lvl="0" marL="171450" rtl="0" algn="l">
              <a:spcBef>
                <a:spcPts val="0"/>
              </a:spcBef>
              <a:spcAft>
                <a:spcPts val="0"/>
              </a:spcAft>
              <a:buClr>
                <a:schemeClr val="dk1"/>
              </a:buClr>
              <a:buSzPts val="1100"/>
              <a:buFont typeface="Arial"/>
              <a:buChar char="•"/>
            </a:pPr>
            <a:r>
              <a:rPr lang="en-US" sz="1100">
                <a:solidFill>
                  <a:schemeClr val="dk1"/>
                </a:solidFill>
              </a:rPr>
              <a:t>Where to find resources</a:t>
            </a:r>
            <a:endParaRPr/>
          </a:p>
          <a:p>
            <a:pPr indent="-171450" lvl="0" marL="171450" rtl="0" algn="l">
              <a:spcBef>
                <a:spcPts val="0"/>
              </a:spcBef>
              <a:spcAft>
                <a:spcPts val="0"/>
              </a:spcAft>
              <a:buClr>
                <a:schemeClr val="dk1"/>
              </a:buClr>
              <a:buSzPts val="1100"/>
              <a:buFont typeface="Arial"/>
              <a:buChar char="•"/>
            </a:pPr>
            <a:r>
              <a:rPr lang="en-US" sz="1100">
                <a:solidFill>
                  <a:schemeClr val="dk1"/>
                </a:solidFill>
              </a:rPr>
              <a:t>How to print or send evaluation sheets</a:t>
            </a:r>
            <a:endParaRPr/>
          </a:p>
          <a:p>
            <a:pPr indent="-171450" lvl="0" marL="171450" rtl="0" algn="l">
              <a:spcBef>
                <a:spcPts val="0"/>
              </a:spcBef>
              <a:spcAft>
                <a:spcPts val="0"/>
              </a:spcAft>
              <a:buClr>
                <a:schemeClr val="dk1"/>
              </a:buClr>
              <a:buSzPts val="1100"/>
              <a:buFont typeface="Arial"/>
              <a:buChar char="•"/>
            </a:pPr>
            <a:r>
              <a:rPr lang="en-US" sz="1100">
                <a:solidFill>
                  <a:schemeClr val="dk1"/>
                </a:solidFill>
              </a:rPr>
              <a:t>Using feedback badges effectively</a:t>
            </a:r>
            <a:endParaRPr/>
          </a:p>
          <a:p>
            <a:pPr indent="-171450" lvl="0" marL="171450" rtl="0" algn="l">
              <a:spcBef>
                <a:spcPts val="0"/>
              </a:spcBef>
              <a:spcAft>
                <a:spcPts val="0"/>
              </a:spcAft>
              <a:buClr>
                <a:schemeClr val="dk1"/>
              </a:buClr>
              <a:buSzPts val="1100"/>
              <a:buFont typeface="Arial"/>
              <a:buChar char="•"/>
            </a:pPr>
            <a:r>
              <a:rPr lang="en-US" sz="1100">
                <a:solidFill>
                  <a:schemeClr val="dk1"/>
                </a:solidFill>
              </a:rPr>
              <a:t>Organizing and storing documents</a:t>
            </a:r>
            <a:endParaRPr b="0" sz="600">
              <a:solidFill>
                <a:srgbClr val="FF0000"/>
              </a:solidFill>
              <a:highlight>
                <a:srgbClr val="FFFF00"/>
              </a:highlight>
            </a:endParaRPr>
          </a:p>
          <a:p>
            <a:pPr indent="0" lvl="0" marL="0" rtl="0" algn="l">
              <a:spcBef>
                <a:spcPts val="0"/>
              </a:spcBef>
              <a:spcAft>
                <a:spcPts val="0"/>
              </a:spcAft>
              <a:buNone/>
            </a:pPr>
            <a:r>
              <a:t/>
            </a:r>
            <a:endParaRPr b="1" sz="1100"/>
          </a:p>
          <a:p>
            <a:pPr indent="0" lvl="0" marL="0" marR="0" rtl="0" algn="l">
              <a:lnSpc>
                <a:spcPct val="100000"/>
              </a:lnSpc>
              <a:spcBef>
                <a:spcPts val="0"/>
              </a:spcBef>
              <a:spcAft>
                <a:spcPts val="0"/>
              </a:spcAft>
              <a:buClr>
                <a:schemeClr val="dk1"/>
              </a:buClr>
              <a:buSzPts val="1100"/>
              <a:buFont typeface="Calibri"/>
              <a:buNone/>
            </a:pPr>
            <a:r>
              <a:rPr b="1" lang="en-US" sz="1100"/>
              <a:t>Tying Member Goals to a Path</a:t>
            </a:r>
            <a:endParaRPr/>
          </a:p>
          <a:p>
            <a:pPr indent="-171450" lvl="0" marL="171450" marR="0" rtl="0" algn="l">
              <a:lnSpc>
                <a:spcPct val="100000"/>
              </a:lnSpc>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You can help members choose the right Path by discussing their personal goals and understanding their needs. </a:t>
            </a:r>
            <a:endParaRPr/>
          </a:p>
          <a:p>
            <a:pPr indent="-171450" lvl="0" marL="171450" marR="0" rtl="0" algn="l">
              <a:lnSpc>
                <a:spcPct val="100000"/>
              </a:lnSpc>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Familiarity with the Pathways assessment process is essential so you can provide informed guidance when needed.</a:t>
            </a:r>
            <a:endParaRPr/>
          </a:p>
          <a:p>
            <a:pPr indent="0" lvl="0" marL="0" marR="0" rtl="0" algn="l">
              <a:lnSpc>
                <a:spcPct val="100000"/>
              </a:lnSpc>
              <a:spcBef>
                <a:spcPts val="0"/>
              </a:spcBef>
              <a:spcAft>
                <a:spcPts val="0"/>
              </a:spcAft>
              <a:buClr>
                <a:schemeClr val="dk1"/>
              </a:buClr>
              <a:buSzPts val="1100"/>
              <a:buFont typeface="Calibri"/>
              <a:buNone/>
            </a:pPr>
            <a:r>
              <a:t/>
            </a:r>
            <a:endParaRPr sz="1100"/>
          </a:p>
          <a:p>
            <a:pPr indent="0" lvl="0" marL="0" rtl="0" algn="l">
              <a:spcBef>
                <a:spcPts val="0"/>
              </a:spcBef>
              <a:spcAft>
                <a:spcPts val="0"/>
              </a:spcAft>
              <a:buNone/>
            </a:pPr>
            <a:r>
              <a:rPr b="1" lang="en-US" sz="1100"/>
              <a:t>Connecting Speaker and Evaluator</a:t>
            </a:r>
            <a:r>
              <a:rPr lang="en-US" sz="1100"/>
              <a:t> </a:t>
            </a:r>
            <a:endParaRPr/>
          </a:p>
          <a:p>
            <a:pPr indent="-171450" lvl="0" marL="171450" rtl="0" algn="l">
              <a:spcBef>
                <a:spcPts val="0"/>
              </a:spcBef>
              <a:spcAft>
                <a:spcPts val="0"/>
              </a:spcAft>
              <a:buClr>
                <a:schemeClr val="dk1"/>
              </a:buClr>
              <a:buSzPts val="1100"/>
              <a:buFont typeface="Arial"/>
              <a:buChar char="•"/>
            </a:pPr>
            <a:r>
              <a:rPr lang="en-US" sz="1100"/>
              <a:t>Encourage pre-meeting contact between the speaker and evaluator. </a:t>
            </a:r>
            <a:endParaRPr/>
          </a:p>
          <a:p>
            <a:pPr indent="-171450" lvl="0" marL="171450" rtl="0" algn="l">
              <a:spcBef>
                <a:spcPts val="0"/>
              </a:spcBef>
              <a:spcAft>
                <a:spcPts val="0"/>
              </a:spcAft>
              <a:buClr>
                <a:schemeClr val="dk1"/>
              </a:buClr>
              <a:buSzPts val="1100"/>
              <a:buFont typeface="Arial"/>
              <a:buChar char="•"/>
            </a:pPr>
            <a:r>
              <a:rPr lang="en-US" sz="1100"/>
              <a:t>Ensure the evaluator knows the project details, has the evaluation form, and shares feedback promptly. </a:t>
            </a:r>
            <a:endParaRPr/>
          </a:p>
          <a:p>
            <a:pPr indent="-171450" lvl="0" marL="171450" marR="0" rtl="0" algn="l">
              <a:lnSpc>
                <a:spcPct val="100000"/>
              </a:lnSpc>
              <a:spcBef>
                <a:spcPts val="0"/>
              </a:spcBef>
              <a:spcAft>
                <a:spcPts val="0"/>
              </a:spcAft>
              <a:buClr>
                <a:schemeClr val="dk1"/>
              </a:buClr>
              <a:buSzPts val="1100"/>
              <a:buFont typeface="Arial"/>
              <a:buChar char="•"/>
            </a:pPr>
            <a:r>
              <a:rPr lang="en-US" sz="1100"/>
              <a:t>Speakers can assign evaluators from within the </a:t>
            </a:r>
            <a:r>
              <a:rPr b="1" lang="en-US" sz="1100"/>
              <a:t>Complete Your Project </a:t>
            </a:r>
            <a:r>
              <a:rPr lang="en-US" sz="1100"/>
              <a:t>link in their Pathways path, triggering an email that sends the evaluation form to the selected evaluator.</a:t>
            </a:r>
            <a:endParaRPr/>
          </a:p>
          <a:p>
            <a:pPr indent="-171450" lvl="0" marL="171450" rtl="0" algn="l">
              <a:spcBef>
                <a:spcPts val="0"/>
              </a:spcBef>
              <a:spcAft>
                <a:spcPts val="0"/>
              </a:spcAft>
              <a:buClr>
                <a:schemeClr val="dk1"/>
              </a:buClr>
              <a:buSzPts val="1100"/>
              <a:buFont typeface="Arial"/>
              <a:buChar char="•"/>
            </a:pPr>
            <a:r>
              <a:rPr lang="en-US" sz="1100"/>
              <a:t>Evaluators complete and submit the form online directly to the speaker’s Base Camp profile.</a:t>
            </a:r>
            <a:endParaRPr sz="1100"/>
          </a:p>
          <a:p>
            <a:pPr indent="0" lvl="0" marL="0" rtl="0" algn="l">
              <a:spcBef>
                <a:spcPts val="0"/>
              </a:spcBef>
              <a:spcAft>
                <a:spcPts val="0"/>
              </a:spcAft>
              <a:buNone/>
            </a:pPr>
            <a:r>
              <a:t/>
            </a:r>
            <a:endParaRPr sz="600"/>
          </a:p>
          <a:p>
            <a:pPr indent="0" lvl="0" marL="0" rtl="0" algn="l">
              <a:spcBef>
                <a:spcPts val="0"/>
              </a:spcBef>
              <a:spcAft>
                <a:spcPts val="0"/>
              </a:spcAft>
              <a:buNone/>
            </a:pPr>
            <a:r>
              <a:t/>
            </a:r>
            <a:endParaRPr b="1"/>
          </a:p>
        </p:txBody>
      </p:sp>
      <p:sp>
        <p:nvSpPr>
          <p:cNvPr id="1313" name="Google Shape;131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p15:notes"/>
          <p:cNvSpPr/>
          <p:nvPr>
            <p:ph idx="2" type="sldImg"/>
          </p:nvPr>
        </p:nvSpPr>
        <p:spPr>
          <a:xfrm>
            <a:off x="685800" y="74295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0" name="Google Shape;1320;p15:notes"/>
          <p:cNvSpPr txBox="1"/>
          <p:nvPr>
            <p:ph idx="1" type="body"/>
          </p:nvPr>
        </p:nvSpPr>
        <p:spPr>
          <a:xfrm>
            <a:off x="685800" y="3929063"/>
            <a:ext cx="5486400" cy="49434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3 minutes</a:t>
            </a:r>
            <a:endParaRPr/>
          </a:p>
          <a:p>
            <a:pPr indent="0" lvl="0" marL="0" rtl="0" algn="l">
              <a:spcBef>
                <a:spcPts val="0"/>
              </a:spcBef>
              <a:spcAft>
                <a:spcPts val="0"/>
              </a:spcAft>
              <a:buNone/>
            </a:pPr>
            <a:r>
              <a:rPr b="1" lang="en-US"/>
              <a:t>Elapsed time: 32 minutes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Facilitator Notes:</a:t>
            </a:r>
            <a:endParaRPr/>
          </a:p>
          <a:p>
            <a:pPr indent="0" lvl="0" marL="0" marR="0" rtl="0" algn="l">
              <a:lnSpc>
                <a:spcPct val="100000"/>
              </a:lnSpc>
              <a:spcBef>
                <a:spcPts val="0"/>
              </a:spcBef>
              <a:spcAft>
                <a:spcPts val="0"/>
              </a:spcAft>
              <a:buClr>
                <a:schemeClr val="dk1"/>
              </a:buClr>
              <a:buSzPts val="1200"/>
              <a:buFont typeface="Calibri"/>
              <a:buNone/>
            </a:pPr>
            <a:r>
              <a:rPr b="0" lang="en-US"/>
              <a:t>The Vice President Education should access Pathways Base Camp regularly to track member progress and support members in achieving their goals.  </a:t>
            </a:r>
            <a:endParaRPr/>
          </a:p>
          <a:p>
            <a:pPr indent="0" lvl="0" marL="0" marR="0" rtl="0" algn="l">
              <a:lnSpc>
                <a:spcPct val="100000"/>
              </a:lnSpc>
              <a:spcBef>
                <a:spcPts val="0"/>
              </a:spcBef>
              <a:spcAft>
                <a:spcPts val="0"/>
              </a:spcAft>
              <a:buClr>
                <a:schemeClr val="dk1"/>
              </a:buClr>
              <a:buSzPts val="800"/>
              <a:buFont typeface="Calibri"/>
              <a:buNone/>
            </a:pPr>
            <a:r>
              <a:t/>
            </a:r>
            <a:endParaRPr b="1" sz="800"/>
          </a:p>
          <a:p>
            <a:pPr indent="0" lvl="0" marL="0" marR="0" rtl="0" algn="l">
              <a:lnSpc>
                <a:spcPct val="100000"/>
              </a:lnSpc>
              <a:spcBef>
                <a:spcPts val="0"/>
              </a:spcBef>
              <a:spcAft>
                <a:spcPts val="0"/>
              </a:spcAft>
              <a:buClr>
                <a:schemeClr val="dk1"/>
              </a:buClr>
              <a:buSzPts val="1200"/>
              <a:buFont typeface="Calibri"/>
              <a:buNone/>
            </a:pPr>
            <a:r>
              <a:rPr b="1" lang="en-US"/>
              <a:t>Member Progress Reconciliation:</a:t>
            </a:r>
            <a:r>
              <a:rPr b="0" lang="en-US"/>
              <a:t> </a:t>
            </a:r>
            <a:r>
              <a:rPr b="0" i="0" lang="en-US" sz="1200">
                <a:solidFill>
                  <a:schemeClr val="dk1"/>
                </a:solidFill>
                <a:latin typeface="Calibri"/>
                <a:ea typeface="Calibri"/>
                <a:cs typeface="Calibri"/>
                <a:sym typeface="Calibri"/>
              </a:rPr>
              <a:t>Log into Pathways Base Camp frequently and compare members’ progress with their club meeting speeches and roles. Encourage members who are not completing projects to do so and explain the value of pre-speech preparation and post-meeting reflection.</a:t>
            </a:r>
            <a:endParaRPr/>
          </a:p>
          <a:p>
            <a:pPr indent="0" lvl="0" marL="0" rtl="0" algn="l">
              <a:spcBef>
                <a:spcPts val="0"/>
              </a:spcBef>
              <a:spcAft>
                <a:spcPts val="0"/>
              </a:spcAft>
              <a:buNone/>
            </a:pPr>
            <a:r>
              <a:t/>
            </a:r>
            <a:endParaRPr b="0" sz="800"/>
          </a:p>
          <a:p>
            <a:pPr indent="0" lvl="0" marL="0" rtl="0" algn="l">
              <a:spcBef>
                <a:spcPts val="0"/>
              </a:spcBef>
              <a:spcAft>
                <a:spcPts val="0"/>
              </a:spcAft>
              <a:buNone/>
            </a:pPr>
            <a:r>
              <a:rPr b="1" lang="en-US">
                <a:solidFill>
                  <a:schemeClr val="dk1"/>
                </a:solidFill>
              </a:rPr>
              <a:t>Member Project Completion Assistance</a:t>
            </a:r>
            <a:r>
              <a:rPr lang="en-US">
                <a:solidFill>
                  <a:schemeClr val="dk1"/>
                </a:solidFill>
              </a:rPr>
              <a:t>: </a:t>
            </a:r>
            <a:r>
              <a:rPr b="0" i="0" lang="en-US" sz="1200">
                <a:solidFill>
                  <a:schemeClr val="dk1"/>
                </a:solidFill>
                <a:latin typeface="Calibri"/>
                <a:ea typeface="Calibri"/>
                <a:cs typeface="Calibri"/>
                <a:sym typeface="Calibri"/>
              </a:rPr>
              <a:t>After each meeting, review speeches and projects completed. Confirm that members are closing out their projects in Base Camp.</a:t>
            </a:r>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US">
                <a:solidFill>
                  <a:schemeClr val="dk1"/>
                </a:solidFill>
              </a:rPr>
              <a:t>Base Camp Approval Notifications </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When you receive notifications for level or path completions:</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Verify the completion against your club’s speech agendas and project records before approving.</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Print Level Completion Certificates and present them at the start of the next club meeting.</a:t>
            </a:r>
            <a:endParaRPr/>
          </a:p>
          <a:p>
            <a:pPr indent="0" lvl="0" marL="0" rtl="0" algn="l">
              <a:spcBef>
                <a:spcPts val="0"/>
              </a:spcBef>
              <a:spcAft>
                <a:spcPts val="0"/>
              </a:spcAft>
              <a:buNone/>
            </a:pPr>
            <a:br>
              <a:rPr lang="en-US">
                <a:solidFill>
                  <a:schemeClr val="dk1"/>
                </a:solidFill>
              </a:rPr>
            </a:br>
            <a:r>
              <a:rPr b="1" i="0" lang="en-US" sz="1200">
                <a:solidFill>
                  <a:schemeClr val="dk1"/>
                </a:solidFill>
                <a:latin typeface="Calibri"/>
                <a:ea typeface="Calibri"/>
                <a:cs typeface="Calibri"/>
                <a:sym typeface="Calibri"/>
              </a:rPr>
              <a:t>Pathways Level Approvals</a:t>
            </a:r>
            <a:endParaRPr/>
          </a:p>
          <a:p>
            <a:pPr indent="0" lvl="0" marL="0" marR="0" rtl="0" algn="l">
              <a:lnSpc>
                <a:spcPct val="100000"/>
              </a:lnSpc>
              <a:spcBef>
                <a:spcPts val="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Approvals only need to be completed in Base Camp. With the new Learning Management System (LMS), Pathways level completions are automatically updated in Club Central after </a:t>
            </a:r>
            <a:r>
              <a:rPr b="1" i="0" lang="en-US" sz="1200">
                <a:solidFill>
                  <a:schemeClr val="dk1"/>
                </a:solidFill>
                <a:latin typeface="Calibri"/>
                <a:ea typeface="Calibri"/>
                <a:cs typeface="Calibri"/>
                <a:sym typeface="Calibri"/>
              </a:rPr>
              <a:t>approval by the VPE </a:t>
            </a:r>
            <a:r>
              <a:rPr b="0" i="0" lang="en-US" sz="1200">
                <a:solidFill>
                  <a:schemeClr val="dk1"/>
                </a:solidFill>
                <a:latin typeface="Calibri"/>
                <a:ea typeface="Calibri"/>
                <a:cs typeface="Calibri"/>
                <a:sym typeface="Calibri"/>
              </a:rPr>
              <a:t>or any club officer. </a:t>
            </a:r>
            <a:r>
              <a:rPr b="1" i="0" lang="en-US" sz="1200">
                <a:solidFill>
                  <a:schemeClr val="dk1"/>
                </a:solidFill>
                <a:latin typeface="Calibri"/>
                <a:ea typeface="Calibri"/>
                <a:cs typeface="Calibri"/>
                <a:sym typeface="Calibri"/>
              </a:rPr>
              <a:t>Be sure to coordinate with other club officers and communicate your club’s procedure for level completion approvals in Base Camp</a:t>
            </a:r>
            <a:r>
              <a:rPr b="0" i="0" lang="en-US" sz="1200">
                <a:solidFill>
                  <a:schemeClr val="dk1"/>
                </a:solidFill>
                <a:latin typeface="Calibri"/>
                <a:ea typeface="Calibri"/>
                <a:cs typeface="Calibri"/>
                <a:sym typeface="Calibri"/>
              </a:rPr>
              <a:t>. These completions contribute to the Education Goals in the Distinguished Club Program (DCP). The Distinguished Club Program includes ten goals focused on educational achievements (goals 1-6), membership growth (goals 7-8), and administrative excellence (goals 9-10).</a:t>
            </a:r>
            <a:endParaRPr/>
          </a:p>
          <a:p>
            <a:pPr indent="0" lvl="0" marL="0" marR="0" rtl="0" algn="l">
              <a:lnSpc>
                <a:spcPct val="100000"/>
              </a:lnSpc>
              <a:spcBef>
                <a:spcPts val="0"/>
              </a:spcBef>
              <a:spcAft>
                <a:spcPts val="0"/>
              </a:spcAft>
              <a:buClr>
                <a:schemeClr val="dk1"/>
              </a:buClr>
              <a:buSzPts val="1200"/>
              <a:buFont typeface="Calibri"/>
              <a:buNone/>
            </a:pPr>
            <a:r>
              <a:t/>
            </a:r>
            <a:endParaRPr/>
          </a:p>
        </p:txBody>
      </p:sp>
      <p:sp>
        <p:nvSpPr>
          <p:cNvPr id="1321" name="Google Shape;132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p16: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7" name="Google Shape;1327;p16:notes"/>
          <p:cNvSpPr txBox="1"/>
          <p:nvPr>
            <p:ph idx="1" type="body"/>
          </p:nvPr>
        </p:nvSpPr>
        <p:spPr>
          <a:xfrm>
            <a:off x="685800" y="3862317"/>
            <a:ext cx="5486400" cy="485147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2 minutes</a:t>
            </a:r>
            <a:endParaRPr/>
          </a:p>
          <a:p>
            <a:pPr indent="0" lvl="0" marL="0" rtl="0" algn="l">
              <a:spcBef>
                <a:spcPts val="0"/>
              </a:spcBef>
              <a:spcAft>
                <a:spcPts val="0"/>
              </a:spcAft>
              <a:buNone/>
            </a:pPr>
            <a:r>
              <a:rPr b="1" lang="en-US"/>
              <a:t>Elapsed time: 34 minutes</a:t>
            </a:r>
            <a:endParaRPr/>
          </a:p>
          <a:p>
            <a:pPr indent="0" lvl="0" marL="0" rtl="0" algn="l">
              <a:spcBef>
                <a:spcPts val="0"/>
              </a:spcBef>
              <a:spcAft>
                <a:spcPts val="0"/>
              </a:spcAft>
              <a:buNone/>
            </a:pPr>
            <a:r>
              <a:t/>
            </a:r>
            <a:endParaRPr sz="800"/>
          </a:p>
          <a:p>
            <a:pPr indent="0" lvl="0" marL="0" rtl="0" algn="l">
              <a:spcBef>
                <a:spcPts val="0"/>
              </a:spcBef>
              <a:spcAft>
                <a:spcPts val="0"/>
              </a:spcAft>
              <a:buNone/>
            </a:pPr>
            <a:r>
              <a:rPr b="1" lang="en-US"/>
              <a:t>Facilitator Notes:</a:t>
            </a:r>
            <a:endParaRPr/>
          </a:p>
          <a:p>
            <a:pPr indent="0" lvl="0" marL="0" rtl="0" algn="l">
              <a:spcBef>
                <a:spcPts val="0"/>
              </a:spcBef>
              <a:spcAft>
                <a:spcPts val="0"/>
              </a:spcAft>
              <a:buNone/>
            </a:pPr>
            <a:r>
              <a:rPr b="0" lang="en-US"/>
              <a:t>As a club VPE together with your club President and VPM, you are a member of the Area Council and will be invited to attend Area Council meetings coordinated and chaired by your Area Director. There should be at least two Area Council meetings held during the year but can be more frequent. The purpose of Area Council meetings is to support clubs, share best practice, introduce updated processes and programs, emphasize deadlines, and announce upcoming District events, such as contests. </a:t>
            </a:r>
            <a:endParaRPr/>
          </a:p>
          <a:p>
            <a:pPr indent="0" lvl="0" marL="0" rtl="0" algn="l">
              <a:spcBef>
                <a:spcPts val="0"/>
              </a:spcBef>
              <a:spcAft>
                <a:spcPts val="0"/>
              </a:spcAft>
              <a:buNone/>
            </a:pPr>
            <a:r>
              <a:t/>
            </a:r>
            <a:endParaRPr b="0" sz="800"/>
          </a:p>
          <a:p>
            <a:pPr indent="0" lvl="0" marL="0" rtl="0" algn="l">
              <a:spcBef>
                <a:spcPts val="0"/>
              </a:spcBef>
              <a:spcAft>
                <a:spcPts val="0"/>
              </a:spcAft>
              <a:buNone/>
            </a:pPr>
            <a:r>
              <a:rPr b="0" lang="en-US"/>
              <a:t>Since you are a voting member of both the Area and District Council, it is important for you to attend to represent your club. </a:t>
            </a:r>
            <a:r>
              <a:rPr b="0" i="0" lang="en-US">
                <a:solidFill>
                  <a:srgbClr val="3A3A3A"/>
                </a:solidFill>
                <a:latin typeface="Roboto"/>
                <a:ea typeface="Roboto"/>
                <a:cs typeface="Roboto"/>
                <a:sym typeface="Roboto"/>
              </a:rPr>
              <a:t>The club VPE can, therefore, influence the overall direction of the District regarding budgets, alignment of clubs to areas and divisions, as well as electing incoming District officers.</a:t>
            </a:r>
            <a:endParaRPr/>
          </a:p>
          <a:p>
            <a:pPr indent="0" lvl="0" marL="0" rtl="0" algn="l">
              <a:spcBef>
                <a:spcPts val="0"/>
              </a:spcBef>
              <a:spcAft>
                <a:spcPts val="0"/>
              </a:spcAft>
              <a:buNone/>
            </a:pPr>
            <a:r>
              <a:t/>
            </a:r>
            <a:endParaRPr b="0" sz="800"/>
          </a:p>
          <a:p>
            <a:pPr indent="0" lvl="0" marL="0" rtl="0" algn="l">
              <a:spcBef>
                <a:spcPts val="0"/>
              </a:spcBef>
              <a:spcAft>
                <a:spcPts val="0"/>
              </a:spcAft>
              <a:buNone/>
            </a:pPr>
            <a:r>
              <a:rPr b="0" lang="en-US"/>
              <a:t>Ensure any items on the Area Council and District Council Agenda have been discussed with the Executive Committee and your club in advance, if appropriate.  You can then share your club’s view as well as your personal views and vote accordingly.</a:t>
            </a:r>
            <a:endParaRPr/>
          </a:p>
          <a:p>
            <a:pPr indent="0" lvl="0" marL="0" rtl="0" algn="l">
              <a:spcBef>
                <a:spcPts val="0"/>
              </a:spcBef>
              <a:spcAft>
                <a:spcPts val="0"/>
              </a:spcAft>
              <a:buNone/>
            </a:pPr>
            <a:r>
              <a:t/>
            </a:r>
            <a:endParaRPr b="1" sz="800">
              <a:solidFill>
                <a:schemeClr val="dk1"/>
              </a:solidFill>
            </a:endParaRPr>
          </a:p>
          <a:p>
            <a:pPr indent="0" lvl="0" marL="0" rtl="0" algn="l">
              <a:spcBef>
                <a:spcPts val="0"/>
              </a:spcBef>
              <a:spcAft>
                <a:spcPts val="0"/>
              </a:spcAft>
              <a:buNone/>
            </a:pPr>
            <a:r>
              <a:rPr b="1" lang="en-US">
                <a:solidFill>
                  <a:schemeClr val="dk1"/>
                </a:solidFill>
              </a:rPr>
              <a:t>As the club’s second ranking officer, </a:t>
            </a:r>
            <a:r>
              <a:rPr b="0" lang="en-US">
                <a:solidFill>
                  <a:schemeClr val="dk1"/>
                </a:solidFill>
              </a:rPr>
              <a:t>you (the VPE) take charge in the absence of the Club President. </a:t>
            </a:r>
            <a:r>
              <a:rPr b="0" lang="en-US"/>
              <a:t>Work with the President to liaise with your Area Director to plan club visits and Area contest participation.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28" name="Google Shape;132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p17: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4" name="Google Shape;1334;p17: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1 minute</a:t>
            </a:r>
            <a:endParaRPr/>
          </a:p>
          <a:p>
            <a:pPr indent="0" lvl="0" marL="0" rtl="0" algn="l">
              <a:spcBef>
                <a:spcPts val="0"/>
              </a:spcBef>
              <a:spcAft>
                <a:spcPts val="0"/>
              </a:spcAft>
              <a:buNone/>
            </a:pPr>
            <a:r>
              <a:rPr b="1" lang="en-US"/>
              <a:t>Elapsed time: 35 minutes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Facilitator Notes:</a:t>
            </a:r>
            <a:endParaRPr/>
          </a:p>
          <a:p>
            <a:pPr indent="0" lvl="0" marL="0" marR="0" rtl="0" algn="l">
              <a:lnSpc>
                <a:spcPct val="100000"/>
              </a:lnSpc>
              <a:spcBef>
                <a:spcPts val="0"/>
              </a:spcBef>
              <a:spcAft>
                <a:spcPts val="0"/>
              </a:spcAft>
              <a:buClr>
                <a:schemeClr val="dk1"/>
              </a:buClr>
              <a:buSzPts val="1200"/>
              <a:buFont typeface="Calibri"/>
              <a:buNone/>
            </a:pPr>
            <a:r>
              <a:rPr b="0" lang="en-US"/>
              <a:t>In this section, we will discuss the following subjects:</a:t>
            </a:r>
            <a:endParaRPr/>
          </a:p>
          <a:p>
            <a:pPr indent="-171450" lvl="0" marL="171450" rtl="0" algn="l">
              <a:spcBef>
                <a:spcPts val="0"/>
              </a:spcBef>
              <a:spcAft>
                <a:spcPts val="0"/>
              </a:spcAft>
              <a:buClr>
                <a:schemeClr val="dk1"/>
              </a:buClr>
              <a:buSzPts val="1200"/>
              <a:buFont typeface="Arial"/>
              <a:buChar char="•"/>
            </a:pPr>
            <a:r>
              <a:rPr lang="en-US">
                <a:solidFill>
                  <a:schemeClr val="dk1"/>
                </a:solidFill>
              </a:rPr>
              <a:t>Planning Ahead (club program planning for the year)</a:t>
            </a:r>
            <a:endParaRPr/>
          </a:p>
          <a:p>
            <a:pPr indent="-171450" lvl="0" marL="171450" rtl="0" algn="l">
              <a:spcBef>
                <a:spcPts val="0"/>
              </a:spcBef>
              <a:spcAft>
                <a:spcPts val="0"/>
              </a:spcAft>
              <a:buClr>
                <a:schemeClr val="dk1"/>
              </a:buClr>
              <a:buSzPts val="1200"/>
              <a:buFont typeface="Arial"/>
              <a:buChar char="•"/>
            </a:pPr>
            <a:r>
              <a:rPr lang="en-US">
                <a:solidFill>
                  <a:schemeClr val="dk1"/>
                </a:solidFill>
              </a:rPr>
              <a:t>Member and Meeting Management (i.e. FreeToastHost, Easy-Speak, )</a:t>
            </a:r>
            <a:endParaRPr sz="1200">
              <a:solidFill>
                <a:schemeClr val="dk1"/>
              </a:solidFill>
            </a:endParaRPr>
          </a:p>
          <a:p>
            <a:pPr indent="-171450" lvl="0" marL="171450" marR="0" rtl="0" algn="l">
              <a:lnSpc>
                <a:spcPct val="100000"/>
              </a:lnSpc>
              <a:spcBef>
                <a:spcPts val="0"/>
              </a:spcBef>
              <a:spcAft>
                <a:spcPts val="0"/>
              </a:spcAft>
              <a:buClr>
                <a:schemeClr val="dk1"/>
              </a:buClr>
              <a:buSzPts val="1200"/>
              <a:buFont typeface="Arial"/>
              <a:buChar char="•"/>
            </a:pPr>
            <a:r>
              <a:rPr lang="en-US" sz="1200">
                <a:solidFill>
                  <a:schemeClr val="dk1"/>
                </a:solidFill>
              </a:rPr>
              <a:t>Dealing with the unexpected, e.g. cancellations </a:t>
            </a:r>
            <a:endParaRPr/>
          </a:p>
          <a:p>
            <a:pPr indent="-171450" lvl="0" marL="171450" marR="0" rtl="0" algn="l">
              <a:lnSpc>
                <a:spcPct val="100000"/>
              </a:lnSpc>
              <a:spcBef>
                <a:spcPts val="0"/>
              </a:spcBef>
              <a:spcAft>
                <a:spcPts val="0"/>
              </a:spcAft>
              <a:buClr>
                <a:schemeClr val="dk1"/>
              </a:buClr>
              <a:buSzPts val="1200"/>
              <a:buFont typeface="Arial"/>
              <a:buChar char="•"/>
            </a:pPr>
            <a:r>
              <a:rPr lang="en-US" sz="1200">
                <a:solidFill>
                  <a:schemeClr val="dk1"/>
                </a:solidFill>
              </a:rPr>
              <a:t>Time Management, especially in club meetings</a:t>
            </a:r>
            <a:endParaRPr>
              <a:solidFill>
                <a:schemeClr val="dk1"/>
              </a:solidFill>
            </a:endParaRPr>
          </a:p>
          <a:p>
            <a:pPr indent="0" lvl="0" marL="0" rtl="0" algn="l">
              <a:spcBef>
                <a:spcPts val="0"/>
              </a:spcBef>
              <a:spcAft>
                <a:spcPts val="0"/>
              </a:spcAft>
              <a:buNone/>
            </a:pPr>
            <a:r>
              <a:t/>
            </a:r>
            <a:endParaRPr/>
          </a:p>
        </p:txBody>
      </p:sp>
      <p:sp>
        <p:nvSpPr>
          <p:cNvPr id="1335" name="Google Shape;133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8" name="Shape 1338"/>
        <p:cNvGrpSpPr/>
        <p:nvPr/>
      </p:nvGrpSpPr>
      <p:grpSpPr>
        <a:xfrm>
          <a:off x="0" y="0"/>
          <a:ext cx="0" cy="0"/>
          <a:chOff x="0" y="0"/>
          <a:chExt cx="0" cy="0"/>
        </a:xfrm>
      </p:grpSpPr>
      <p:sp>
        <p:nvSpPr>
          <p:cNvPr id="1339" name="Google Shape;1339;p18: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0" name="Google Shape;1340;p18: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3 minutes</a:t>
            </a:r>
            <a:endParaRPr/>
          </a:p>
          <a:p>
            <a:pPr indent="0" lvl="0" marL="0" rtl="0" algn="l">
              <a:spcBef>
                <a:spcPts val="0"/>
              </a:spcBef>
              <a:spcAft>
                <a:spcPts val="0"/>
              </a:spcAft>
              <a:buNone/>
            </a:pPr>
            <a:r>
              <a:rPr b="1" lang="en-US"/>
              <a:t>Elapsed time: 38 minutes</a:t>
            </a:r>
            <a:endParaRPr/>
          </a:p>
          <a:p>
            <a:pPr indent="0" lvl="0" marL="0" rtl="0" algn="l">
              <a:spcBef>
                <a:spcPts val="0"/>
              </a:spcBef>
              <a:spcAft>
                <a:spcPts val="0"/>
              </a:spcAft>
              <a:buNone/>
            </a:pPr>
            <a:r>
              <a:t/>
            </a:r>
            <a:endParaRPr sz="800"/>
          </a:p>
          <a:p>
            <a:pPr indent="0" lvl="0" marL="0" rtl="0" algn="l">
              <a:spcBef>
                <a:spcPts val="0"/>
              </a:spcBef>
              <a:spcAft>
                <a:spcPts val="0"/>
              </a:spcAft>
              <a:buNone/>
            </a:pPr>
            <a:r>
              <a:rPr b="1" lang="en-US"/>
              <a:t>Facilitator Notes:</a:t>
            </a:r>
            <a:endParaRPr/>
          </a:p>
          <a:p>
            <a:pPr indent="0" lvl="0" marL="0" rtl="0" algn="l">
              <a:spcBef>
                <a:spcPts val="0"/>
              </a:spcBef>
              <a:spcAft>
                <a:spcPts val="0"/>
              </a:spcAft>
              <a:buNone/>
            </a:pPr>
            <a:r>
              <a:t/>
            </a:r>
            <a:endParaRPr b="1"/>
          </a:p>
          <a:p>
            <a:pPr indent="0" lvl="0" marL="0" marR="0" rtl="0" algn="l">
              <a:lnSpc>
                <a:spcPct val="100000"/>
              </a:lnSpc>
              <a:spcBef>
                <a:spcPts val="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Planning ahead is important because it ensures meetings run smoothly and members have time to prepare, which improves engagement and overall club success. It also helps you anticipate challenges and avoid last-minute stress. </a:t>
            </a:r>
            <a:r>
              <a:rPr lang="en-US"/>
              <a:t>Work with the other club officers to plan a calendar for the whole Toastmasters year and review it at every Executive Committee meeting.</a:t>
            </a:r>
            <a:r>
              <a:rPr lang="en-US">
                <a:solidFill>
                  <a:schemeClr val="dk1"/>
                </a:solidFill>
              </a:rPr>
              <a:t>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1"/>
          </a:p>
          <a:p>
            <a:pPr indent="-171450" lvl="0" marL="171450" rtl="0" algn="l">
              <a:spcBef>
                <a:spcPts val="0"/>
              </a:spcBef>
              <a:spcAft>
                <a:spcPts val="0"/>
              </a:spcAft>
              <a:buClr>
                <a:schemeClr val="dk1"/>
              </a:buClr>
              <a:buSzPts val="1200"/>
              <a:buFont typeface="Arial"/>
              <a:buChar char="•"/>
            </a:pPr>
            <a:r>
              <a:rPr b="1" lang="en-US"/>
              <a:t>Regular Club Meetings: </a:t>
            </a:r>
            <a:r>
              <a:rPr lang="en-US"/>
              <a:t>It is a best practice to have your meeting dates planned and publicized well in advance. </a:t>
            </a:r>
            <a:endParaRPr>
              <a:solidFill>
                <a:schemeClr val="dk1"/>
              </a:solidFill>
            </a:endParaRPr>
          </a:p>
          <a:p>
            <a:pPr indent="-171450" lvl="0" marL="171450" marR="0" rtl="0" algn="l">
              <a:lnSpc>
                <a:spcPct val="100000"/>
              </a:lnSpc>
              <a:spcBef>
                <a:spcPts val="0"/>
              </a:spcBef>
              <a:spcAft>
                <a:spcPts val="0"/>
              </a:spcAft>
              <a:buClr>
                <a:schemeClr val="dk1"/>
              </a:buClr>
              <a:buSzPts val="1200"/>
              <a:buFont typeface="Arial"/>
              <a:buChar char="•"/>
            </a:pPr>
            <a:r>
              <a:rPr b="1" lang="en-US">
                <a:solidFill>
                  <a:schemeClr val="dk1"/>
                </a:solidFill>
              </a:rPr>
              <a:t>Contest Dates: </a:t>
            </a:r>
            <a:r>
              <a:rPr lang="en-US">
                <a:solidFill>
                  <a:schemeClr val="dk1"/>
                </a:solidFill>
              </a:rPr>
              <a:t>Plan Contest dates and check with your Area Director when the District’s dates will be available.</a:t>
            </a:r>
            <a:endParaRPr/>
          </a:p>
          <a:p>
            <a:pPr indent="-171450" lvl="0" marL="171450" marR="0" rtl="0" algn="l">
              <a:lnSpc>
                <a:spcPct val="100000"/>
              </a:lnSpc>
              <a:spcBef>
                <a:spcPts val="0"/>
              </a:spcBef>
              <a:spcAft>
                <a:spcPts val="0"/>
              </a:spcAft>
              <a:buClr>
                <a:schemeClr val="dk1"/>
              </a:buClr>
              <a:buSzPts val="1200"/>
              <a:buFont typeface="Arial"/>
              <a:buChar char="•"/>
            </a:pPr>
            <a:r>
              <a:rPr b="1" lang="en-US">
                <a:solidFill>
                  <a:schemeClr val="dk1"/>
                </a:solidFill>
              </a:rPr>
              <a:t>Open House: </a:t>
            </a:r>
            <a:r>
              <a:rPr lang="en-US">
                <a:solidFill>
                  <a:schemeClr val="dk1"/>
                </a:solidFill>
              </a:rPr>
              <a:t>Plan and lead the Open House meetings as necessary</a:t>
            </a:r>
            <a:endParaRPr/>
          </a:p>
          <a:p>
            <a:pPr indent="-171450" lvl="0" marL="171450" marR="0" rtl="0" algn="l">
              <a:lnSpc>
                <a:spcPct val="100000"/>
              </a:lnSpc>
              <a:spcBef>
                <a:spcPts val="0"/>
              </a:spcBef>
              <a:spcAft>
                <a:spcPts val="0"/>
              </a:spcAft>
              <a:buClr>
                <a:schemeClr val="dk1"/>
              </a:buClr>
              <a:buSzPts val="1200"/>
              <a:buFont typeface="Arial"/>
              <a:buChar char="•"/>
            </a:pPr>
            <a:r>
              <a:rPr b="1" lang="en-US">
                <a:solidFill>
                  <a:schemeClr val="dk1"/>
                </a:solidFill>
              </a:rPr>
              <a:t>Onboarding Training: </a:t>
            </a:r>
            <a:r>
              <a:rPr lang="en-US">
                <a:solidFill>
                  <a:schemeClr val="dk1"/>
                </a:solidFill>
              </a:rPr>
              <a:t>Set up regular onboarding dates in advance – usually about once a month or more frequently if you have many new members joining.</a:t>
            </a:r>
            <a:endParaRPr/>
          </a:p>
          <a:p>
            <a:pPr indent="-171450" lvl="0" marL="171450" marR="0" rtl="0" algn="l">
              <a:lnSpc>
                <a:spcPct val="100000"/>
              </a:lnSpc>
              <a:spcBef>
                <a:spcPts val="0"/>
              </a:spcBef>
              <a:spcAft>
                <a:spcPts val="0"/>
              </a:spcAft>
              <a:buClr>
                <a:schemeClr val="dk1"/>
              </a:buClr>
              <a:buSzPts val="1200"/>
              <a:buFont typeface="Arial"/>
              <a:buChar char="•"/>
            </a:pPr>
            <a:r>
              <a:rPr b="1" lang="en-US">
                <a:solidFill>
                  <a:schemeClr val="dk1"/>
                </a:solidFill>
              </a:rPr>
              <a:t>Club Success Plan: </a:t>
            </a:r>
            <a:r>
              <a:rPr b="0" lang="en-US"/>
              <a:t>The Club Success Plan is a strategic tool used by Toastmasters clubs to set goals and track progress toward achieving Distinguished Club status. It helps clubs align their activities with Toastmasters International’s mission while fostering growth, engagement, and leadership development.  Completion of the plan provides a structured approach to the activities and tasks needed to create a positive support club environment.</a:t>
            </a:r>
            <a:endParaRPr/>
          </a:p>
          <a:p>
            <a:pPr indent="-171450" lvl="0" marL="171450" marR="0" rtl="0" algn="l">
              <a:lnSpc>
                <a:spcPct val="100000"/>
              </a:lnSpc>
              <a:spcBef>
                <a:spcPts val="0"/>
              </a:spcBef>
              <a:spcAft>
                <a:spcPts val="0"/>
              </a:spcAft>
              <a:buClr>
                <a:schemeClr val="dk1"/>
              </a:buClr>
              <a:buSzPts val="1200"/>
              <a:buFont typeface="Arial"/>
              <a:buChar char="•"/>
            </a:pPr>
            <a:r>
              <a:rPr b="1" lang="en-US"/>
              <a:t>Moments of Truth: </a:t>
            </a:r>
            <a:r>
              <a:rPr b="0" lang="en-US"/>
              <a:t>The Moments of Truth is a self-evaluation tool used by Toastmasters clubs to assess their effectiveness and to ensure they provide a positive experience for members and guests.  Lead the Team to complete the Club Success Plan and to schedule the</a:t>
            </a:r>
            <a:r>
              <a:rPr b="0" lang="en-US">
                <a:solidFill>
                  <a:schemeClr val="dk1"/>
                </a:solidFill>
              </a:rPr>
              <a:t> Moments of Truth meeting.</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
        <p:nvSpPr>
          <p:cNvPr id="1341" name="Google Shape;134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p19:notes"/>
          <p:cNvSpPr/>
          <p:nvPr>
            <p:ph idx="2" type="sldImg"/>
          </p:nvPr>
        </p:nvSpPr>
        <p:spPr>
          <a:xfrm>
            <a:off x="1028700" y="630238"/>
            <a:ext cx="4743450" cy="26685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6" name="Google Shape;1346;p19:notes"/>
          <p:cNvSpPr txBox="1"/>
          <p:nvPr>
            <p:ph idx="1" type="body"/>
          </p:nvPr>
        </p:nvSpPr>
        <p:spPr>
          <a:xfrm>
            <a:off x="685800" y="3298824"/>
            <a:ext cx="5486400" cy="55022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3 minutes </a:t>
            </a:r>
            <a:endParaRPr/>
          </a:p>
          <a:p>
            <a:pPr indent="0" lvl="0" marL="0" rtl="0" algn="l">
              <a:spcBef>
                <a:spcPts val="0"/>
              </a:spcBef>
              <a:spcAft>
                <a:spcPts val="0"/>
              </a:spcAft>
              <a:buNone/>
            </a:pPr>
            <a:r>
              <a:rPr b="1" lang="en-US"/>
              <a:t>Elapsed time: 41 minutes</a:t>
            </a:r>
            <a:endParaRPr/>
          </a:p>
          <a:p>
            <a:pPr indent="0" lvl="0" marL="0" rtl="0" algn="l">
              <a:spcBef>
                <a:spcPts val="0"/>
              </a:spcBef>
              <a:spcAft>
                <a:spcPts val="0"/>
              </a:spcAft>
              <a:buNone/>
            </a:pPr>
            <a:r>
              <a:t/>
            </a:r>
            <a:endParaRPr sz="800"/>
          </a:p>
          <a:p>
            <a:pPr indent="0" lvl="0" marL="0" rtl="0" algn="l">
              <a:spcBef>
                <a:spcPts val="0"/>
              </a:spcBef>
              <a:spcAft>
                <a:spcPts val="0"/>
              </a:spcAft>
              <a:buNone/>
            </a:pPr>
            <a:r>
              <a:rPr b="1" lang="en-US"/>
              <a:t>Facilitator Notes:</a:t>
            </a:r>
            <a:endParaRPr/>
          </a:p>
          <a:p>
            <a:pPr indent="0" lvl="0" marL="0" rtl="0" algn="l">
              <a:spcBef>
                <a:spcPts val="0"/>
              </a:spcBef>
              <a:spcAft>
                <a:spcPts val="0"/>
              </a:spcAft>
              <a:buNone/>
            </a:pPr>
            <a:r>
              <a:t/>
            </a:r>
            <a:endParaRPr b="1"/>
          </a:p>
          <a:p>
            <a:pPr indent="0" lvl="0" marL="0" rtl="0" algn="l">
              <a:spcBef>
                <a:spcPts val="0"/>
              </a:spcBef>
              <a:spcAft>
                <a:spcPts val="0"/>
              </a:spcAft>
              <a:buNone/>
            </a:pPr>
            <a:r>
              <a:rPr b="1" i="0" lang="en-US" sz="1200">
                <a:solidFill>
                  <a:schemeClr val="dk1"/>
                </a:solidFill>
                <a:latin typeface="Calibri"/>
                <a:ea typeface="Calibri"/>
                <a:cs typeface="Calibri"/>
                <a:sym typeface="Calibri"/>
              </a:rPr>
              <a:t>(Ask)</a:t>
            </a:r>
            <a:r>
              <a:rPr b="0" i="0" lang="en-US" sz="1200">
                <a:solidFill>
                  <a:schemeClr val="dk1"/>
                </a:solidFill>
                <a:latin typeface="Calibri"/>
                <a:ea typeface="Calibri"/>
                <a:cs typeface="Calibri"/>
                <a:sym typeface="Calibri"/>
              </a:rPr>
              <a:t> </a:t>
            </a:r>
            <a:r>
              <a:rPr b="1" i="0" lang="en-US" sz="1200">
                <a:solidFill>
                  <a:schemeClr val="dk1"/>
                </a:solidFill>
                <a:latin typeface="Calibri"/>
                <a:ea typeface="Calibri"/>
                <a:cs typeface="Calibri"/>
                <a:sym typeface="Calibri"/>
              </a:rPr>
              <a:t>Which</a:t>
            </a:r>
            <a:r>
              <a:rPr b="0" i="0" lang="en-US" sz="1200">
                <a:solidFill>
                  <a:schemeClr val="dk1"/>
                </a:solidFill>
                <a:latin typeface="Calibri"/>
                <a:ea typeface="Calibri"/>
                <a:cs typeface="Calibri"/>
                <a:sym typeface="Calibri"/>
              </a:rPr>
              <a:t> tool or tools does your club currently use for meeting </a:t>
            </a:r>
            <a:r>
              <a:rPr b="1" i="0" lang="en-US" sz="1200">
                <a:solidFill>
                  <a:schemeClr val="dk1"/>
                </a:solidFill>
                <a:latin typeface="Calibri"/>
                <a:ea typeface="Calibri"/>
                <a:cs typeface="Calibri"/>
                <a:sym typeface="Calibri"/>
              </a:rPr>
              <a:t>management</a:t>
            </a:r>
            <a:r>
              <a:rPr b="0" i="0" lang="en-US" sz="1200">
                <a:solidFill>
                  <a:schemeClr val="dk1"/>
                </a:solidFill>
                <a:latin typeface="Calibri"/>
                <a:ea typeface="Calibri"/>
                <a:cs typeface="Calibri"/>
                <a:sym typeface="Calibri"/>
              </a:rPr>
              <a:t>? </a:t>
            </a:r>
            <a:r>
              <a:rPr b="1" i="0" lang="en-US" sz="1200">
                <a:solidFill>
                  <a:schemeClr val="dk1"/>
                </a:solidFill>
                <a:latin typeface="Calibri"/>
                <a:ea typeface="Calibri"/>
                <a:cs typeface="Calibri"/>
                <a:sym typeface="Calibri"/>
              </a:rPr>
              <a:t>Why</a:t>
            </a:r>
            <a:r>
              <a:rPr b="0" i="0" lang="en-US" sz="1200">
                <a:solidFill>
                  <a:schemeClr val="dk1"/>
                </a:solidFill>
                <a:latin typeface="Calibri"/>
                <a:ea typeface="Calibri"/>
                <a:cs typeface="Calibri"/>
                <a:sym typeface="Calibri"/>
              </a:rPr>
              <a:t> do you use these? </a:t>
            </a:r>
            <a:endParaRPr/>
          </a:p>
          <a:p>
            <a:pPr indent="0" lvl="0" marL="0" rtl="0" algn="l">
              <a:spcBef>
                <a:spcPts val="0"/>
              </a:spcBef>
              <a:spcAft>
                <a:spcPts val="0"/>
              </a:spcAft>
              <a:buNone/>
            </a:pPr>
            <a:r>
              <a:rPr b="0" i="0" lang="en-US">
                <a:latin typeface="Arial"/>
                <a:ea typeface="Arial"/>
                <a:cs typeface="Arial"/>
                <a:sym typeface="Arial"/>
              </a:rPr>
              <a:t>(Share some of their responses. Then summarize the information below.)</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Essential Tools for VPEs:</a:t>
            </a:r>
            <a:endParaRPr b="0" i="0"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Calibri"/>
                <a:ea typeface="Calibri"/>
                <a:cs typeface="Calibri"/>
                <a:sym typeface="Calibri"/>
              </a:rPr>
              <a:t>Easy-Speak </a:t>
            </a:r>
            <a:r>
              <a:rPr b="0" lang="en-US" u="sng">
                <a:solidFill>
                  <a:schemeClr val="hlink"/>
                </a:solidFill>
                <a:hlinkClick r:id="rId2"/>
              </a:rPr>
              <a:t>https://easy-speak.org</a:t>
            </a:r>
            <a:r>
              <a:rPr b="0" i="0" lang="en-US" sz="1200">
                <a:solidFill>
                  <a:schemeClr val="dk1"/>
                </a:solidFill>
                <a:latin typeface="Calibri"/>
                <a:ea typeface="Calibri"/>
                <a:cs typeface="Calibri"/>
                <a:sym typeface="Calibri"/>
              </a:rPr>
              <a:t>,</a:t>
            </a:r>
            <a:r>
              <a:rPr b="1" i="0" lang="en-US" sz="1200">
                <a:solidFill>
                  <a:schemeClr val="dk1"/>
                </a:solidFill>
                <a:latin typeface="Calibri"/>
                <a:ea typeface="Calibri"/>
                <a:cs typeface="Calibri"/>
                <a:sym typeface="Calibri"/>
              </a:rPr>
              <a:t> FreeToastHost </a:t>
            </a:r>
            <a:r>
              <a:rPr b="0" i="0" lang="en-US" sz="1200" u="sng">
                <a:solidFill>
                  <a:schemeClr val="dk1"/>
                </a:solidFill>
                <a:latin typeface="Calibri"/>
                <a:ea typeface="Calibri"/>
                <a:cs typeface="Calibri"/>
                <a:sym typeface="Calibri"/>
                <a:hlinkClick r:id="rId3">
                  <a:extLst>
                    <a:ext uri="{A12FA001-AC4F-418D-AE19-62706E023703}">
                      <ahyp:hlinkClr val="tx"/>
                    </a:ext>
                  </a:extLst>
                </a:hlinkClick>
              </a:rPr>
              <a:t>https://support.toastmastersclubs.org/home</a:t>
            </a:r>
            <a:r>
              <a:rPr b="0" i="0" lang="en-US" sz="1200">
                <a:solidFill>
                  <a:schemeClr val="dk1"/>
                </a:solidFill>
                <a:latin typeface="Calibri"/>
                <a:ea typeface="Calibri"/>
                <a:cs typeface="Calibri"/>
                <a:sym typeface="Calibri"/>
              </a:rPr>
              <a:t>,</a:t>
            </a:r>
            <a:r>
              <a:rPr b="1" i="0" lang="en-US" sz="1200">
                <a:solidFill>
                  <a:schemeClr val="dk1"/>
                </a:solidFill>
                <a:latin typeface="Calibri"/>
                <a:ea typeface="Calibri"/>
                <a:cs typeface="Calibri"/>
                <a:sym typeface="Calibri"/>
              </a:rPr>
              <a:t> or Excel</a:t>
            </a:r>
            <a:r>
              <a:rPr b="0" i="0" lang="en-US" sz="1200">
                <a:solidFill>
                  <a:schemeClr val="dk1"/>
                </a:solidFill>
                <a:latin typeface="Calibri"/>
                <a:ea typeface="Calibri"/>
                <a:cs typeface="Calibri"/>
                <a:sym typeface="Calibri"/>
              </a:rPr>
              <a:t> – for meeting management and role assignments.</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Calibri"/>
                <a:ea typeface="Calibri"/>
                <a:cs typeface="Calibri"/>
                <a:sym typeface="Calibri"/>
              </a:rPr>
              <a:t>Pathways Base Camp</a:t>
            </a:r>
            <a:r>
              <a:rPr b="0" i="0" lang="en-US" sz="1200">
                <a:solidFill>
                  <a:schemeClr val="dk1"/>
                </a:solidFill>
                <a:latin typeface="Calibri"/>
                <a:ea typeface="Calibri"/>
                <a:cs typeface="Calibri"/>
                <a:sym typeface="Calibri"/>
              </a:rPr>
              <a:t> – for tracking member progress and approving levels and educational accomplishments.</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Calibri"/>
                <a:ea typeface="Calibri"/>
                <a:cs typeface="Calibri"/>
                <a:sym typeface="Calibri"/>
              </a:rPr>
              <a:t>Communication Platforms</a:t>
            </a:r>
            <a:r>
              <a:rPr b="0" i="0" lang="en-US" sz="1200">
                <a:solidFill>
                  <a:schemeClr val="dk1"/>
                </a:solidFill>
                <a:latin typeface="Calibri"/>
                <a:ea typeface="Calibri"/>
                <a:cs typeface="Calibri"/>
                <a:sym typeface="Calibri"/>
              </a:rPr>
              <a:t> – WhatsApp, WeChat, Teams, or email for reminders and updates.</a:t>
            </a:r>
            <a:endParaRPr/>
          </a:p>
          <a:p>
            <a:pPr indent="0" lvl="0" marL="0" rtl="0" algn="l">
              <a:spcBef>
                <a:spcPts val="0"/>
              </a:spcBef>
              <a:spcAft>
                <a:spcPts val="0"/>
              </a:spcAft>
              <a:buNone/>
            </a:pPr>
            <a:r>
              <a:t/>
            </a:r>
            <a:endParaRPr b="1"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Why Tools Matter</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Well-planned meetings create a welcoming, organized environment that attracts guests and retains members.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Members should be able to sign up for roles and speeches at least a month in advance to prepare effectively.</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If Your Club Doesn’t Use a Meeting Management Tool Yet - </a:t>
            </a:r>
            <a:r>
              <a:rPr b="0" i="0" lang="en-US" sz="1200">
                <a:solidFill>
                  <a:schemeClr val="dk1"/>
                </a:solidFill>
                <a:latin typeface="Calibri"/>
                <a:ea typeface="Calibri"/>
                <a:cs typeface="Calibri"/>
                <a:sym typeface="Calibri"/>
              </a:rPr>
              <a:t>Start simple with an Excel template or explore FreeToastHost.</a:t>
            </a:r>
            <a:endParaRPr/>
          </a:p>
          <a:p>
            <a:pPr indent="0" lvl="0" marL="0" rtl="0" algn="l">
              <a:spcBef>
                <a:spcPts val="0"/>
              </a:spcBef>
              <a:spcAft>
                <a:spcPts val="0"/>
              </a:spcAft>
              <a:buNone/>
            </a:pPr>
            <a:br>
              <a:rPr b="0" i="0" lang="en-US" sz="1200">
                <a:solidFill>
                  <a:schemeClr val="dk1"/>
                </a:solidFill>
                <a:latin typeface="Calibri"/>
                <a:ea typeface="Calibri"/>
                <a:cs typeface="Calibri"/>
                <a:sym typeface="Calibri"/>
              </a:rPr>
            </a:br>
            <a:r>
              <a:rPr b="1" i="0" lang="en-US" sz="1200">
                <a:solidFill>
                  <a:schemeClr val="dk1"/>
                </a:solidFill>
                <a:latin typeface="Calibri"/>
                <a:ea typeface="Calibri"/>
                <a:cs typeface="Calibri"/>
                <a:sym typeface="Calibri"/>
              </a:rPr>
              <a:t>Tips for Success</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Get training on your club’s chosen tool from the outgoing VPE or a District expert.</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Corporate clubs may need to use in-house platforms like Teams due to IT restrictions.</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If possible, migrate to advanced options like Easy-Speak or FreeToastHost for better functionality.</a:t>
            </a:r>
            <a:endParaRPr/>
          </a:p>
          <a:p>
            <a:pPr indent="0" lvl="0" marL="0" rtl="0" algn="l">
              <a:spcBef>
                <a:spcPts val="0"/>
              </a:spcBef>
              <a:spcAft>
                <a:spcPts val="0"/>
              </a:spcAft>
              <a:buNone/>
            </a:pPr>
            <a:br>
              <a:rPr b="0" i="0" lang="en-US" sz="1200">
                <a:solidFill>
                  <a:schemeClr val="dk1"/>
                </a:solidFill>
                <a:latin typeface="Calibri"/>
                <a:ea typeface="Calibri"/>
                <a:cs typeface="Calibri"/>
                <a:sym typeface="Calibri"/>
              </a:rPr>
            </a:br>
            <a:r>
              <a:rPr b="1" i="0" lang="en-US" sz="1200">
                <a:solidFill>
                  <a:schemeClr val="dk1"/>
                </a:solidFill>
                <a:latin typeface="Calibri"/>
                <a:ea typeface="Calibri"/>
                <a:cs typeface="Calibri"/>
                <a:sym typeface="Calibri"/>
              </a:rPr>
              <a:t>Become the Club Expert - </a:t>
            </a:r>
            <a:r>
              <a:rPr b="0" i="0" lang="en-US" sz="1200">
                <a:solidFill>
                  <a:schemeClr val="dk1"/>
                </a:solidFill>
                <a:latin typeface="Calibri"/>
                <a:ea typeface="Calibri"/>
                <a:cs typeface="Calibri"/>
                <a:sym typeface="Calibri"/>
              </a:rPr>
              <a:t>As VPE, you’ll often be seen as the go-to person for these tools. Take time to learn them—or delegate to a tech-savvy member. This builds teamwork and leadership.</a:t>
            </a:r>
            <a:endParaRPr/>
          </a:p>
          <a:p>
            <a:pPr indent="-171450" lvl="0" marL="171450" marR="0" rtl="0" algn="l">
              <a:lnSpc>
                <a:spcPct val="100000"/>
              </a:lnSpc>
              <a:spcBef>
                <a:spcPts val="0"/>
              </a:spcBef>
              <a:spcAft>
                <a:spcPts val="0"/>
              </a:spcAft>
              <a:buClr>
                <a:schemeClr val="dk1"/>
              </a:buClr>
              <a:buSzPts val="1200"/>
              <a:buFont typeface="Arial"/>
              <a:buChar char="•"/>
            </a:pPr>
            <a:r>
              <a:rPr b="1" i="0" lang="en-US" sz="1200">
                <a:solidFill>
                  <a:schemeClr val="dk1"/>
                </a:solidFill>
                <a:latin typeface="Calibri"/>
                <a:ea typeface="Calibri"/>
                <a:cs typeface="Calibri"/>
                <a:sym typeface="Calibri"/>
              </a:rPr>
              <a:t>Toastmasters Videos - </a:t>
            </a:r>
            <a:r>
              <a:rPr b="0" i="0" lang="en-US" sz="1200">
                <a:solidFill>
                  <a:schemeClr val="dk1"/>
                </a:solidFill>
                <a:latin typeface="Calibri"/>
                <a:ea typeface="Calibri"/>
                <a:cs typeface="Calibri"/>
                <a:sym typeface="Calibri"/>
              </a:rPr>
              <a:t>Toastmasters International has great tutorials on Base Camp, EasySpeak, and other tools. Bookmark these resources—they’ll save you time.</a:t>
            </a:r>
            <a:endParaRPr/>
          </a:p>
          <a:p>
            <a:pPr indent="-171450" lvl="0" marL="171450" marR="0" rtl="0" algn="l">
              <a:lnSpc>
                <a:spcPct val="100000"/>
              </a:lnSpc>
              <a:spcBef>
                <a:spcPts val="0"/>
              </a:spcBef>
              <a:spcAft>
                <a:spcPts val="0"/>
              </a:spcAft>
              <a:buClr>
                <a:schemeClr val="dk1"/>
              </a:buClr>
              <a:buSzPts val="1200"/>
              <a:buFont typeface="Arial"/>
              <a:buChar char="•"/>
            </a:pPr>
            <a:r>
              <a:rPr b="1" i="0" lang="en-US" sz="1200">
                <a:solidFill>
                  <a:schemeClr val="dk1"/>
                </a:solidFill>
                <a:latin typeface="Calibri"/>
                <a:ea typeface="Calibri"/>
                <a:cs typeface="Calibri"/>
                <a:sym typeface="Calibri"/>
              </a:rPr>
              <a:t>Club Management Software Training - </a:t>
            </a:r>
            <a:r>
              <a:rPr b="0" i="0" lang="en-US" sz="1200">
                <a:solidFill>
                  <a:schemeClr val="dk1"/>
                </a:solidFill>
                <a:latin typeface="Calibri"/>
                <a:ea typeface="Calibri"/>
                <a:cs typeface="Calibri"/>
                <a:sym typeface="Calibri"/>
              </a:rPr>
              <a:t>Get training from your outgoing VPE or District leaders. Many Districts offer workshops or videos to help you master these tools.</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Calibri"/>
                <a:ea typeface="Calibri"/>
                <a:cs typeface="Calibri"/>
                <a:sym typeface="Calibri"/>
              </a:rPr>
              <a:t>Visit Other Clubs - </a:t>
            </a:r>
            <a:r>
              <a:rPr b="0" i="0" lang="en-US" sz="1200">
                <a:solidFill>
                  <a:schemeClr val="dk1"/>
                </a:solidFill>
                <a:latin typeface="Calibri"/>
                <a:ea typeface="Calibri"/>
                <a:cs typeface="Calibri"/>
                <a:sym typeface="Calibri"/>
              </a:rPr>
              <a:t>One of the best ways to learn is by observing. Visit other clubs and see how they manage agendas and roles. You’ll pick up tips and ideas you can bring back to your own club.</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t/>
            </a:r>
            <a:endParaRPr b="1"/>
          </a:p>
        </p:txBody>
      </p:sp>
      <p:sp>
        <p:nvSpPr>
          <p:cNvPr id="1347" name="Google Shape;134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1" name="Shape 1351"/>
        <p:cNvGrpSpPr/>
        <p:nvPr/>
      </p:nvGrpSpPr>
      <p:grpSpPr>
        <a:xfrm>
          <a:off x="0" y="0"/>
          <a:ext cx="0" cy="0"/>
          <a:chOff x="0" y="0"/>
          <a:chExt cx="0" cy="0"/>
        </a:xfrm>
      </p:grpSpPr>
      <p:sp>
        <p:nvSpPr>
          <p:cNvPr id="1352" name="Google Shape;1352;p20: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3" name="Google Shape;1353;p20: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2 minutes</a:t>
            </a:r>
            <a:endParaRPr/>
          </a:p>
          <a:p>
            <a:pPr indent="0" lvl="0" marL="0" rtl="0" algn="l">
              <a:spcBef>
                <a:spcPts val="0"/>
              </a:spcBef>
              <a:spcAft>
                <a:spcPts val="0"/>
              </a:spcAft>
              <a:buNone/>
            </a:pPr>
            <a:r>
              <a:rPr b="1" lang="en-US"/>
              <a:t>Elapsed time: 43 minutes</a:t>
            </a:r>
            <a:endParaRPr/>
          </a:p>
          <a:p>
            <a:pPr indent="0" lvl="0" marL="0" rtl="0" algn="l">
              <a:spcBef>
                <a:spcPts val="0"/>
              </a:spcBef>
              <a:spcAft>
                <a:spcPts val="0"/>
              </a:spcAft>
              <a:buNone/>
            </a:pPr>
            <a:r>
              <a:t/>
            </a:r>
            <a:endParaRPr sz="800"/>
          </a:p>
          <a:p>
            <a:pPr indent="0" lvl="0" marL="0" rtl="0" algn="l">
              <a:spcBef>
                <a:spcPts val="0"/>
              </a:spcBef>
              <a:spcAft>
                <a:spcPts val="0"/>
              </a:spcAft>
              <a:buNone/>
            </a:pPr>
            <a:r>
              <a:rPr b="1" lang="en-US"/>
              <a:t>Facilitator Notes:</a:t>
            </a:r>
            <a:endParaRPr/>
          </a:p>
          <a:p>
            <a:pPr indent="0" lvl="0" marL="0" marR="0" rtl="0" algn="l">
              <a:lnSpc>
                <a:spcPct val="100000"/>
              </a:lnSpc>
              <a:spcBef>
                <a:spcPts val="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Even with a positive and supportive environment, unexpected challenges can still arise—like last-minute cancellations or venue issues. Let’s look at how you can prepare for these situations and keep your meetings running smoothly.</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US"/>
              <a:t>Member Responsibility:  </a:t>
            </a:r>
            <a:r>
              <a:rPr lang="en-US"/>
              <a:t>Communicate to members that when they are called away and unable to attend a meeting where they committed to serve in a meeting role it is their </a:t>
            </a:r>
            <a:r>
              <a:rPr b="1" lang="en-US"/>
              <a:t>responsibility</a:t>
            </a:r>
            <a:r>
              <a:rPr lang="en-US"/>
              <a:t> to secure a replacement.  Instead of simply notifying the VPE or the Toastmaster of the Day that you will be absent, secure your replacement first and then communicate “I am out and here’s the name of my replacement.”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Contingency Planning:  </a:t>
            </a:r>
            <a:r>
              <a:rPr lang="en-US"/>
              <a:t>What if your meeting room suddenly gets taken over by another group? What if the venue informs you that your room is not available today?  Do you have a contingency plan in place to communicate to members? Will you be able to move to an online meeting? Cancelling the meeting is not recommended as a contingency plan. Having a back up plan will allow the “show to go on” and will </a:t>
            </a:r>
            <a:r>
              <a:rPr b="1" lang="en-US"/>
              <a:t>respect</a:t>
            </a:r>
            <a:r>
              <a:rPr lang="en-US"/>
              <a:t> and </a:t>
            </a:r>
            <a:r>
              <a:rPr b="1" lang="en-US"/>
              <a:t>serve</a:t>
            </a:r>
            <a:r>
              <a:rPr lang="en-US"/>
              <a:t> the members with </a:t>
            </a:r>
            <a:r>
              <a:rPr b="1" lang="en-US"/>
              <a:t>excellence in alignment with the Toastmasters core values.</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b="1" lang="en-US"/>
              <a:t>Culture of A.R.T.S:  </a:t>
            </a:r>
            <a:r>
              <a:rPr lang="en-US"/>
              <a:t>Create a culture of </a:t>
            </a:r>
            <a:r>
              <a:rPr b="1" lang="en-US"/>
              <a:t>A.R.T.S. (Always Ready to Speak) </a:t>
            </a:r>
            <a:r>
              <a:rPr lang="en-US"/>
              <a:t>among the membership. Encourage members to have a “pocket” speech and be willing to step in when others either don’t sign up or are called away on short notice. This creates a resource for assigning speakers and meeting functionaries with no pressure.</a:t>
            </a:r>
            <a:endParaRPr/>
          </a:p>
          <a:p>
            <a:pPr indent="0" lvl="0" marL="0" rtl="0" algn="l">
              <a:spcBef>
                <a:spcPts val="0"/>
              </a:spcBef>
              <a:spcAft>
                <a:spcPts val="0"/>
              </a:spcAft>
              <a:buNone/>
            </a:pPr>
            <a:r>
              <a:t/>
            </a:r>
            <a:endParaRPr/>
          </a:p>
        </p:txBody>
      </p:sp>
      <p:sp>
        <p:nvSpPr>
          <p:cNvPr id="1354" name="Google Shape;135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p21:notes"/>
          <p:cNvSpPr/>
          <p:nvPr>
            <p:ph idx="2" type="sldImg"/>
          </p:nvPr>
        </p:nvSpPr>
        <p:spPr>
          <a:xfrm>
            <a:off x="1235075" y="630238"/>
            <a:ext cx="4386263" cy="24685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0" name="Google Shape;1360;p21:notes"/>
          <p:cNvSpPr txBox="1"/>
          <p:nvPr>
            <p:ph idx="1" type="body"/>
          </p:nvPr>
        </p:nvSpPr>
        <p:spPr>
          <a:xfrm>
            <a:off x="685800" y="3098800"/>
            <a:ext cx="5486400" cy="5908721"/>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2 minutes</a:t>
            </a:r>
            <a:endParaRPr/>
          </a:p>
          <a:p>
            <a:pPr indent="0" lvl="0" marL="0" rtl="0" algn="l">
              <a:spcBef>
                <a:spcPts val="0"/>
              </a:spcBef>
              <a:spcAft>
                <a:spcPts val="0"/>
              </a:spcAft>
              <a:buNone/>
            </a:pPr>
            <a:r>
              <a:rPr b="1" lang="en-US"/>
              <a:t>Elapsed time: 45 minutes</a:t>
            </a:r>
            <a:endParaRPr/>
          </a:p>
          <a:p>
            <a:pPr indent="0" lvl="0" marL="0" rtl="0" algn="l">
              <a:spcBef>
                <a:spcPts val="0"/>
              </a:spcBef>
              <a:spcAft>
                <a:spcPts val="0"/>
              </a:spcAft>
              <a:buNone/>
            </a:pPr>
            <a:r>
              <a:t/>
            </a:r>
            <a:endParaRPr sz="800"/>
          </a:p>
          <a:p>
            <a:pPr indent="0" lvl="0" marL="0" rtl="0" algn="l">
              <a:spcBef>
                <a:spcPts val="0"/>
              </a:spcBef>
              <a:spcAft>
                <a:spcPts val="0"/>
              </a:spcAft>
              <a:buNone/>
            </a:pPr>
            <a:r>
              <a:rPr b="1" lang="en-US"/>
              <a:t>Facilitator Notes: </a:t>
            </a:r>
            <a:endParaRPr/>
          </a:p>
          <a:p>
            <a:pPr indent="0" lvl="0" marL="0" rtl="0" algn="l">
              <a:spcBef>
                <a:spcPts val="0"/>
              </a:spcBef>
              <a:spcAft>
                <a:spcPts val="0"/>
              </a:spcAft>
              <a:buNone/>
            </a:pPr>
            <a:r>
              <a:rPr b="0" lang="en-US"/>
              <a:t>Managing meeting time is a transferable skill practiced and learned in Toastmasters meetings.</a:t>
            </a:r>
            <a:endParaRPr/>
          </a:p>
          <a:p>
            <a:pPr indent="0" lvl="0" marL="0" rtl="0" algn="l">
              <a:spcBef>
                <a:spcPts val="0"/>
              </a:spcBef>
              <a:spcAft>
                <a:spcPts val="0"/>
              </a:spcAft>
              <a:buNone/>
            </a:pPr>
            <a:r>
              <a:rPr b="0" lang="en-US"/>
              <a:t>The core value of </a:t>
            </a:r>
            <a:r>
              <a:rPr b="1" lang="en-US"/>
              <a:t>respect</a:t>
            </a:r>
            <a:r>
              <a:rPr b="0" lang="en-US"/>
              <a:t> is exhibited when we start on time and end on time. Remember that time is a non-renewable resource; once it is spent, we cannot get it back.</a:t>
            </a:r>
            <a:endParaRPr/>
          </a:p>
          <a:p>
            <a:pPr indent="0" lvl="0" marL="0" rtl="0" algn="l">
              <a:spcBef>
                <a:spcPts val="0"/>
              </a:spcBef>
              <a:spcAft>
                <a:spcPts val="0"/>
              </a:spcAft>
              <a:buClr>
                <a:schemeClr val="dk1"/>
              </a:buClr>
              <a:buSzPts val="800"/>
              <a:buFont typeface="Arial"/>
              <a:buNone/>
            </a:pPr>
            <a:r>
              <a:t/>
            </a:r>
            <a:endParaRPr b="1" sz="800"/>
          </a:p>
          <a:p>
            <a:pPr indent="0" lvl="0" marL="0" rtl="0" algn="l">
              <a:spcBef>
                <a:spcPts val="0"/>
              </a:spcBef>
              <a:spcAft>
                <a:spcPts val="0"/>
              </a:spcAft>
              <a:buClr>
                <a:schemeClr val="dk1"/>
              </a:buClr>
              <a:buSzPts val="1200"/>
              <a:buFont typeface="Arial"/>
              <a:buNone/>
            </a:pPr>
            <a:r>
              <a:rPr b="1" lang="en-US"/>
              <a:t>Time Management:  </a:t>
            </a:r>
            <a:r>
              <a:rPr b="0" lang="en-US"/>
              <a:t>Beginning with the call to order, the clock is ticking. Agendas with timed meeting segments will assist the Toastmaster with ensuring each segment on the agenda runs as planned.  The goal for every meeting is to start on time and end on time and respect everyone’s time.</a:t>
            </a:r>
            <a:endParaRPr/>
          </a:p>
          <a:p>
            <a:pPr indent="-171450" lvl="0" marL="171450" rtl="0" algn="l">
              <a:spcBef>
                <a:spcPts val="0"/>
              </a:spcBef>
              <a:spcAft>
                <a:spcPts val="0"/>
              </a:spcAft>
              <a:buClr>
                <a:schemeClr val="dk1"/>
              </a:buClr>
              <a:buSzPts val="1200"/>
              <a:buFont typeface="Arial"/>
              <a:buChar char="•"/>
            </a:pPr>
            <a:r>
              <a:rPr b="0" lang="en-US"/>
              <a:t>Create a culture in your club of respecting each other’s time by following speech timing and avoid going over your allotted time on the agenda.</a:t>
            </a:r>
            <a:endParaRPr/>
          </a:p>
          <a:p>
            <a:pPr indent="-171450" lvl="0" marL="171450" rtl="0" algn="l">
              <a:spcBef>
                <a:spcPts val="0"/>
              </a:spcBef>
              <a:spcAft>
                <a:spcPts val="0"/>
              </a:spcAft>
              <a:buClr>
                <a:schemeClr val="dk1"/>
              </a:buClr>
              <a:buSzPts val="1200"/>
              <a:buFont typeface="Arial"/>
              <a:buChar char="•"/>
            </a:pPr>
            <a:r>
              <a:rPr b="0" lang="en-US"/>
              <a:t>The Timer should be showing signals for the speaker and keep them visible the entire time so that the speaker is always aware of how much time has elapsed and how much time is remaining.</a:t>
            </a:r>
            <a:endParaRPr/>
          </a:p>
          <a:p>
            <a:pPr indent="0" lvl="0" marL="0" rtl="0" algn="l">
              <a:spcBef>
                <a:spcPts val="0"/>
              </a:spcBef>
              <a:spcAft>
                <a:spcPts val="0"/>
              </a:spcAft>
              <a:buNone/>
            </a:pPr>
            <a:r>
              <a:t/>
            </a:r>
            <a:endParaRPr b="0" sz="800"/>
          </a:p>
          <a:p>
            <a:pPr indent="0" lvl="0" marL="0" rtl="0" algn="l">
              <a:spcBef>
                <a:spcPts val="0"/>
              </a:spcBef>
              <a:spcAft>
                <a:spcPts val="0"/>
              </a:spcAft>
              <a:buClr>
                <a:schemeClr val="dk1"/>
              </a:buClr>
              <a:buSzPts val="1200"/>
              <a:buFont typeface="Arial"/>
              <a:buNone/>
            </a:pPr>
            <a:r>
              <a:rPr b="0" lang="en-US"/>
              <a:t>Adjust Meeting Roles before the meeting begins.</a:t>
            </a:r>
            <a:endParaRPr/>
          </a:p>
          <a:p>
            <a:pPr indent="0" lvl="0" marL="0" rtl="0" algn="l">
              <a:spcBef>
                <a:spcPts val="0"/>
              </a:spcBef>
              <a:spcAft>
                <a:spcPts val="0"/>
              </a:spcAft>
              <a:buClr>
                <a:schemeClr val="dk1"/>
              </a:buClr>
              <a:buSzPts val="1200"/>
              <a:buFont typeface="Arial"/>
              <a:buNone/>
            </a:pPr>
            <a:r>
              <a:rPr b="0" lang="en-US"/>
              <a:t>Taking time during the meeting does not make a good impression on guests and members.</a:t>
            </a:r>
            <a:endParaRPr/>
          </a:p>
          <a:p>
            <a:pPr indent="0" lvl="0" marL="0" rtl="0" algn="l">
              <a:spcBef>
                <a:spcPts val="0"/>
              </a:spcBef>
              <a:spcAft>
                <a:spcPts val="0"/>
              </a:spcAft>
              <a:buNone/>
            </a:pPr>
            <a:r>
              <a:t/>
            </a:r>
            <a:endParaRPr b="0" sz="800"/>
          </a:p>
          <a:p>
            <a:pPr indent="0" lvl="0" marL="0" rtl="0" algn="l">
              <a:spcBef>
                <a:spcPts val="0"/>
              </a:spcBef>
              <a:spcAft>
                <a:spcPts val="0"/>
              </a:spcAft>
              <a:buNone/>
            </a:pPr>
            <a:r>
              <a:rPr b="1" lang="en-US"/>
              <a:t>What do you do when a member consistently disregards the timing of a speech, table topics response or evaluation presentation?</a:t>
            </a:r>
            <a:endParaRPr/>
          </a:p>
          <a:p>
            <a:pPr indent="0" lvl="0" marL="0" rtl="0" algn="l">
              <a:spcBef>
                <a:spcPts val="0"/>
              </a:spcBef>
              <a:spcAft>
                <a:spcPts val="0"/>
              </a:spcAft>
              <a:buNone/>
            </a:pPr>
            <a:r>
              <a:rPr lang="en-US"/>
              <a:t>Suggestion: Have a conversation with them about how this disrespects the time of other members and causes the meeting timing to run longer.</a:t>
            </a:r>
            <a:endParaRPr/>
          </a:p>
          <a:p>
            <a:pPr indent="0" lvl="0" marL="0" rtl="0" algn="l">
              <a:spcBef>
                <a:spcPts val="0"/>
              </a:spcBef>
              <a:spcAft>
                <a:spcPts val="0"/>
              </a:spcAft>
              <a:buNone/>
            </a:pPr>
            <a:r>
              <a:rPr lang="en-US"/>
              <a:t>Encourage them to rehearse their presentations before the meeting.  </a:t>
            </a:r>
            <a:endParaRPr/>
          </a:p>
        </p:txBody>
      </p:sp>
      <p:sp>
        <p:nvSpPr>
          <p:cNvPr id="1361" name="Google Shape;136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5" name="Shape 1365"/>
        <p:cNvGrpSpPr/>
        <p:nvPr/>
      </p:nvGrpSpPr>
      <p:grpSpPr>
        <a:xfrm>
          <a:off x="0" y="0"/>
          <a:ext cx="0" cy="0"/>
          <a:chOff x="0" y="0"/>
          <a:chExt cx="0" cy="0"/>
        </a:xfrm>
      </p:grpSpPr>
      <p:sp>
        <p:nvSpPr>
          <p:cNvPr id="1366" name="Google Shape;1366;p22:notes"/>
          <p:cNvSpPr/>
          <p:nvPr>
            <p:ph idx="2" type="sldImg"/>
          </p:nvPr>
        </p:nvSpPr>
        <p:spPr>
          <a:xfrm>
            <a:off x="685800" y="728663"/>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7" name="Google Shape;1367;p22:notes"/>
          <p:cNvSpPr txBox="1"/>
          <p:nvPr>
            <p:ph idx="1" type="body"/>
          </p:nvPr>
        </p:nvSpPr>
        <p:spPr>
          <a:xfrm>
            <a:off x="685800" y="4080681"/>
            <a:ext cx="5486400" cy="417749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2 minutes</a:t>
            </a:r>
            <a:endParaRPr/>
          </a:p>
          <a:p>
            <a:pPr indent="0" lvl="0" marL="0" rtl="0" algn="l">
              <a:spcBef>
                <a:spcPts val="0"/>
              </a:spcBef>
              <a:spcAft>
                <a:spcPts val="0"/>
              </a:spcAft>
              <a:buNone/>
            </a:pPr>
            <a:r>
              <a:rPr b="1" lang="en-US"/>
              <a:t>Elapsed time: 47 minutes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Facilitator Notes:</a:t>
            </a:r>
            <a:endParaRPr/>
          </a:p>
          <a:p>
            <a:pPr indent="0" lvl="0" marL="0" rtl="0" algn="l">
              <a:spcBef>
                <a:spcPts val="0"/>
              </a:spcBef>
              <a:spcAft>
                <a:spcPts val="0"/>
              </a:spcAft>
              <a:buNone/>
            </a:pPr>
            <a:r>
              <a:rPr b="1" lang="en-US"/>
              <a:t>(Summarize </a:t>
            </a:r>
            <a:r>
              <a:rPr b="0" lang="en-US"/>
              <a:t>as the recipe for success</a:t>
            </a:r>
            <a:r>
              <a:rPr b="1" lang="en-US"/>
              <a:t>.</a:t>
            </a:r>
            <a:r>
              <a:rPr b="0" lang="en-US"/>
              <a:t>)</a:t>
            </a:r>
            <a:endParaRPr/>
          </a:p>
          <a:p>
            <a:pPr indent="-171450" lvl="0" marL="171450" rtl="0" algn="l">
              <a:spcBef>
                <a:spcPts val="0"/>
              </a:spcBef>
              <a:spcAft>
                <a:spcPts val="0"/>
              </a:spcAft>
              <a:buClr>
                <a:schemeClr val="dk1"/>
              </a:buClr>
              <a:buSzPts val="1200"/>
              <a:buFont typeface="Arial"/>
              <a:buChar char="•"/>
            </a:pPr>
            <a:r>
              <a:rPr b="1" lang="en-US">
                <a:solidFill>
                  <a:schemeClr val="dk1"/>
                </a:solidFill>
              </a:rPr>
              <a:t>Know your members and their goals </a:t>
            </a:r>
            <a:r>
              <a:rPr lang="en-US">
                <a:solidFill>
                  <a:schemeClr val="dk1"/>
                </a:solidFill>
              </a:rPr>
              <a:t>– Get to know them personally. Why did they join Toastmasters? Why do they stay? What do they want to achieve? How will you support them in achieving their goals? </a:t>
            </a:r>
            <a:endParaRPr/>
          </a:p>
          <a:p>
            <a:pPr indent="-171450" lvl="0" marL="171450" rtl="0" algn="l">
              <a:spcBef>
                <a:spcPts val="0"/>
              </a:spcBef>
              <a:spcAft>
                <a:spcPts val="0"/>
              </a:spcAft>
              <a:buClr>
                <a:schemeClr val="dk1"/>
              </a:buClr>
              <a:buSzPts val="1200"/>
              <a:buFont typeface="Arial"/>
              <a:buChar char="•"/>
            </a:pPr>
            <a:r>
              <a:rPr b="1" lang="en-US">
                <a:solidFill>
                  <a:schemeClr val="dk1"/>
                </a:solidFill>
              </a:rPr>
              <a:t>Plan club meetings well in advance </a:t>
            </a:r>
            <a:r>
              <a:rPr lang="en-US">
                <a:solidFill>
                  <a:schemeClr val="dk1"/>
                </a:solidFill>
              </a:rPr>
              <a:t>– Planning gives you the opportunity to adapt to unexpected changes. Schedule members to actively participate in club meetings. Schedule members for different roles. </a:t>
            </a:r>
            <a:endParaRPr/>
          </a:p>
          <a:p>
            <a:pPr indent="-171450" lvl="0" marL="171450" rtl="0" algn="l">
              <a:spcBef>
                <a:spcPts val="0"/>
              </a:spcBef>
              <a:spcAft>
                <a:spcPts val="0"/>
              </a:spcAft>
              <a:buClr>
                <a:schemeClr val="dk1"/>
              </a:buClr>
              <a:buSzPts val="1200"/>
              <a:buFont typeface="Arial"/>
              <a:buChar char="•"/>
            </a:pPr>
            <a:r>
              <a:rPr b="1" lang="en-US">
                <a:solidFill>
                  <a:schemeClr val="dk1"/>
                </a:solidFill>
              </a:rPr>
              <a:t>Communicate clearly, concisely, and often </a:t>
            </a:r>
            <a:r>
              <a:rPr lang="en-US">
                <a:solidFill>
                  <a:schemeClr val="dk1"/>
                </a:solidFill>
              </a:rPr>
              <a:t>– Determine how to communicate with your members. Multiple channels can be effective. Which group chat application (e.g. WhatsApp, Telegram, WeChat, Signal, etc.) would be best for your club? </a:t>
            </a:r>
            <a:endParaRPr/>
          </a:p>
          <a:p>
            <a:pPr indent="-171450" lvl="0" marL="171450" rtl="0" algn="l">
              <a:spcBef>
                <a:spcPts val="0"/>
              </a:spcBef>
              <a:spcAft>
                <a:spcPts val="0"/>
              </a:spcAft>
              <a:buClr>
                <a:schemeClr val="dk1"/>
              </a:buClr>
              <a:buSzPts val="1200"/>
              <a:buFont typeface="Arial"/>
              <a:buChar char="•"/>
            </a:pPr>
            <a:r>
              <a:rPr b="1" lang="en-US">
                <a:solidFill>
                  <a:schemeClr val="dk1"/>
                </a:solidFill>
              </a:rPr>
              <a:t>Encourage proactively </a:t>
            </a:r>
            <a:r>
              <a:rPr lang="en-US">
                <a:solidFill>
                  <a:schemeClr val="dk1"/>
                </a:solidFill>
              </a:rPr>
              <a:t>– Nudge, nudge, nudge, support, help and guide.  </a:t>
            </a:r>
            <a:r>
              <a:rPr b="1" lang="en-US">
                <a:solidFill>
                  <a:schemeClr val="dk1"/>
                </a:solidFill>
              </a:rPr>
              <a:t>Be the role model</a:t>
            </a:r>
            <a:r>
              <a:rPr lang="en-US">
                <a:solidFill>
                  <a:schemeClr val="dk1"/>
                </a:solidFill>
              </a:rPr>
              <a:t>. Some members lack the self-confidence to step up. Encourage, motivate, cajole your members to move forward to achieve their goals – their MyWhy – their reason for joining/staying in Toastmasters. </a:t>
            </a:r>
            <a:endParaRPr/>
          </a:p>
          <a:p>
            <a:pPr indent="0" lvl="0" marL="0" rtl="0" algn="l">
              <a:spcBef>
                <a:spcPts val="0"/>
              </a:spcBef>
              <a:spcAft>
                <a:spcPts val="0"/>
              </a:spcAft>
              <a:buNone/>
            </a:pPr>
            <a:r>
              <a:t/>
            </a:r>
            <a:endParaRPr b="1"/>
          </a:p>
        </p:txBody>
      </p:sp>
      <p:sp>
        <p:nvSpPr>
          <p:cNvPr id="1368" name="Google Shape;136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p23: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4" name="Google Shape;1374;p23:notes"/>
          <p:cNvSpPr txBox="1"/>
          <p:nvPr>
            <p:ph idx="1" type="body"/>
          </p:nvPr>
        </p:nvSpPr>
        <p:spPr>
          <a:xfrm>
            <a:off x="685800" y="3916907"/>
            <a:ext cx="5486400" cy="464130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2 minutes</a:t>
            </a:r>
            <a:endParaRPr/>
          </a:p>
          <a:p>
            <a:pPr indent="0" lvl="0" marL="0" rtl="0" algn="l">
              <a:spcBef>
                <a:spcPts val="0"/>
              </a:spcBef>
              <a:spcAft>
                <a:spcPts val="0"/>
              </a:spcAft>
              <a:buNone/>
            </a:pPr>
            <a:r>
              <a:rPr b="1" lang="en-US"/>
              <a:t>Elapsed time: 49 minutes</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US"/>
              <a:t>Facilitator Notes:</a:t>
            </a:r>
            <a:endParaRPr/>
          </a:p>
          <a:p>
            <a:pPr indent="0" lvl="0" marL="0" rtl="0" algn="l">
              <a:spcBef>
                <a:spcPts val="0"/>
              </a:spcBef>
              <a:spcAft>
                <a:spcPts val="0"/>
              </a:spcAft>
              <a:buNone/>
            </a:pPr>
            <a:r>
              <a:rPr b="1" lang="en-US"/>
              <a:t>(Ask) </a:t>
            </a:r>
            <a:r>
              <a:rPr b="0" lang="en-US"/>
              <a:t>What are some useful resources for VPEs?  </a:t>
            </a:r>
            <a:endParaRPr/>
          </a:p>
          <a:p>
            <a:pPr indent="0" lvl="0" marL="0" rtl="0" algn="l">
              <a:spcBef>
                <a:spcPts val="0"/>
              </a:spcBef>
              <a:spcAft>
                <a:spcPts val="0"/>
              </a:spcAft>
              <a:buNone/>
            </a:pPr>
            <a:r>
              <a:t/>
            </a:r>
            <a:endParaRPr b="0"/>
          </a:p>
          <a:p>
            <a:pPr indent="0" lvl="0" marL="0" rtl="0" algn="l">
              <a:spcBef>
                <a:spcPts val="0"/>
              </a:spcBef>
              <a:spcAft>
                <a:spcPts val="0"/>
              </a:spcAft>
              <a:buNone/>
            </a:pPr>
            <a:r>
              <a:rPr b="0" lang="en-US"/>
              <a:t>(</a:t>
            </a:r>
            <a:r>
              <a:rPr b="1" lang="en-US"/>
              <a:t>Copy and paste </a:t>
            </a:r>
            <a:r>
              <a:rPr b="0" lang="en-US"/>
              <a:t>the resource links into the online chat for participants to access, if training online and tell participants to “save the chat”.)</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US" u="sng"/>
              <a:t>Meeting Management Links</a:t>
            </a:r>
            <a:endParaRPr/>
          </a:p>
          <a:p>
            <a:pPr indent="0" lvl="0" marL="0" marR="0" rtl="0" algn="l">
              <a:lnSpc>
                <a:spcPct val="100000"/>
              </a:lnSpc>
              <a:spcBef>
                <a:spcPts val="0"/>
              </a:spcBef>
              <a:spcAft>
                <a:spcPts val="0"/>
              </a:spcAft>
              <a:buClr>
                <a:schemeClr val="dk1"/>
              </a:buClr>
              <a:buSzPts val="1200"/>
              <a:buFont typeface="Calibri"/>
              <a:buNone/>
            </a:pPr>
            <a:r>
              <a:rPr b="1" lang="en-US"/>
              <a:t>- FTH (FreeToastHost)</a:t>
            </a:r>
            <a:endParaRPr b="0" i="0" u="none" cap="none" strike="noStrike">
              <a:solidFill>
                <a:srgbClr val="080808"/>
              </a:solidFill>
              <a:latin typeface="Arial"/>
              <a:ea typeface="Arial"/>
              <a:cs typeface="Arial"/>
              <a:sym typeface="Arial"/>
            </a:endParaRPr>
          </a:p>
          <a:p>
            <a:pPr indent="0" lvl="0" marL="0" rtl="0" algn="l">
              <a:spcBef>
                <a:spcPts val="0"/>
              </a:spcBef>
              <a:spcAft>
                <a:spcPts val="0"/>
              </a:spcAft>
              <a:buNone/>
            </a:pPr>
            <a:r>
              <a:rPr b="0" lang="en-US"/>
              <a:t>- </a:t>
            </a:r>
            <a:r>
              <a:rPr b="0" lang="en-US" u="sng">
                <a:solidFill>
                  <a:schemeClr val="hlink"/>
                </a:solidFill>
                <a:hlinkClick r:id="rId2"/>
              </a:rPr>
              <a:t>https://support.toastmastersclubs.org</a:t>
            </a:r>
            <a:r>
              <a:rPr b="0" lang="en-US"/>
              <a:t> </a:t>
            </a:r>
            <a:endParaRPr/>
          </a:p>
          <a:p>
            <a:pPr indent="0" lvl="0" marL="0" rtl="0" algn="l">
              <a:spcBef>
                <a:spcPts val="0"/>
              </a:spcBef>
              <a:spcAft>
                <a:spcPts val="0"/>
              </a:spcAft>
              <a:buNone/>
            </a:pPr>
            <a:r>
              <a:t/>
            </a:r>
            <a:endParaRPr b="1"/>
          </a:p>
          <a:p>
            <a:pPr indent="0" lvl="0" marL="0" marR="0" rtl="0" algn="l">
              <a:lnSpc>
                <a:spcPct val="100000"/>
              </a:lnSpc>
              <a:spcBef>
                <a:spcPts val="0"/>
              </a:spcBef>
              <a:spcAft>
                <a:spcPts val="0"/>
              </a:spcAft>
              <a:buClr>
                <a:schemeClr val="dk1"/>
              </a:buClr>
              <a:buSzPts val="1200"/>
              <a:buFont typeface="Calibri"/>
              <a:buNone/>
            </a:pPr>
            <a:r>
              <a:rPr b="1" lang="en-US"/>
              <a:t>- Easy-Speak FAQ</a:t>
            </a:r>
            <a:endParaRPr b="0" i="0" u="none" cap="none" strike="noStrike">
              <a:solidFill>
                <a:srgbClr val="080808"/>
              </a:solidFill>
              <a:latin typeface="Arial"/>
              <a:ea typeface="Arial"/>
              <a:cs typeface="Arial"/>
              <a:sym typeface="Arial"/>
            </a:endParaRPr>
          </a:p>
          <a:p>
            <a:pPr indent="0" lvl="0" marL="0" rtl="0" algn="l">
              <a:spcBef>
                <a:spcPts val="0"/>
              </a:spcBef>
              <a:spcAft>
                <a:spcPts val="0"/>
              </a:spcAft>
              <a:buNone/>
            </a:pPr>
            <a:r>
              <a:rPr b="0" lang="en-US"/>
              <a:t>- </a:t>
            </a:r>
            <a:r>
              <a:rPr b="0" lang="en-US" u="sng">
                <a:solidFill>
                  <a:schemeClr val="hlink"/>
                </a:solidFill>
                <a:hlinkClick r:id="rId3"/>
              </a:rPr>
              <a:t>https://easy-speak.org/faq.php</a:t>
            </a:r>
            <a:r>
              <a:rPr b="0" lang="en-US"/>
              <a:t> </a:t>
            </a:r>
            <a:endParaRPr/>
          </a:p>
          <a:p>
            <a:pPr indent="0" lvl="0" marL="0" rtl="0" algn="l">
              <a:spcBef>
                <a:spcPts val="0"/>
              </a:spcBef>
              <a:spcAft>
                <a:spcPts val="0"/>
              </a:spcAft>
              <a:buNone/>
            </a:pPr>
            <a:r>
              <a:t/>
            </a:r>
            <a:endParaRPr b="1"/>
          </a:p>
          <a:p>
            <a:pPr indent="0" lvl="0" marL="0" rtl="0" algn="l">
              <a:spcBef>
                <a:spcPts val="0"/>
              </a:spcBef>
              <a:spcAft>
                <a:spcPts val="0"/>
              </a:spcAft>
              <a:buNone/>
            </a:pPr>
            <a:r>
              <a:rPr b="1" lang="en-US" u="sng"/>
              <a:t>Pathways Links</a:t>
            </a:r>
            <a:endParaRPr/>
          </a:p>
          <a:p>
            <a:pPr indent="-171450" lvl="0" marL="171450" marR="0" rtl="0" algn="l">
              <a:lnSpc>
                <a:spcPct val="100000"/>
              </a:lnSpc>
              <a:spcBef>
                <a:spcPts val="0"/>
              </a:spcBef>
              <a:spcAft>
                <a:spcPts val="0"/>
              </a:spcAft>
              <a:buClr>
                <a:schemeClr val="dk1"/>
              </a:buClr>
              <a:buSzPts val="1200"/>
              <a:buFont typeface="Calibri"/>
              <a:buChar char="-"/>
            </a:pPr>
            <a:r>
              <a:rPr b="1" lang="en-US"/>
              <a:t>Pathways Overview</a:t>
            </a:r>
            <a:endParaRPr b="0" i="0" u="none" cap="none" strike="noStrike">
              <a:solidFill>
                <a:srgbClr val="080808"/>
              </a:solidFill>
              <a:latin typeface="Arial"/>
              <a:ea typeface="Arial"/>
              <a:cs typeface="Arial"/>
              <a:sym typeface="Arial"/>
            </a:endParaRPr>
          </a:p>
          <a:p>
            <a:pPr indent="-171450" lvl="0" marL="171450" rtl="0" algn="l">
              <a:spcBef>
                <a:spcPts val="0"/>
              </a:spcBef>
              <a:spcAft>
                <a:spcPts val="0"/>
              </a:spcAft>
              <a:buClr>
                <a:schemeClr val="dk1"/>
              </a:buClr>
              <a:buSzPts val="1200"/>
              <a:buFont typeface="Calibri"/>
              <a:buChar char="-"/>
            </a:pPr>
            <a:r>
              <a:rPr b="0" lang="en-US" u="sng">
                <a:solidFill>
                  <a:schemeClr val="hlink"/>
                </a:solidFill>
                <a:hlinkClick r:id="rId4"/>
              </a:rPr>
              <a:t>https://www.toastmasters.org/education/pathways</a:t>
            </a:r>
            <a:r>
              <a:rPr b="0" lang="en-US"/>
              <a:t> </a:t>
            </a:r>
            <a:endParaRPr/>
          </a:p>
          <a:p>
            <a:pPr indent="0" lvl="0" marL="0" rtl="0" algn="l">
              <a:spcBef>
                <a:spcPts val="0"/>
              </a:spcBef>
              <a:spcAft>
                <a:spcPts val="0"/>
              </a:spcAft>
              <a:buNone/>
            </a:pPr>
            <a:r>
              <a:t/>
            </a:r>
            <a:endParaRPr b="1"/>
          </a:p>
          <a:p>
            <a:pPr indent="0" lvl="0" marL="0" marR="0" rtl="0" algn="l">
              <a:lnSpc>
                <a:spcPct val="100000"/>
              </a:lnSpc>
              <a:spcBef>
                <a:spcPts val="0"/>
              </a:spcBef>
              <a:spcAft>
                <a:spcPts val="0"/>
              </a:spcAft>
              <a:buClr>
                <a:schemeClr val="dk1"/>
              </a:buClr>
              <a:buSzPts val="1200"/>
              <a:buFont typeface="Calibri"/>
              <a:buNone/>
            </a:pPr>
            <a:r>
              <a:rPr b="1" lang="en-US"/>
              <a:t>- Base Camp Videos</a:t>
            </a:r>
            <a:endParaRPr b="0" i="0" u="none" cap="none" strike="noStrike">
              <a:solidFill>
                <a:srgbClr val="080808"/>
              </a:solidFill>
              <a:latin typeface="Arial"/>
              <a:ea typeface="Arial"/>
              <a:cs typeface="Arial"/>
              <a:sym typeface="Arial"/>
            </a:endParaRPr>
          </a:p>
          <a:p>
            <a:pPr indent="0" lvl="0" marL="0" rtl="0" algn="l">
              <a:spcBef>
                <a:spcPts val="0"/>
              </a:spcBef>
              <a:spcAft>
                <a:spcPts val="0"/>
              </a:spcAft>
              <a:buNone/>
            </a:pPr>
            <a:r>
              <a:rPr b="0" lang="en-US"/>
              <a:t>- </a:t>
            </a:r>
            <a:r>
              <a:rPr b="0" lang="en-US" u="sng">
                <a:solidFill>
                  <a:schemeClr val="hlink"/>
                </a:solidFill>
                <a:hlinkClick r:id="rId5"/>
              </a:rPr>
              <a:t>https://www.toastmasters.org/education/base-camp-videos</a:t>
            </a:r>
            <a:r>
              <a:rPr b="0" lang="en-US"/>
              <a:t> </a:t>
            </a:r>
            <a:endParaRPr/>
          </a:p>
          <a:p>
            <a:pPr indent="0" lvl="0" marL="0" rtl="0" algn="l">
              <a:spcBef>
                <a:spcPts val="0"/>
              </a:spcBef>
              <a:spcAft>
                <a:spcPts val="0"/>
              </a:spcAft>
              <a:buNone/>
            </a:pPr>
            <a:r>
              <a:t/>
            </a:r>
            <a:endParaRPr b="1"/>
          </a:p>
          <a:p>
            <a:pPr indent="0" lvl="0" marL="0" marR="0" rtl="0" algn="l">
              <a:lnSpc>
                <a:spcPct val="100000"/>
              </a:lnSpc>
              <a:spcBef>
                <a:spcPts val="0"/>
              </a:spcBef>
              <a:spcAft>
                <a:spcPts val="0"/>
              </a:spcAft>
              <a:buClr>
                <a:schemeClr val="dk1"/>
              </a:buClr>
              <a:buSzPts val="1200"/>
              <a:buFont typeface="Calibri"/>
              <a:buNone/>
            </a:pPr>
            <a:r>
              <a:rPr b="1" lang="en-US"/>
              <a:t>- Updates Page (use for finding coming changes to the platform)</a:t>
            </a:r>
            <a:endParaRPr b="0" i="0" u="none" cap="none" strike="noStrike">
              <a:solidFill>
                <a:srgbClr val="080808"/>
              </a:solidFill>
              <a:latin typeface="Arial"/>
              <a:ea typeface="Arial"/>
              <a:cs typeface="Arial"/>
              <a:sym typeface="Arial"/>
            </a:endParaRPr>
          </a:p>
          <a:p>
            <a:pPr indent="0" lvl="0" marL="0" rtl="0" algn="l">
              <a:spcBef>
                <a:spcPts val="0"/>
              </a:spcBef>
              <a:spcAft>
                <a:spcPts val="0"/>
              </a:spcAft>
              <a:buNone/>
            </a:pPr>
            <a:r>
              <a:rPr b="0" lang="en-US"/>
              <a:t>- </a:t>
            </a:r>
            <a:r>
              <a:rPr b="0" lang="en-US" u="sng">
                <a:solidFill>
                  <a:schemeClr val="hlink"/>
                </a:solidFill>
                <a:hlinkClick r:id="rId6"/>
              </a:rPr>
              <a:t>https://www.toastmasters.org/education/pathways/pathways-updates</a:t>
            </a:r>
            <a:r>
              <a:rPr b="0" lang="en-US"/>
              <a:t> </a:t>
            </a:r>
            <a:endParaRPr/>
          </a:p>
          <a:p>
            <a:pPr indent="0" lvl="0" marL="0" rtl="0" algn="l">
              <a:spcBef>
                <a:spcPts val="0"/>
              </a:spcBef>
              <a:spcAft>
                <a:spcPts val="0"/>
              </a:spcAft>
              <a:buNone/>
            </a:pPr>
            <a:r>
              <a:t/>
            </a:r>
            <a:endParaRPr b="1"/>
          </a:p>
          <a:p>
            <a:pPr indent="0" lvl="0" marL="0" marR="0" rtl="0" algn="l">
              <a:lnSpc>
                <a:spcPct val="100000"/>
              </a:lnSpc>
              <a:spcBef>
                <a:spcPts val="0"/>
              </a:spcBef>
              <a:spcAft>
                <a:spcPts val="0"/>
              </a:spcAft>
              <a:buClr>
                <a:schemeClr val="dk1"/>
              </a:buClr>
              <a:buSzPts val="1200"/>
              <a:buFont typeface="Calibri"/>
              <a:buNone/>
            </a:pPr>
            <a:r>
              <a:rPr b="1" lang="en-US"/>
              <a:t>Effective Club Practices – manual for being a high performing club</a:t>
            </a:r>
            <a:endParaRPr b="0" i="0" sz="1200" u="none" cap="none" strike="noStrike">
              <a:solidFill>
                <a:srgbClr val="080808"/>
              </a:solidFill>
              <a:latin typeface="Arial"/>
              <a:ea typeface="Arial"/>
              <a:cs typeface="Arial"/>
              <a:sym typeface="Arial"/>
            </a:endParaRPr>
          </a:p>
          <a:p>
            <a:pPr indent="0" lvl="0" marL="0" rtl="0" algn="l">
              <a:spcBef>
                <a:spcPts val="0"/>
              </a:spcBef>
              <a:spcAft>
                <a:spcPts val="0"/>
              </a:spcAft>
              <a:buNone/>
            </a:pPr>
            <a:r>
              <a:rPr b="0" lang="en-US" u="sng">
                <a:solidFill>
                  <a:schemeClr val="hlink"/>
                </a:solidFill>
                <a:hlinkClick r:id="rId7"/>
              </a:rPr>
              <a:t>https://ccdn.toastmasters.org/medias/files/department-documents/club-documents/1315-effective-club-practices.pdf</a:t>
            </a:r>
            <a:r>
              <a:rPr b="0" lang="en-US"/>
              <a:t> </a:t>
            </a:r>
            <a:endParaRPr/>
          </a:p>
          <a:p>
            <a:pPr indent="0" lvl="0" marL="0" rtl="0" algn="l">
              <a:spcBef>
                <a:spcPts val="0"/>
              </a:spcBef>
              <a:spcAft>
                <a:spcPts val="0"/>
              </a:spcAft>
              <a:buNone/>
            </a:pPr>
            <a:r>
              <a:t/>
            </a:r>
            <a:endParaRPr b="1"/>
          </a:p>
          <a:p>
            <a:pPr indent="0" lvl="0" marL="0" marR="0" rtl="0" algn="l">
              <a:lnSpc>
                <a:spcPct val="100000"/>
              </a:lnSpc>
              <a:spcBef>
                <a:spcPts val="0"/>
              </a:spcBef>
              <a:spcAft>
                <a:spcPts val="0"/>
              </a:spcAft>
              <a:buClr>
                <a:schemeClr val="dk1"/>
              </a:buClr>
              <a:buSzPts val="1200"/>
              <a:buFont typeface="Calibri"/>
              <a:buNone/>
            </a:pPr>
            <a:r>
              <a:rPr b="1" lang="en-US"/>
              <a:t>Club Excellence Curriculum</a:t>
            </a:r>
            <a:endParaRPr b="0" i="0" sz="1200" u="none" cap="none" strike="noStrike">
              <a:solidFill>
                <a:srgbClr val="080808"/>
              </a:solidFill>
              <a:latin typeface="Arial"/>
              <a:ea typeface="Arial"/>
              <a:cs typeface="Arial"/>
              <a:sym typeface="Arial"/>
            </a:endParaRPr>
          </a:p>
          <a:p>
            <a:pPr indent="0" lvl="0" marL="0" rtl="0" algn="l">
              <a:spcBef>
                <a:spcPts val="0"/>
              </a:spcBef>
              <a:spcAft>
                <a:spcPts val="0"/>
              </a:spcAft>
              <a:buNone/>
            </a:pPr>
            <a:r>
              <a:rPr b="0" lang="en-US" u="sng">
                <a:solidFill>
                  <a:schemeClr val="hlink"/>
                </a:solidFill>
                <a:hlinkClick r:id="rId8"/>
              </a:rPr>
              <a:t>https://content.toastmasters.org/image/upload/club-excellence-curriculum.pdf</a:t>
            </a:r>
            <a:r>
              <a:rPr b="0" lang="en-US"/>
              <a:t> </a:t>
            </a:r>
            <a:endParaRPr/>
          </a:p>
          <a:p>
            <a:pPr indent="0" lvl="0" marL="0" rtl="0" algn="l">
              <a:spcBef>
                <a:spcPts val="0"/>
              </a:spcBef>
              <a:spcAft>
                <a:spcPts val="0"/>
              </a:spcAft>
              <a:buNone/>
            </a:pPr>
            <a:r>
              <a:t/>
            </a:r>
            <a:endParaRPr b="1"/>
          </a:p>
          <a:p>
            <a:pPr indent="0" lvl="0" marL="0" rtl="0" algn="l">
              <a:spcBef>
                <a:spcPts val="0"/>
              </a:spcBef>
              <a:spcAft>
                <a:spcPts val="0"/>
              </a:spcAft>
              <a:buNone/>
            </a:pPr>
            <a:r>
              <a:t/>
            </a:r>
            <a:endParaRPr b="1"/>
          </a:p>
          <a:p>
            <a:pPr indent="0" lvl="0" marL="0" rtl="0" algn="l">
              <a:spcBef>
                <a:spcPts val="0"/>
              </a:spcBef>
              <a:spcAft>
                <a:spcPts val="0"/>
              </a:spcAft>
              <a:buNone/>
            </a:pPr>
            <a:r>
              <a:t/>
            </a:r>
            <a:endParaRPr/>
          </a:p>
        </p:txBody>
      </p:sp>
      <p:sp>
        <p:nvSpPr>
          <p:cNvPr id="1375" name="Google Shape;137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p24: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0" name="Google Shape;1380;p24: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3 minutes</a:t>
            </a:r>
            <a:endParaRPr/>
          </a:p>
          <a:p>
            <a:pPr indent="0" lvl="0" marL="0" rtl="0" algn="l">
              <a:spcBef>
                <a:spcPts val="0"/>
              </a:spcBef>
              <a:spcAft>
                <a:spcPts val="0"/>
              </a:spcAft>
              <a:buNone/>
            </a:pPr>
            <a:r>
              <a:rPr b="1" lang="en-US" sz="1200">
                <a:latin typeface="Arial"/>
                <a:ea typeface="Arial"/>
                <a:cs typeface="Arial"/>
                <a:sym typeface="Arial"/>
              </a:rPr>
              <a:t>Elapsed time: 52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marR="0" rtl="0" algn="l">
              <a:lnSpc>
                <a:spcPct val="100000"/>
              </a:lnSpc>
              <a:spcBef>
                <a:spcPts val="800"/>
              </a:spcBef>
              <a:spcAft>
                <a:spcPts val="0"/>
              </a:spcAft>
              <a:buClr>
                <a:schemeClr val="dk1"/>
              </a:buClr>
              <a:buSzPts val="1200"/>
              <a:buFont typeface="Calibri"/>
              <a:buNone/>
            </a:pPr>
            <a:r>
              <a:t/>
            </a:r>
            <a:endParaRPr b="1" sz="1200"/>
          </a:p>
          <a:p>
            <a:pPr indent="0" lvl="0" marL="0" rtl="0" algn="l">
              <a:spcBef>
                <a:spcPts val="0"/>
              </a:spcBef>
              <a:spcAft>
                <a:spcPts val="0"/>
              </a:spcAft>
              <a:buNone/>
            </a:pPr>
            <a:r>
              <a:rPr lang="en-US"/>
              <a:t>(</a:t>
            </a:r>
            <a:r>
              <a:rPr b="1" lang="en-US"/>
              <a:t>Address</a:t>
            </a:r>
            <a:r>
              <a:rPr lang="en-US"/>
              <a:t> any questions from the VPE participants.)</a:t>
            </a:r>
            <a:endParaRPr/>
          </a:p>
          <a:p>
            <a:pPr indent="0" lvl="0" marL="0" rtl="0" algn="l">
              <a:spcBef>
                <a:spcPts val="0"/>
              </a:spcBef>
              <a:spcAft>
                <a:spcPts val="0"/>
              </a:spcAft>
              <a:buNone/>
            </a:pPr>
            <a:r>
              <a:t/>
            </a:r>
            <a:endParaRPr/>
          </a:p>
        </p:txBody>
      </p:sp>
      <p:sp>
        <p:nvSpPr>
          <p:cNvPr id="1381" name="Google Shape;138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p25:notes"/>
          <p:cNvSpPr/>
          <p:nvPr>
            <p:ph idx="2" type="sldImg"/>
          </p:nvPr>
        </p:nvSpPr>
        <p:spPr>
          <a:xfrm>
            <a:off x="1000125" y="603250"/>
            <a:ext cx="4814888" cy="27082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6" name="Google Shape;1386;p25:notes"/>
          <p:cNvSpPr txBox="1"/>
          <p:nvPr>
            <p:ph idx="1" type="body"/>
          </p:nvPr>
        </p:nvSpPr>
        <p:spPr>
          <a:xfrm>
            <a:off x="644855" y="3311526"/>
            <a:ext cx="5646761" cy="583247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100">
                <a:latin typeface="Arial"/>
                <a:ea typeface="Arial"/>
                <a:cs typeface="Arial"/>
                <a:sym typeface="Arial"/>
              </a:rPr>
              <a:t>Time on slide: 3 minutes</a:t>
            </a:r>
            <a:endParaRPr/>
          </a:p>
          <a:p>
            <a:pPr indent="0" lvl="0" marL="0" rtl="0" algn="l">
              <a:spcBef>
                <a:spcPts val="0"/>
              </a:spcBef>
              <a:spcAft>
                <a:spcPts val="0"/>
              </a:spcAft>
              <a:buNone/>
            </a:pPr>
            <a:r>
              <a:rPr b="1" lang="en-US" sz="1100">
                <a:latin typeface="Arial"/>
                <a:ea typeface="Arial"/>
                <a:cs typeface="Arial"/>
                <a:sym typeface="Arial"/>
              </a:rPr>
              <a:t>Elapsed time: 55 minutes</a:t>
            </a:r>
            <a:endParaRPr/>
          </a:p>
          <a:p>
            <a:pPr indent="0" lvl="0" marL="0" rtl="0" algn="l">
              <a:lnSpc>
                <a:spcPct val="107000"/>
              </a:lnSpc>
              <a:spcBef>
                <a:spcPts val="0"/>
              </a:spcBef>
              <a:spcAft>
                <a:spcPts val="0"/>
              </a:spcAft>
              <a:buNone/>
            </a:pPr>
            <a:r>
              <a:t/>
            </a:r>
            <a:endParaRPr sz="1100">
              <a:latin typeface="Arial"/>
              <a:ea typeface="Arial"/>
              <a:cs typeface="Arial"/>
              <a:sym typeface="Arial"/>
            </a:endParaRPr>
          </a:p>
          <a:p>
            <a:pPr indent="0" lvl="0" marL="0" rtl="0" algn="l">
              <a:lnSpc>
                <a:spcPct val="107000"/>
              </a:lnSpc>
              <a:spcBef>
                <a:spcPts val="800"/>
              </a:spcBef>
              <a:spcAft>
                <a:spcPts val="0"/>
              </a:spcAft>
              <a:buNone/>
            </a:pPr>
            <a:r>
              <a:rPr b="1" lang="en-US" sz="1100">
                <a:latin typeface="Arial"/>
                <a:ea typeface="Arial"/>
                <a:cs typeface="Arial"/>
                <a:sym typeface="Arial"/>
              </a:rPr>
              <a:t>Facilitator Notes:</a:t>
            </a:r>
            <a:endParaRPr/>
          </a:p>
          <a:p>
            <a:pPr indent="0" lvl="0" marL="0" marR="0" rtl="0" algn="l">
              <a:lnSpc>
                <a:spcPct val="100000"/>
              </a:lnSpc>
              <a:spcBef>
                <a:spcPts val="800"/>
              </a:spcBef>
              <a:spcAft>
                <a:spcPts val="0"/>
              </a:spcAft>
              <a:buClr>
                <a:schemeClr val="dk1"/>
              </a:buClr>
              <a:buSzPts val="1100"/>
              <a:buFont typeface="Calibri"/>
              <a:buNone/>
            </a:pPr>
            <a:r>
              <a:t/>
            </a:r>
            <a:endParaRPr b="1" sz="1100"/>
          </a:p>
          <a:p>
            <a:pPr indent="0" lvl="0" marL="0" rtl="0" algn="l">
              <a:spcBef>
                <a:spcPts val="0"/>
              </a:spcBef>
              <a:spcAft>
                <a:spcPts val="0"/>
              </a:spcAft>
              <a:buNone/>
            </a:pPr>
            <a:r>
              <a:rPr lang="en-US" sz="1100"/>
              <a:t>(</a:t>
            </a:r>
            <a:r>
              <a:rPr b="1" lang="en-US" sz="1100"/>
              <a:t>Ask</a:t>
            </a:r>
            <a:r>
              <a:rPr lang="en-US" sz="1100"/>
              <a:t> the VPEs what their next steps will be. Then show and discuss the first four questions on the list. After discussing these, show the next slide.)</a:t>
            </a:r>
            <a:endParaRPr/>
          </a:p>
        </p:txBody>
      </p:sp>
      <p:sp>
        <p:nvSpPr>
          <p:cNvPr id="1387" name="Google Shape;138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p26:notes"/>
          <p:cNvSpPr/>
          <p:nvPr>
            <p:ph idx="2" type="sldImg"/>
          </p:nvPr>
        </p:nvSpPr>
        <p:spPr>
          <a:xfrm>
            <a:off x="957263" y="557213"/>
            <a:ext cx="4900612" cy="27574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3" name="Google Shape;1393;p26:notes"/>
          <p:cNvSpPr txBox="1"/>
          <p:nvPr>
            <p:ph idx="1" type="body"/>
          </p:nvPr>
        </p:nvSpPr>
        <p:spPr>
          <a:xfrm>
            <a:off x="685800" y="3429001"/>
            <a:ext cx="5486400" cy="52562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Time on slide: 3 minutes</a:t>
            </a:r>
            <a:endParaRPr/>
          </a:p>
          <a:p>
            <a:pPr indent="0" lvl="0" marL="0" rtl="0" algn="l">
              <a:spcBef>
                <a:spcPts val="0"/>
              </a:spcBef>
              <a:spcAft>
                <a:spcPts val="0"/>
              </a:spcAft>
              <a:buNone/>
            </a:pPr>
            <a:r>
              <a:rPr b="1" lang="en-US"/>
              <a:t>Elapsed time: 58 minutes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lnSpc>
                <a:spcPct val="107000"/>
              </a:lnSpc>
              <a:spcBef>
                <a:spcPts val="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rPr lang="en-US" sz="1200">
                <a:solidFill>
                  <a:schemeClr val="dk1"/>
                </a:solidFill>
                <a:latin typeface="Calibri"/>
                <a:ea typeface="Calibri"/>
                <a:cs typeface="Calibri"/>
                <a:sym typeface="Calibri"/>
              </a:rPr>
              <a:t>Your first 90 days set the tone for your term. Here are quick wins:</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Contribute to the Club Success Plan – Due September 30</a:t>
            </a:r>
            <a:r>
              <a:rPr baseline="30000" lang="en-US" sz="1200">
                <a:solidFill>
                  <a:schemeClr val="dk1"/>
                </a:solidFill>
                <a:latin typeface="Calibri"/>
                <a:ea typeface="Calibri"/>
                <a:cs typeface="Calibri"/>
                <a:sym typeface="Calibri"/>
              </a:rPr>
              <a:t>th</a:t>
            </a:r>
            <a:r>
              <a:rPr lang="en-US" sz="1200">
                <a:solidFill>
                  <a:schemeClr val="dk1"/>
                </a:solidFill>
                <a:latin typeface="Calibri"/>
                <a:ea typeface="Calibri"/>
                <a:cs typeface="Calibri"/>
                <a:sym typeface="Calibri"/>
              </a:rPr>
              <a:t> </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Schedule all club meetings and special events for the year – encourage tentative dates to be confirmed later </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Become familiar with your club’s educational tracking tools</a:t>
            </a:r>
            <a:endParaRPr/>
          </a:p>
          <a:p>
            <a:pPr indent="-171450" lvl="0" marL="171450" marR="0" rtl="0" algn="l">
              <a:lnSpc>
                <a:spcPct val="100000"/>
              </a:lnSpc>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Review member status in Pathways</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Connect personally with members – begin to learn their goals for the year</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Learn the best way to engage with your members (Chat group, Facebook, etc)</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  </a:t>
            </a:r>
            <a:endParaRPr/>
          </a:p>
          <a:p>
            <a:pPr indent="0" lvl="0" marL="0" rtl="0" algn="l">
              <a:spcBef>
                <a:spcPts val="0"/>
              </a:spcBef>
              <a:spcAft>
                <a:spcPts val="0"/>
              </a:spcAft>
              <a:buNone/>
            </a:pPr>
            <a:r>
              <a:rPr b="1" lang="en-US" sz="1200">
                <a:solidFill>
                  <a:schemeClr val="dk1"/>
                </a:solidFill>
                <a:latin typeface="Calibri"/>
                <a:ea typeface="Calibri"/>
                <a:cs typeface="Calibri"/>
                <a:sym typeface="Calibri"/>
              </a:rPr>
              <a:t>(Ask)  </a:t>
            </a:r>
            <a:r>
              <a:rPr lang="en-US" sz="1200">
                <a:solidFill>
                  <a:schemeClr val="dk1"/>
                </a:solidFill>
                <a:latin typeface="Calibri"/>
                <a:ea typeface="Calibri"/>
                <a:cs typeface="Calibri"/>
                <a:sym typeface="Calibri"/>
              </a:rPr>
              <a:t>Which of these will you tackle first? These steps build momentum and confidence early. To do all this effectively, you need the right tools and an Education team/committee. How will you break these down into next 1-2 weeks, 30 days, and 90 days? What could you use help with? How will you delegate this to members who want to serve on the Education team/committee?</a:t>
            </a:r>
            <a:endParaRPr/>
          </a:p>
          <a:p>
            <a:pPr indent="0" lvl="0" marL="0" marR="0" rtl="0" algn="l">
              <a:lnSpc>
                <a:spcPct val="100000"/>
              </a:lnSpc>
              <a:spcBef>
                <a:spcPts val="0"/>
              </a:spcBef>
              <a:spcAft>
                <a:spcPts val="0"/>
              </a:spcAft>
              <a:buClr>
                <a:schemeClr val="dk1"/>
              </a:buClr>
              <a:buSzPts val="1200"/>
              <a:buFont typeface="Calibri"/>
              <a:buNone/>
            </a:pPr>
            <a:r>
              <a:t/>
            </a:r>
            <a:endParaRPr>
              <a:solidFill>
                <a:schemeClr val="dk1"/>
              </a:solidFill>
            </a:endParaRPr>
          </a:p>
        </p:txBody>
      </p:sp>
      <p:sp>
        <p:nvSpPr>
          <p:cNvPr id="1394" name="Google Shape;1394;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p27: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0" name="Google Shape;1400;p27: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1 minute</a:t>
            </a:r>
            <a:endParaRPr/>
          </a:p>
          <a:p>
            <a:pPr indent="0" lvl="0" marL="0" rtl="0" algn="l">
              <a:spcBef>
                <a:spcPts val="0"/>
              </a:spcBef>
              <a:spcAft>
                <a:spcPts val="0"/>
              </a:spcAft>
              <a:buNone/>
            </a:pPr>
            <a:r>
              <a:rPr b="1" lang="en-US" sz="1200">
                <a:latin typeface="Arial"/>
                <a:ea typeface="Arial"/>
                <a:cs typeface="Arial"/>
                <a:sym typeface="Arial"/>
              </a:rPr>
              <a:t>Elapsed time: 59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rPr lang="en-US"/>
              <a:t>(Encourage the VPEs to take action today to ensure all their members are enrolled and active in Pathways and </a:t>
            </a:r>
            <a:endParaRPr/>
          </a:p>
          <a:p>
            <a:pPr indent="0" lvl="0" marL="0" rtl="0" algn="l">
              <a:spcBef>
                <a:spcPts val="0"/>
              </a:spcBef>
              <a:spcAft>
                <a:spcPts val="0"/>
              </a:spcAft>
              <a:buNone/>
            </a:pPr>
            <a:r>
              <a:rPr lang="en-US"/>
              <a:t>to schedule their members to regularly participate in upcoming club meetings.)</a:t>
            </a:r>
            <a:endParaRPr/>
          </a:p>
        </p:txBody>
      </p:sp>
      <p:sp>
        <p:nvSpPr>
          <p:cNvPr id="1401" name="Google Shape;1401;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1.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 Id="rId3" Type="http://schemas.openxmlformats.org/officeDocument/2006/relationships/image" Target="../media/image5.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jpg"/><Relationship Id="rId3" Type="http://schemas.openxmlformats.org/officeDocument/2006/relationships/image" Target="../media/image5.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1.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4.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png"/></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png"/></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png"/></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 name="Shape 16"/>
        <p:cNvGrpSpPr/>
        <p:nvPr/>
      </p:nvGrpSpPr>
      <p:grpSpPr>
        <a:xfrm>
          <a:off x="0" y="0"/>
          <a:ext cx="0" cy="0"/>
          <a:chOff x="0" y="0"/>
          <a:chExt cx="0" cy="0"/>
        </a:xfrm>
      </p:grpSpPr>
      <p:sp>
        <p:nvSpPr>
          <p:cNvPr id="17" name="Google Shape;17;p29"/>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9"/>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20" name="Shape 20"/>
        <p:cNvGrpSpPr/>
        <p:nvPr/>
      </p:nvGrpSpPr>
      <p:grpSpPr>
        <a:xfrm>
          <a:off x="0" y="0"/>
          <a:ext cx="0" cy="0"/>
          <a:chOff x="0" y="0"/>
          <a:chExt cx="0" cy="0"/>
        </a:xfrm>
      </p:grpSpPr>
      <p:sp>
        <p:nvSpPr>
          <p:cNvPr id="21" name="Google Shape;21;p105"/>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333333"/>
              </a:buClr>
              <a:buSzPts val="4500"/>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05"/>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23" name="Google Shape;23;p105"/>
          <p:cNvCxnSpPr/>
          <p:nvPr/>
        </p:nvCxnSpPr>
        <p:spPr>
          <a:xfrm>
            <a:off x="1422400" y="2743200"/>
            <a:ext cx="9347200" cy="0"/>
          </a:xfrm>
          <a:prstGeom prst="straightConnector1">
            <a:avLst/>
          </a:prstGeom>
          <a:noFill/>
          <a:ln cap="flat" cmpd="sng" w="9525">
            <a:solidFill>
              <a:srgbClr val="004165"/>
            </a:solidFill>
            <a:prstDash val="solid"/>
            <a:miter lim="8000"/>
            <a:headEnd len="sm" w="sm" type="none"/>
            <a:tailEnd len="sm" w="sm" type="none"/>
          </a:ln>
        </p:spPr>
      </p:cxnSp>
      <p:pic>
        <p:nvPicPr>
          <p:cNvPr descr="Toastmasters International" id="24" name="Google Shape;24;p105"/>
          <p:cNvPicPr preferRelativeResize="0"/>
          <p:nvPr/>
        </p:nvPicPr>
        <p:blipFill rotWithShape="1">
          <a:blip r:embed="rId2">
            <a:alphaModFix/>
          </a:blip>
          <a:srcRect b="0" l="0" r="0" t="0"/>
          <a:stretch/>
        </p:blipFill>
        <p:spPr>
          <a:xfrm>
            <a:off x="4704715" y="1830810"/>
            <a:ext cx="2782570" cy="43080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acer Slide" showMasterSp="0" type="title">
  <p:cSld name="TITLE">
    <p:spTree>
      <p:nvGrpSpPr>
        <p:cNvPr id="25" name="Shape 25"/>
        <p:cNvGrpSpPr/>
        <p:nvPr/>
      </p:nvGrpSpPr>
      <p:grpSpPr>
        <a:xfrm>
          <a:off x="0" y="0"/>
          <a:ext cx="0" cy="0"/>
          <a:chOff x="0" y="0"/>
          <a:chExt cx="0" cy="0"/>
        </a:xfrm>
      </p:grpSpPr>
      <p:sp>
        <p:nvSpPr>
          <p:cNvPr id="26" name="Google Shape;26;p106"/>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333333"/>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06"/>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3600"/>
              <a:buNone/>
              <a:defRPr sz="36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10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9" name="Google Shape;29;p106"/>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30" name="Google Shape;30;p106"/>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31" name="Shape 31"/>
        <p:cNvGrpSpPr/>
        <p:nvPr/>
      </p:nvGrpSpPr>
      <p:grpSpPr>
        <a:xfrm>
          <a:off x="0" y="0"/>
          <a:ext cx="0" cy="0"/>
          <a:chOff x="0" y="0"/>
          <a:chExt cx="0" cy="0"/>
        </a:xfrm>
      </p:grpSpPr>
      <p:sp>
        <p:nvSpPr>
          <p:cNvPr id="32" name="Google Shape;32;p107"/>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07"/>
          <p:cNvSpPr txBox="1"/>
          <p:nvPr>
            <p:ph idx="1" type="body"/>
          </p:nvPr>
        </p:nvSpPr>
        <p:spPr>
          <a:xfrm>
            <a:off x="277934" y="1535081"/>
            <a:ext cx="5641848"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107"/>
          <p:cNvSpPr txBox="1"/>
          <p:nvPr>
            <p:ph idx="2" type="body"/>
          </p:nvPr>
        </p:nvSpPr>
        <p:spPr>
          <a:xfrm>
            <a:off x="6275268" y="1535081"/>
            <a:ext cx="5638800"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0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Comparison" type="twoTxTwoObj">
  <p:cSld name="TWO_OBJECTS_WITH_TEXT">
    <p:spTree>
      <p:nvGrpSpPr>
        <p:cNvPr id="36" name="Shape 36"/>
        <p:cNvGrpSpPr/>
        <p:nvPr/>
      </p:nvGrpSpPr>
      <p:grpSpPr>
        <a:xfrm>
          <a:off x="0" y="0"/>
          <a:ext cx="0" cy="0"/>
          <a:chOff x="0" y="0"/>
          <a:chExt cx="0" cy="0"/>
        </a:xfrm>
      </p:grpSpPr>
      <p:sp>
        <p:nvSpPr>
          <p:cNvPr id="37" name="Google Shape;37;p108"/>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08"/>
          <p:cNvSpPr txBox="1"/>
          <p:nvPr>
            <p:ph idx="1" type="body"/>
          </p:nvPr>
        </p:nvSpPr>
        <p:spPr>
          <a:xfrm>
            <a:off x="277934"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08"/>
          <p:cNvSpPr txBox="1"/>
          <p:nvPr>
            <p:ph idx="2" type="body"/>
          </p:nvPr>
        </p:nvSpPr>
        <p:spPr>
          <a:xfrm>
            <a:off x="277934"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08"/>
          <p:cNvSpPr txBox="1"/>
          <p:nvPr>
            <p:ph idx="3" type="body"/>
          </p:nvPr>
        </p:nvSpPr>
        <p:spPr>
          <a:xfrm>
            <a:off x="6283452"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08"/>
          <p:cNvSpPr txBox="1"/>
          <p:nvPr>
            <p:ph idx="4" type="body"/>
          </p:nvPr>
        </p:nvSpPr>
        <p:spPr>
          <a:xfrm>
            <a:off x="6283452"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0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109"/>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0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46" name="Shape 46"/>
        <p:cNvGrpSpPr/>
        <p:nvPr/>
      </p:nvGrpSpPr>
      <p:grpSpPr>
        <a:xfrm>
          <a:off x="0" y="0"/>
          <a:ext cx="0" cy="0"/>
          <a:chOff x="0" y="0"/>
          <a:chExt cx="0" cy="0"/>
        </a:xfrm>
      </p:grpSpPr>
      <p:sp>
        <p:nvSpPr>
          <p:cNvPr id="47" name="Google Shape;47;p110"/>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11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9" name="Google Shape;49;p110"/>
          <p:cNvSpPr/>
          <p:nvPr>
            <p:ph idx="1" type="body"/>
          </p:nvPr>
        </p:nvSpPr>
        <p:spPr>
          <a:xfrm>
            <a:off x="8382000" y="2005584"/>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10"/>
          <p:cNvSpPr/>
          <p:nvPr>
            <p:ph idx="2" type="body"/>
          </p:nvPr>
        </p:nvSpPr>
        <p:spPr>
          <a:xfrm>
            <a:off x="4495800" y="2011680"/>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10"/>
          <p:cNvSpPr/>
          <p:nvPr>
            <p:ph idx="3" type="body"/>
          </p:nvPr>
        </p:nvSpPr>
        <p:spPr>
          <a:xfrm>
            <a:off x="609600" y="1981200"/>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10"/>
          <p:cNvSpPr txBox="1"/>
          <p:nvPr>
            <p:ph idx="4" type="body"/>
          </p:nvPr>
        </p:nvSpPr>
        <p:spPr>
          <a:xfrm>
            <a:off x="8382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10"/>
          <p:cNvSpPr txBox="1"/>
          <p:nvPr>
            <p:ph idx="5" type="body"/>
          </p:nvPr>
        </p:nvSpPr>
        <p:spPr>
          <a:xfrm>
            <a:off x="86106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10"/>
          <p:cNvSpPr txBox="1"/>
          <p:nvPr>
            <p:ph idx="6" type="body"/>
          </p:nvPr>
        </p:nvSpPr>
        <p:spPr>
          <a:xfrm>
            <a:off x="47244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showMasterSp="0">
  <p:cSld name="Image and Text">
    <p:spTree>
      <p:nvGrpSpPr>
        <p:cNvPr id="55" name="Shape 55"/>
        <p:cNvGrpSpPr/>
        <p:nvPr/>
      </p:nvGrpSpPr>
      <p:grpSpPr>
        <a:xfrm>
          <a:off x="0" y="0"/>
          <a:ext cx="0" cy="0"/>
          <a:chOff x="0" y="0"/>
          <a:chExt cx="0" cy="0"/>
        </a:xfrm>
      </p:grpSpPr>
      <p:sp>
        <p:nvSpPr>
          <p:cNvPr id="56" name="Google Shape;56;p111"/>
          <p:cNvSpPr/>
          <p:nvPr/>
        </p:nvSpPr>
        <p:spPr>
          <a:xfrm>
            <a:off x="-12192" y="6212926"/>
            <a:ext cx="12216384"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7" name="Google Shape;57;p111"/>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
        <p:nvSpPr>
          <p:cNvPr id="58" name="Google Shape;58;p111"/>
          <p:cNvSpPr/>
          <p:nvPr/>
        </p:nvSpPr>
        <p:spPr>
          <a:xfrm>
            <a:off x="3815398" y="1066800"/>
            <a:ext cx="6509702" cy="4273994"/>
          </a:xfrm>
          <a:prstGeom prst="roundRect">
            <a:avLst>
              <a:gd fmla="val 0" name="adj"/>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59" name="Google Shape;59;p111"/>
          <p:cNvSpPr/>
          <p:nvPr/>
        </p:nvSpPr>
        <p:spPr>
          <a:xfrm>
            <a:off x="1866900" y="1600200"/>
            <a:ext cx="3111498" cy="3159346"/>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 name="Google Shape;60;p111"/>
          <p:cNvSpPr/>
          <p:nvPr>
            <p:ph idx="2" type="pic"/>
          </p:nvPr>
        </p:nvSpPr>
        <p:spPr>
          <a:xfrm>
            <a:off x="1866900" y="1600200"/>
            <a:ext cx="3111500" cy="3159346"/>
          </a:xfrm>
          <a:prstGeom prst="rect">
            <a:avLst/>
          </a:prstGeom>
          <a:noFill/>
          <a:ln>
            <a:noFill/>
          </a:ln>
        </p:spPr>
      </p:sp>
      <p:sp>
        <p:nvSpPr>
          <p:cNvPr id="61" name="Google Shape;61;p111"/>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3200"/>
              <a:buNone/>
              <a:defRPr b="1" i="0" sz="32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111"/>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0" i="0" sz="24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11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Title and 3 Images">
    <p:spTree>
      <p:nvGrpSpPr>
        <p:cNvPr id="64" name="Shape 64"/>
        <p:cNvGrpSpPr/>
        <p:nvPr/>
      </p:nvGrpSpPr>
      <p:grpSpPr>
        <a:xfrm>
          <a:off x="0" y="0"/>
          <a:ext cx="0" cy="0"/>
          <a:chOff x="0" y="0"/>
          <a:chExt cx="0" cy="0"/>
        </a:xfrm>
      </p:grpSpPr>
      <p:sp>
        <p:nvSpPr>
          <p:cNvPr id="65" name="Google Shape;65;p112"/>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2"/>
          <p:cNvSpPr/>
          <p:nvPr>
            <p:ph idx="2" type="pic"/>
          </p:nvPr>
        </p:nvSpPr>
        <p:spPr>
          <a:xfrm>
            <a:off x="4928245" y="1953118"/>
            <a:ext cx="2335511" cy="2071068"/>
          </a:xfrm>
          <a:prstGeom prst="rect">
            <a:avLst/>
          </a:prstGeom>
          <a:noFill/>
          <a:ln>
            <a:noFill/>
          </a:ln>
        </p:spPr>
      </p:sp>
      <p:sp>
        <p:nvSpPr>
          <p:cNvPr id="67" name="Google Shape;67;p112"/>
          <p:cNvSpPr/>
          <p:nvPr>
            <p:ph idx="1" type="body"/>
          </p:nvPr>
        </p:nvSpPr>
        <p:spPr>
          <a:xfrm>
            <a:off x="492231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12"/>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12"/>
          <p:cNvSpPr/>
          <p:nvPr>
            <p:ph idx="4" type="pic"/>
          </p:nvPr>
        </p:nvSpPr>
        <p:spPr>
          <a:xfrm>
            <a:off x="1490460" y="1953118"/>
            <a:ext cx="2335511" cy="2071068"/>
          </a:xfrm>
          <a:prstGeom prst="rect">
            <a:avLst/>
          </a:prstGeom>
          <a:noFill/>
          <a:ln>
            <a:noFill/>
          </a:ln>
        </p:spPr>
      </p:sp>
      <p:sp>
        <p:nvSpPr>
          <p:cNvPr id="70" name="Google Shape;70;p112"/>
          <p:cNvSpPr/>
          <p:nvPr>
            <p:ph idx="5" type="body"/>
          </p:nvPr>
        </p:nvSpPr>
        <p:spPr>
          <a:xfrm>
            <a:off x="1484525"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2"/>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112"/>
          <p:cNvSpPr/>
          <p:nvPr>
            <p:ph idx="7" type="pic"/>
          </p:nvPr>
        </p:nvSpPr>
        <p:spPr>
          <a:xfrm>
            <a:off x="8360095" y="1953118"/>
            <a:ext cx="2335511" cy="2071068"/>
          </a:xfrm>
          <a:prstGeom prst="rect">
            <a:avLst/>
          </a:prstGeom>
          <a:noFill/>
          <a:ln>
            <a:noFill/>
          </a:ln>
        </p:spPr>
      </p:sp>
      <p:sp>
        <p:nvSpPr>
          <p:cNvPr id="73" name="Google Shape;73;p112"/>
          <p:cNvSpPr/>
          <p:nvPr>
            <p:ph idx="8" type="body"/>
          </p:nvPr>
        </p:nvSpPr>
        <p:spPr>
          <a:xfrm>
            <a:off x="835416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12"/>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p:cSld name="Title and Text Left_Content Right">
    <p:spTree>
      <p:nvGrpSpPr>
        <p:cNvPr id="76" name="Shape 76"/>
        <p:cNvGrpSpPr/>
        <p:nvPr/>
      </p:nvGrpSpPr>
      <p:grpSpPr>
        <a:xfrm>
          <a:off x="0" y="0"/>
          <a:ext cx="0" cy="0"/>
          <a:chOff x="0" y="0"/>
          <a:chExt cx="0" cy="0"/>
        </a:xfrm>
      </p:grpSpPr>
      <p:sp>
        <p:nvSpPr>
          <p:cNvPr id="77" name="Google Shape;77;p113"/>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13"/>
          <p:cNvSpPr txBox="1"/>
          <p:nvPr>
            <p:ph idx="1" type="body"/>
          </p:nvPr>
        </p:nvSpPr>
        <p:spPr>
          <a:xfrm>
            <a:off x="277934" y="1535080"/>
            <a:ext cx="5498276" cy="43323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11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0" name="Google Shape;80;p113"/>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_2">
  <p:cSld name="Title and Text Left_Content Right_2">
    <p:spTree>
      <p:nvGrpSpPr>
        <p:cNvPr id="81" name="Shape 81"/>
        <p:cNvGrpSpPr/>
        <p:nvPr/>
      </p:nvGrpSpPr>
      <p:grpSpPr>
        <a:xfrm>
          <a:off x="0" y="0"/>
          <a:ext cx="0" cy="0"/>
          <a:chOff x="0" y="0"/>
          <a:chExt cx="0" cy="0"/>
        </a:xfrm>
      </p:grpSpPr>
      <p:sp>
        <p:nvSpPr>
          <p:cNvPr id="82" name="Google Shape;82;p114"/>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3" name="Google Shape;83;p114"/>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14"/>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5" name="Google Shape;85;p11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6" name="Google Shape;86;p114"/>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p:cSld name="Title and Text Left_Text Right">
    <p:spTree>
      <p:nvGrpSpPr>
        <p:cNvPr id="87" name="Shape 87"/>
        <p:cNvGrpSpPr/>
        <p:nvPr/>
      </p:nvGrpSpPr>
      <p:grpSpPr>
        <a:xfrm>
          <a:off x="0" y="0"/>
          <a:ext cx="0" cy="0"/>
          <a:chOff x="0" y="0"/>
          <a:chExt cx="0" cy="0"/>
        </a:xfrm>
      </p:grpSpPr>
      <p:sp>
        <p:nvSpPr>
          <p:cNvPr id="88" name="Google Shape;88;p115"/>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 name="Google Shape;89;p115"/>
          <p:cNvSpPr txBox="1"/>
          <p:nvPr>
            <p:ph type="title"/>
          </p:nvPr>
        </p:nvSpPr>
        <p:spPr>
          <a:xfrm>
            <a:off x="277934" y="295773"/>
            <a:ext cx="5495544"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15"/>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1" name="Google Shape;91;p11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2" name="Google Shape;92;p115"/>
          <p:cNvSpPr txBox="1"/>
          <p:nvPr>
            <p:ph idx="2" type="body"/>
          </p:nvPr>
        </p:nvSpPr>
        <p:spPr>
          <a:xfrm>
            <a:off x="6429756" y="419100"/>
            <a:ext cx="5495544" cy="5448300"/>
          </a:xfrm>
          <a:prstGeom prst="rect">
            <a:avLst/>
          </a:prstGeom>
          <a:noFill/>
          <a:ln>
            <a:noFill/>
          </a:ln>
        </p:spPr>
        <p:txBody>
          <a:bodyPr anchorCtr="0" anchor="ctr"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 showMasterSp="0">
  <p:cSld name="Title and Text Left Multiple_Content Right">
    <p:spTree>
      <p:nvGrpSpPr>
        <p:cNvPr id="93" name="Shape 93"/>
        <p:cNvGrpSpPr/>
        <p:nvPr/>
      </p:nvGrpSpPr>
      <p:grpSpPr>
        <a:xfrm>
          <a:off x="0" y="0"/>
          <a:ext cx="0" cy="0"/>
          <a:chOff x="0" y="0"/>
          <a:chExt cx="0" cy="0"/>
        </a:xfrm>
      </p:grpSpPr>
      <p:sp>
        <p:nvSpPr>
          <p:cNvPr id="94" name="Google Shape;94;p116"/>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116"/>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6" name="Google Shape;96;p116"/>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97" name="Google Shape;97;p116"/>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98" name="Google Shape;98;p116"/>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99" name="Google Shape;99;p116"/>
          <p:cNvSpPr/>
          <p:nvPr>
            <p:ph idx="2" type="pic"/>
          </p:nvPr>
        </p:nvSpPr>
        <p:spPr>
          <a:xfrm>
            <a:off x="6096000" y="0"/>
            <a:ext cx="6099048" cy="6217920"/>
          </a:xfrm>
          <a:prstGeom prst="rect">
            <a:avLst/>
          </a:prstGeom>
          <a:noFill/>
          <a:ln>
            <a:noFill/>
          </a:ln>
        </p:spPr>
      </p:sp>
      <p:sp>
        <p:nvSpPr>
          <p:cNvPr id="100" name="Google Shape;100;p11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_2" showMasterSp="0">
  <p:cSld name="Title and Text Left Multiple_Content Right_2">
    <p:spTree>
      <p:nvGrpSpPr>
        <p:cNvPr id="101" name="Shape 101"/>
        <p:cNvGrpSpPr/>
        <p:nvPr/>
      </p:nvGrpSpPr>
      <p:grpSpPr>
        <a:xfrm>
          <a:off x="0" y="0"/>
          <a:ext cx="0" cy="0"/>
          <a:chOff x="0" y="0"/>
          <a:chExt cx="0" cy="0"/>
        </a:xfrm>
      </p:grpSpPr>
      <p:sp>
        <p:nvSpPr>
          <p:cNvPr id="102" name="Google Shape;102;p117"/>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 name="Google Shape;103;p117"/>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117"/>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5" name="Google Shape;105;p117"/>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6" name="Google Shape;106;p117"/>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107" name="Google Shape;107;p117"/>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108" name="Google Shape;108;p117"/>
          <p:cNvSpPr/>
          <p:nvPr>
            <p:ph idx="2" type="pic"/>
          </p:nvPr>
        </p:nvSpPr>
        <p:spPr>
          <a:xfrm>
            <a:off x="6096000" y="0"/>
            <a:ext cx="6099048" cy="6217920"/>
          </a:xfrm>
          <a:prstGeom prst="rect">
            <a:avLst/>
          </a:prstGeom>
          <a:noFill/>
          <a:ln>
            <a:noFill/>
          </a:ln>
        </p:spPr>
      </p:sp>
      <p:sp>
        <p:nvSpPr>
          <p:cNvPr id="109" name="Google Shape;109;p11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Text Right" showMasterSp="0">
  <p:cSld name="Title and Text Left Multiple_Text Right">
    <p:spTree>
      <p:nvGrpSpPr>
        <p:cNvPr id="110" name="Shape 110"/>
        <p:cNvGrpSpPr/>
        <p:nvPr/>
      </p:nvGrpSpPr>
      <p:grpSpPr>
        <a:xfrm>
          <a:off x="0" y="0"/>
          <a:ext cx="0" cy="0"/>
          <a:chOff x="0" y="0"/>
          <a:chExt cx="0" cy="0"/>
        </a:xfrm>
      </p:grpSpPr>
      <p:sp>
        <p:nvSpPr>
          <p:cNvPr id="111" name="Google Shape;111;p118"/>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2" name="Google Shape;112;p118"/>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18"/>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4" name="Google Shape;114;p118"/>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5" name="Google Shape;115;p118"/>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116" name="Google Shape;116;p118"/>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117" name="Google Shape;117;p118"/>
          <p:cNvSpPr txBox="1"/>
          <p:nvPr>
            <p:ph idx="2" type="body"/>
          </p:nvPr>
        </p:nvSpPr>
        <p:spPr>
          <a:xfrm>
            <a:off x="6418522"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11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Title and Large Image">
    <p:spTree>
      <p:nvGrpSpPr>
        <p:cNvPr id="119" name="Shape 119"/>
        <p:cNvGrpSpPr/>
        <p:nvPr/>
      </p:nvGrpSpPr>
      <p:grpSpPr>
        <a:xfrm>
          <a:off x="0" y="0"/>
          <a:ext cx="0" cy="0"/>
          <a:chOff x="0" y="0"/>
          <a:chExt cx="0" cy="0"/>
        </a:xfrm>
      </p:grpSpPr>
      <p:sp>
        <p:nvSpPr>
          <p:cNvPr id="120" name="Google Shape;120;p11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1" name="Google Shape;121;p119"/>
          <p:cNvSpPr/>
          <p:nvPr>
            <p:ph idx="2" type="pic"/>
          </p:nvPr>
        </p:nvSpPr>
        <p:spPr>
          <a:xfrm>
            <a:off x="0" y="1142999"/>
            <a:ext cx="12192000" cy="5084065"/>
          </a:xfrm>
          <a:prstGeom prst="rect">
            <a:avLst/>
          </a:prstGeom>
          <a:noFill/>
          <a:ln>
            <a:noFill/>
          </a:ln>
        </p:spPr>
      </p:sp>
      <p:sp>
        <p:nvSpPr>
          <p:cNvPr id="122" name="Google Shape;122;p119"/>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3" name="Google Shape;123;p119"/>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24" name="Google Shape;124;p119"/>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ull Image" showMasterSp="0">
  <p:cSld name="Title and Full Image">
    <p:spTree>
      <p:nvGrpSpPr>
        <p:cNvPr id="125" name="Shape 125"/>
        <p:cNvGrpSpPr/>
        <p:nvPr/>
      </p:nvGrpSpPr>
      <p:grpSpPr>
        <a:xfrm>
          <a:off x="0" y="0"/>
          <a:ext cx="0" cy="0"/>
          <a:chOff x="0" y="0"/>
          <a:chExt cx="0" cy="0"/>
        </a:xfrm>
      </p:grpSpPr>
      <p:sp>
        <p:nvSpPr>
          <p:cNvPr id="126" name="Google Shape;126;p120"/>
          <p:cNvSpPr/>
          <p:nvPr>
            <p:ph idx="2" type="pic"/>
          </p:nvPr>
        </p:nvSpPr>
        <p:spPr>
          <a:xfrm>
            <a:off x="0" y="1143000"/>
            <a:ext cx="12192000" cy="5715000"/>
          </a:xfrm>
          <a:prstGeom prst="rect">
            <a:avLst/>
          </a:prstGeom>
          <a:noFill/>
          <a:ln>
            <a:noFill/>
          </a:ln>
        </p:spPr>
      </p:sp>
      <p:sp>
        <p:nvSpPr>
          <p:cNvPr id="127" name="Google Shape;127;p120"/>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8" name="Google Shape;128;p120"/>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29" name="Google Shape;129;p120"/>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use colors" showMasterSp="0">
  <p:cSld name="How to use colors">
    <p:spTree>
      <p:nvGrpSpPr>
        <p:cNvPr id="130" name="Shape 130"/>
        <p:cNvGrpSpPr/>
        <p:nvPr/>
      </p:nvGrpSpPr>
      <p:grpSpPr>
        <a:xfrm>
          <a:off x="0" y="0"/>
          <a:ext cx="0" cy="0"/>
          <a:chOff x="0" y="0"/>
          <a:chExt cx="0" cy="0"/>
        </a:xfrm>
      </p:grpSpPr>
      <p:sp>
        <p:nvSpPr>
          <p:cNvPr id="131" name="Google Shape;131;p121"/>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2" name="Google Shape;132;p121"/>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121"/>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4" name="Google Shape;134;p121"/>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35" name="Google Shape;135;p121"/>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136" name="Google Shape;136;p121"/>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grpSp>
        <p:nvGrpSpPr>
          <p:cNvPr id="137" name="Google Shape;137;p121"/>
          <p:cNvGrpSpPr/>
          <p:nvPr/>
        </p:nvGrpSpPr>
        <p:grpSpPr>
          <a:xfrm>
            <a:off x="6971959" y="785112"/>
            <a:ext cx="4340506" cy="868101"/>
            <a:chOff x="382104" y="3327719"/>
            <a:chExt cx="4340506" cy="868101"/>
          </a:xfrm>
        </p:grpSpPr>
        <p:sp>
          <p:nvSpPr>
            <p:cNvPr id="138" name="Google Shape;138;p121"/>
            <p:cNvSpPr/>
            <p:nvPr/>
          </p:nvSpPr>
          <p:spPr>
            <a:xfrm>
              <a:off x="382105" y="3327719"/>
              <a:ext cx="868101" cy="868101"/>
            </a:xfrm>
            <a:prstGeom prst="rect">
              <a:avLst/>
            </a:prstGeom>
            <a:solidFill>
              <a:srgbClr val="B3C3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9" name="Google Shape;139;p121"/>
            <p:cNvSpPr/>
            <p:nvPr/>
          </p:nvSpPr>
          <p:spPr>
            <a:xfrm>
              <a:off x="1250206" y="3327719"/>
              <a:ext cx="868101" cy="868101"/>
            </a:xfrm>
            <a:prstGeom prst="rect">
              <a:avLst/>
            </a:prstGeom>
            <a:solidFill>
              <a:srgbClr val="7B98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0" name="Google Shape;140;p121"/>
            <p:cNvSpPr/>
            <p:nvPr/>
          </p:nvSpPr>
          <p:spPr>
            <a:xfrm>
              <a:off x="2118307" y="3327719"/>
              <a:ext cx="868101" cy="868101"/>
            </a:xfrm>
            <a:prstGeom prst="rect">
              <a:avLst/>
            </a:prstGeom>
            <a:solidFill>
              <a:srgbClr val="4975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1" name="Google Shape;141;p121"/>
            <p:cNvSpPr/>
            <p:nvPr/>
          </p:nvSpPr>
          <p:spPr>
            <a:xfrm>
              <a:off x="2986408" y="3327719"/>
              <a:ext cx="868101" cy="868101"/>
            </a:xfrm>
            <a:prstGeom prst="rect">
              <a:avLst/>
            </a:prstGeom>
            <a:solidFill>
              <a:srgbClr val="0B58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2" name="Google Shape;142;p121"/>
            <p:cNvSpPr/>
            <p:nvPr/>
          </p:nvSpPr>
          <p:spPr>
            <a:xfrm>
              <a:off x="3854509" y="3327719"/>
              <a:ext cx="868101" cy="868101"/>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3" name="Google Shape;143;p121"/>
            <p:cNvSpPr txBox="1"/>
            <p:nvPr/>
          </p:nvSpPr>
          <p:spPr>
            <a:xfrm>
              <a:off x="382104"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144" name="Google Shape;144;p121"/>
            <p:cNvSpPr txBox="1"/>
            <p:nvPr/>
          </p:nvSpPr>
          <p:spPr>
            <a:xfrm>
              <a:off x="12502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145" name="Google Shape;145;p121"/>
            <p:cNvSpPr txBox="1"/>
            <p:nvPr/>
          </p:nvSpPr>
          <p:spPr>
            <a:xfrm>
              <a:off x="2106732"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146" name="Google Shape;146;p121"/>
            <p:cNvSpPr txBox="1"/>
            <p:nvPr/>
          </p:nvSpPr>
          <p:spPr>
            <a:xfrm>
              <a:off x="297483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147" name="Google Shape;147;p121"/>
            <p:cNvSpPr txBox="1"/>
            <p:nvPr/>
          </p:nvSpPr>
          <p:spPr>
            <a:xfrm>
              <a:off x="3854509"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grpSp>
        <p:nvGrpSpPr>
          <p:cNvPr id="148" name="Google Shape;148;p121"/>
          <p:cNvGrpSpPr/>
          <p:nvPr/>
        </p:nvGrpSpPr>
        <p:grpSpPr>
          <a:xfrm>
            <a:off x="6971959" y="1900356"/>
            <a:ext cx="4340506" cy="868101"/>
            <a:chOff x="6794478" y="3327719"/>
            <a:chExt cx="4340506" cy="868101"/>
          </a:xfrm>
        </p:grpSpPr>
        <p:sp>
          <p:nvSpPr>
            <p:cNvPr id="149" name="Google Shape;149;p121"/>
            <p:cNvSpPr/>
            <p:nvPr/>
          </p:nvSpPr>
          <p:spPr>
            <a:xfrm>
              <a:off x="6794479" y="3327719"/>
              <a:ext cx="868101" cy="868101"/>
            </a:xfrm>
            <a:prstGeom prst="rect">
              <a:avLst/>
            </a:prstGeom>
            <a:solidFill>
              <a:srgbClr val="DBBFB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0" name="Google Shape;150;p121"/>
            <p:cNvSpPr/>
            <p:nvPr/>
          </p:nvSpPr>
          <p:spPr>
            <a:xfrm>
              <a:off x="7662580" y="3327719"/>
              <a:ext cx="868101" cy="868101"/>
            </a:xfrm>
            <a:prstGeom prst="rect">
              <a:avLst/>
            </a:prstGeom>
            <a:solidFill>
              <a:srgbClr val="C08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1" name="Google Shape;151;p121"/>
            <p:cNvSpPr/>
            <p:nvPr/>
          </p:nvSpPr>
          <p:spPr>
            <a:xfrm>
              <a:off x="8530681" y="3327719"/>
              <a:ext cx="868101" cy="868101"/>
            </a:xfrm>
            <a:prstGeom prst="rect">
              <a:avLst/>
            </a:prstGeom>
            <a:solidFill>
              <a:srgbClr val="A662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2" name="Google Shape;152;p121"/>
            <p:cNvSpPr/>
            <p:nvPr/>
          </p:nvSpPr>
          <p:spPr>
            <a:xfrm>
              <a:off x="9398782" y="3327719"/>
              <a:ext cx="868101" cy="868101"/>
            </a:xfrm>
            <a:prstGeom prst="rect">
              <a:avLst/>
            </a:prstGeom>
            <a:solidFill>
              <a:srgbClr val="8D3B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3" name="Google Shape;153;p121"/>
            <p:cNvSpPr/>
            <p:nvPr/>
          </p:nvSpPr>
          <p:spPr>
            <a:xfrm>
              <a:off x="10266883" y="3327719"/>
              <a:ext cx="868101" cy="868101"/>
            </a:xfrm>
            <a:prstGeom prst="rect">
              <a:avLst/>
            </a:prstGeom>
            <a:solidFill>
              <a:srgbClr val="7724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4" name="Google Shape;154;p121"/>
            <p:cNvSpPr txBox="1"/>
            <p:nvPr/>
          </p:nvSpPr>
          <p:spPr>
            <a:xfrm>
              <a:off x="6794478"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155" name="Google Shape;155;p121"/>
            <p:cNvSpPr txBox="1"/>
            <p:nvPr/>
          </p:nvSpPr>
          <p:spPr>
            <a:xfrm>
              <a:off x="7662580"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156" name="Google Shape;156;p121"/>
            <p:cNvSpPr txBox="1"/>
            <p:nvPr/>
          </p:nvSpPr>
          <p:spPr>
            <a:xfrm>
              <a:off x="85191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157" name="Google Shape;157;p121"/>
            <p:cNvSpPr txBox="1"/>
            <p:nvPr/>
          </p:nvSpPr>
          <p:spPr>
            <a:xfrm>
              <a:off x="9387207"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158" name="Google Shape;158;p121"/>
            <p:cNvSpPr txBox="1"/>
            <p:nvPr/>
          </p:nvSpPr>
          <p:spPr>
            <a:xfrm>
              <a:off x="1026688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sp>
        <p:nvSpPr>
          <p:cNvPr id="159" name="Google Shape;159;p121"/>
          <p:cNvSpPr txBox="1"/>
          <p:nvPr/>
        </p:nvSpPr>
        <p:spPr>
          <a:xfrm>
            <a:off x="6971959" y="3097411"/>
            <a:ext cx="4340506" cy="276998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lang="en-US" sz="1800">
                <a:solidFill>
                  <a:schemeClr val="dk1"/>
                </a:solidFill>
                <a:latin typeface="Arial"/>
                <a:ea typeface="Arial"/>
                <a:cs typeface="Arial"/>
                <a:sym typeface="Arial"/>
              </a:rPr>
              <a:t>Minimum font size - </a:t>
            </a:r>
            <a:r>
              <a:rPr b="1" lang="en-US" sz="1800">
                <a:solidFill>
                  <a:schemeClr val="dk1"/>
                </a:solidFill>
                <a:latin typeface="Arial"/>
                <a:ea typeface="Arial"/>
                <a:cs typeface="Arial"/>
                <a:sym typeface="Arial"/>
              </a:rPr>
              <a:t>18pt</a:t>
            </a:r>
            <a:r>
              <a:rPr b="0" lang="en-US" sz="1800">
                <a:solidFill>
                  <a:schemeClr val="dk1"/>
                </a:solidFill>
                <a:latin typeface="Arial"/>
                <a:ea typeface="Arial"/>
                <a:cs typeface="Arial"/>
                <a:sym typeface="Arial"/>
              </a:rPr>
              <a:t>.</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Font weight - </a:t>
            </a:r>
            <a:r>
              <a:rPr b="1" lang="en-US" sz="1800">
                <a:solidFill>
                  <a:schemeClr val="dk1"/>
                </a:solidFill>
                <a:latin typeface="Arial"/>
                <a:ea typeface="Arial"/>
                <a:cs typeface="Arial"/>
                <a:sym typeface="Arial"/>
              </a:rPr>
              <a:t>Bold </a:t>
            </a:r>
            <a:r>
              <a:rPr b="0" lang="en-US" sz="1800">
                <a:solidFill>
                  <a:schemeClr val="dk1"/>
                </a:solidFill>
                <a:latin typeface="Arial"/>
                <a:ea typeface="Arial"/>
                <a:cs typeface="Arial"/>
                <a:sym typeface="Arial"/>
              </a:rPr>
              <a:t>(when used on background colors, for best accessibility).</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Dark Gray </a:t>
            </a:r>
            <a:r>
              <a:rPr b="1" i="0" lang="en-US" sz="1800">
                <a:solidFill>
                  <a:schemeClr val="dk1"/>
                </a:solidFill>
                <a:latin typeface="Arial"/>
                <a:ea typeface="Arial"/>
                <a:cs typeface="Arial"/>
                <a:sym typeface="Arial"/>
              </a:rPr>
              <a:t>#333333 </a:t>
            </a:r>
            <a:r>
              <a:rPr b="0" lang="en-US" sz="1800">
                <a:solidFill>
                  <a:schemeClr val="dk1"/>
                </a:solidFill>
                <a:latin typeface="Arial"/>
                <a:ea typeface="Arial"/>
                <a:cs typeface="Arial"/>
                <a:sym typeface="Arial"/>
              </a:rPr>
              <a:t>Text color on Accent 1 and Accent 2. </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White </a:t>
            </a:r>
            <a:r>
              <a:rPr b="1" lang="en-US" sz="1800">
                <a:solidFill>
                  <a:schemeClr val="dk1"/>
                </a:solidFill>
                <a:latin typeface="Arial"/>
                <a:ea typeface="Arial"/>
                <a:cs typeface="Arial"/>
                <a:sym typeface="Arial"/>
              </a:rPr>
              <a:t>#FFFFFF </a:t>
            </a:r>
            <a:r>
              <a:rPr b="0" lang="en-US" sz="1800">
                <a:solidFill>
                  <a:schemeClr val="dk1"/>
                </a:solidFill>
                <a:latin typeface="Arial"/>
                <a:ea typeface="Arial"/>
                <a:cs typeface="Arial"/>
                <a:sym typeface="Arial"/>
              </a:rPr>
              <a:t>Text color </a:t>
            </a:r>
            <a:br>
              <a:rPr b="0" lang="en-US" sz="1800">
                <a:solidFill>
                  <a:schemeClr val="dk1"/>
                </a:solidFill>
                <a:latin typeface="Arial"/>
                <a:ea typeface="Arial"/>
                <a:cs typeface="Arial"/>
                <a:sym typeface="Arial"/>
              </a:rPr>
            </a:br>
            <a:r>
              <a:rPr b="0" lang="en-US" sz="1800">
                <a:solidFill>
                  <a:schemeClr val="dk1"/>
                </a:solidFill>
                <a:latin typeface="Arial"/>
                <a:ea typeface="Arial"/>
                <a:cs typeface="Arial"/>
                <a:sym typeface="Arial"/>
              </a:rPr>
              <a:t>on Accent 3, Accent 4, and Accent 5.</a:t>
            </a:r>
            <a:endParaRPr/>
          </a:p>
        </p:txBody>
      </p:sp>
      <p:sp>
        <p:nvSpPr>
          <p:cNvPr id="160" name="Google Shape;160;p12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ed Content">
  <p:cSld name="Title &amp; Bulleted Content">
    <p:spTree>
      <p:nvGrpSpPr>
        <p:cNvPr id="161" name="Shape 161"/>
        <p:cNvGrpSpPr/>
        <p:nvPr/>
      </p:nvGrpSpPr>
      <p:grpSpPr>
        <a:xfrm>
          <a:off x="0" y="0"/>
          <a:ext cx="0" cy="0"/>
          <a:chOff x="0" y="0"/>
          <a:chExt cx="0" cy="0"/>
        </a:xfrm>
      </p:grpSpPr>
      <p:cxnSp>
        <p:nvCxnSpPr>
          <p:cNvPr id="162" name="Google Shape;162;p122"/>
          <p:cNvCxnSpPr/>
          <p:nvPr/>
        </p:nvCxnSpPr>
        <p:spPr>
          <a:xfrm>
            <a:off x="406400" y="1256580"/>
            <a:ext cx="711200" cy="0"/>
          </a:xfrm>
          <a:prstGeom prst="straightConnector1">
            <a:avLst/>
          </a:prstGeom>
          <a:noFill/>
          <a:ln cap="flat" cmpd="sng" w="28575">
            <a:solidFill>
              <a:srgbClr val="800000"/>
            </a:solidFill>
            <a:prstDash val="solid"/>
            <a:miter lim="8000"/>
            <a:headEnd len="sm" w="sm" type="none"/>
            <a:tailEnd len="sm" w="sm" type="none"/>
          </a:ln>
        </p:spPr>
      </p:cxnSp>
      <p:sp>
        <p:nvSpPr>
          <p:cNvPr id="163" name="Google Shape;163;p122"/>
          <p:cNvSpPr txBox="1"/>
          <p:nvPr>
            <p:ph type="title"/>
          </p:nvPr>
        </p:nvSpPr>
        <p:spPr>
          <a:xfrm>
            <a:off x="304800" y="533400"/>
            <a:ext cx="11484000"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3600"/>
              <a:buNone/>
              <a:defRPr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122"/>
          <p:cNvSpPr txBox="1"/>
          <p:nvPr>
            <p:ph idx="1" type="body"/>
          </p:nvPr>
        </p:nvSpPr>
        <p:spPr>
          <a:xfrm>
            <a:off x="354000" y="1604156"/>
            <a:ext cx="11484000" cy="4568044"/>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0094D6"/>
              </a:buClr>
              <a:buSzPts val="2800"/>
              <a:buChar char="•"/>
              <a:defRPr sz="2800">
                <a:solidFill>
                  <a:srgbClr val="0094D6"/>
                </a:solidFill>
                <a:latin typeface="Arial"/>
                <a:ea typeface="Arial"/>
                <a:cs typeface="Arial"/>
                <a:sym typeface="Arial"/>
              </a:defRPr>
            </a:lvl1pPr>
            <a:lvl2pPr indent="-381000" lvl="1" marL="914400" algn="l">
              <a:lnSpc>
                <a:spcPct val="90000"/>
              </a:lnSpc>
              <a:spcBef>
                <a:spcPts val="500"/>
              </a:spcBef>
              <a:spcAft>
                <a:spcPts val="0"/>
              </a:spcAft>
              <a:buClr>
                <a:srgbClr val="0094D6"/>
              </a:buClr>
              <a:buSzPts val="2400"/>
              <a:buChar char="•"/>
              <a:defRPr sz="2400">
                <a:solidFill>
                  <a:srgbClr val="0094D6"/>
                </a:solidFill>
                <a:latin typeface="Arial"/>
                <a:ea typeface="Arial"/>
                <a:cs typeface="Arial"/>
                <a:sym typeface="Arial"/>
              </a:defRPr>
            </a:lvl2pPr>
            <a:lvl3pPr indent="-355600" lvl="2" marL="1371600" algn="l">
              <a:lnSpc>
                <a:spcPct val="90000"/>
              </a:lnSpc>
              <a:spcBef>
                <a:spcPts val="500"/>
              </a:spcBef>
              <a:spcAft>
                <a:spcPts val="0"/>
              </a:spcAft>
              <a:buClr>
                <a:srgbClr val="0094D6"/>
              </a:buClr>
              <a:buSzPts val="2000"/>
              <a:buChar char="•"/>
              <a:defRPr sz="2000">
                <a:solidFill>
                  <a:srgbClr val="0094D6"/>
                </a:solidFill>
                <a:latin typeface="Arial"/>
                <a:ea typeface="Arial"/>
                <a:cs typeface="Arial"/>
                <a:sym typeface="Arial"/>
              </a:defRPr>
            </a:lvl3pPr>
            <a:lvl4pPr indent="-342900" lvl="3" marL="1828800" algn="l">
              <a:lnSpc>
                <a:spcPct val="90000"/>
              </a:lnSpc>
              <a:spcBef>
                <a:spcPts val="500"/>
              </a:spcBef>
              <a:spcAft>
                <a:spcPts val="0"/>
              </a:spcAft>
              <a:buClr>
                <a:srgbClr val="0094D6"/>
              </a:buClr>
              <a:buSzPts val="1800"/>
              <a:buChar char="•"/>
              <a:defRPr sz="1800">
                <a:solidFill>
                  <a:srgbClr val="0094D6"/>
                </a:solidFill>
                <a:latin typeface="Arial"/>
                <a:ea typeface="Arial"/>
                <a:cs typeface="Arial"/>
                <a:sym typeface="Arial"/>
              </a:defRPr>
            </a:lvl4pPr>
            <a:lvl5pPr indent="-342900" lvl="4" marL="2286000" algn="l">
              <a:lnSpc>
                <a:spcPct val="90000"/>
              </a:lnSpc>
              <a:spcBef>
                <a:spcPts val="500"/>
              </a:spcBef>
              <a:spcAft>
                <a:spcPts val="0"/>
              </a:spcAft>
              <a:buClr>
                <a:srgbClr val="0094D6"/>
              </a:buClr>
              <a:buSzPts val="1800"/>
              <a:buChar char="•"/>
              <a:defRPr sz="1800">
                <a:solidFill>
                  <a:srgbClr val="0094D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 name="Google Shape;165;p122"/>
          <p:cNvSpPr txBox="1"/>
          <p:nvPr>
            <p:ph idx="2" type="body"/>
          </p:nvPr>
        </p:nvSpPr>
        <p:spPr>
          <a:xfrm>
            <a:off x="7518000" y="6400800"/>
            <a:ext cx="4320000" cy="28800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90000"/>
              </a:lnSpc>
              <a:spcBef>
                <a:spcPts val="500"/>
              </a:spcBef>
              <a:spcAft>
                <a:spcPts val="0"/>
              </a:spcAft>
              <a:buClr>
                <a:schemeClr val="dk1"/>
              </a:buClr>
              <a:buSzPts val="1200"/>
              <a:buChar char="•"/>
              <a:defRPr sz="1200">
                <a:latin typeface="Open Sans"/>
                <a:ea typeface="Open Sans"/>
                <a:cs typeface="Open Sans"/>
                <a:sym typeface="Open Sans"/>
              </a:defRPr>
            </a:lvl2pPr>
            <a:lvl3pPr indent="-304800" lvl="2" marL="1371600" algn="l">
              <a:lnSpc>
                <a:spcPct val="90000"/>
              </a:lnSpc>
              <a:spcBef>
                <a:spcPts val="500"/>
              </a:spcBef>
              <a:spcAft>
                <a:spcPts val="0"/>
              </a:spcAft>
              <a:buClr>
                <a:schemeClr val="dk1"/>
              </a:buClr>
              <a:buSzPts val="1200"/>
              <a:buChar char="•"/>
              <a:defRPr sz="1200">
                <a:latin typeface="Open Sans"/>
                <a:ea typeface="Open Sans"/>
                <a:cs typeface="Open Sans"/>
                <a:sym typeface="Open Sans"/>
              </a:defRPr>
            </a:lvl3pPr>
            <a:lvl4pPr indent="-304800" lvl="3" marL="1828800" algn="l">
              <a:lnSpc>
                <a:spcPct val="90000"/>
              </a:lnSpc>
              <a:spcBef>
                <a:spcPts val="500"/>
              </a:spcBef>
              <a:spcAft>
                <a:spcPts val="0"/>
              </a:spcAft>
              <a:buClr>
                <a:schemeClr val="dk1"/>
              </a:buClr>
              <a:buSzPts val="1200"/>
              <a:buChar char="•"/>
              <a:defRPr sz="1200">
                <a:latin typeface="Open Sans"/>
                <a:ea typeface="Open Sans"/>
                <a:cs typeface="Open Sans"/>
                <a:sym typeface="Open Sans"/>
              </a:defRPr>
            </a:lvl4pPr>
            <a:lvl5pPr indent="-304800" lvl="4" marL="2286000" algn="l">
              <a:lnSpc>
                <a:spcPct val="90000"/>
              </a:lnSpc>
              <a:spcBef>
                <a:spcPts val="500"/>
              </a:spcBef>
              <a:spcAft>
                <a:spcPts val="0"/>
              </a:spcAft>
              <a:buClr>
                <a:schemeClr val="dk1"/>
              </a:buClr>
              <a:buSzPts val="1200"/>
              <a:buChar char="•"/>
              <a:defRPr sz="1200">
                <a:latin typeface="Open Sans"/>
                <a:ea typeface="Open Sans"/>
                <a:cs typeface="Open Sans"/>
                <a:sym typeface="Open Sans"/>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transition p14:dur="100">
    <p:cut/>
  </p:transition>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72" name="Shape 172"/>
        <p:cNvGrpSpPr/>
        <p:nvPr/>
      </p:nvGrpSpPr>
      <p:grpSpPr>
        <a:xfrm>
          <a:off x="0" y="0"/>
          <a:ext cx="0" cy="0"/>
          <a:chOff x="0" y="0"/>
          <a:chExt cx="0" cy="0"/>
        </a:xfrm>
      </p:grpSpPr>
      <p:sp>
        <p:nvSpPr>
          <p:cNvPr id="173" name="Google Shape;173;p31"/>
          <p:cNvSpPr/>
          <p:nvPr/>
        </p:nvSpPr>
        <p:spPr>
          <a:xfrm rot="10800000">
            <a:off x="-6283" y="0"/>
            <a:ext cx="12204565"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4" name="Google Shape;174;p31"/>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FEEE9F"/>
              </a:buClr>
              <a:buSzPts val="4500"/>
              <a:buNone/>
              <a:defRPr sz="4500">
                <a:solidFill>
                  <a:srgbClr val="FEEE9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5" name="Google Shape;175;p31"/>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cxnSp>
        <p:nvCxnSpPr>
          <p:cNvPr id="176" name="Google Shape;176;p31"/>
          <p:cNvCxnSpPr/>
          <p:nvPr/>
        </p:nvCxnSpPr>
        <p:spPr>
          <a:xfrm>
            <a:off x="1422400" y="2743200"/>
            <a:ext cx="9347200" cy="0"/>
          </a:xfrm>
          <a:prstGeom prst="straightConnector1">
            <a:avLst/>
          </a:prstGeom>
          <a:noFill/>
          <a:ln cap="flat" cmpd="sng" w="9525">
            <a:solidFill>
              <a:schemeClr val="lt1"/>
            </a:solidFill>
            <a:prstDash val="solid"/>
            <a:miter lim="8000"/>
            <a:headEnd len="sm" w="sm" type="none"/>
            <a:tailEnd len="sm" w="sm" type="none"/>
          </a:ln>
        </p:spPr>
      </p:cxnSp>
      <p:pic>
        <p:nvPicPr>
          <p:cNvPr id="177" name="Google Shape;177;p31"/>
          <p:cNvPicPr preferRelativeResize="0"/>
          <p:nvPr/>
        </p:nvPicPr>
        <p:blipFill rotWithShape="1">
          <a:blip r:embed="rId2">
            <a:alphaModFix/>
          </a:blip>
          <a:srcRect b="0" l="0" r="0" t="0"/>
          <a:stretch/>
        </p:blipFill>
        <p:spPr>
          <a:xfrm>
            <a:off x="4706113" y="1830811"/>
            <a:ext cx="2775881" cy="429768"/>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pacer Slide" showMasterSp="0">
  <p:cSld name="1_Spacer Slide">
    <p:spTree>
      <p:nvGrpSpPr>
        <p:cNvPr id="178" name="Shape 178"/>
        <p:cNvGrpSpPr/>
        <p:nvPr/>
      </p:nvGrpSpPr>
      <p:grpSpPr>
        <a:xfrm>
          <a:off x="0" y="0"/>
          <a:ext cx="0" cy="0"/>
          <a:chOff x="0" y="0"/>
          <a:chExt cx="0" cy="0"/>
        </a:xfrm>
      </p:grpSpPr>
      <p:sp>
        <p:nvSpPr>
          <p:cNvPr id="179" name="Google Shape;179;p32"/>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80" name="Google Shape;180;p32"/>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181" name="Google Shape;181;p32"/>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EEE9F"/>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2" name="Google Shape;182;p32"/>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3600"/>
              <a:buNone/>
              <a:defRPr sz="36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83" name="Shape 183"/>
        <p:cNvGrpSpPr/>
        <p:nvPr/>
      </p:nvGrpSpPr>
      <p:grpSpPr>
        <a:xfrm>
          <a:off x="0" y="0"/>
          <a:ext cx="0" cy="0"/>
          <a:chOff x="0" y="0"/>
          <a:chExt cx="0" cy="0"/>
        </a:xfrm>
      </p:grpSpPr>
      <p:sp>
        <p:nvSpPr>
          <p:cNvPr id="184" name="Google Shape;184;p38"/>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38"/>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86" name="Google Shape;186;p3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showMasterSp="0" type="blank">
  <p:cSld name="BLANK">
    <p:spTree>
      <p:nvGrpSpPr>
        <p:cNvPr id="187" name="Shape 187"/>
        <p:cNvGrpSpPr/>
        <p:nvPr/>
      </p:nvGrpSpPr>
      <p:grpSpPr>
        <a:xfrm>
          <a:off x="0" y="0"/>
          <a:ext cx="0" cy="0"/>
          <a:chOff x="0" y="0"/>
          <a:chExt cx="0" cy="0"/>
        </a:xfrm>
      </p:grpSpPr>
      <p:sp>
        <p:nvSpPr>
          <p:cNvPr id="188" name="Google Shape;188;p39"/>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89" name="Google Shape;189;p39"/>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190" name="Google Shape;190;p3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800" u="none" cap="none" strike="noStrike">
                <a:solidFill>
                  <a:schemeClr val="dk1"/>
                </a:solidFill>
                <a:latin typeface="Arial"/>
                <a:ea typeface="Arial"/>
                <a:cs typeface="Arial"/>
                <a:sym typeface="Arial"/>
              </a:defRPr>
            </a:lvl1pPr>
            <a:lvl2pPr indent="0" lvl="1" marL="0" algn="r">
              <a:spcBef>
                <a:spcPts val="0"/>
              </a:spcBef>
              <a:buNone/>
              <a:defRPr b="1" i="0" sz="1800" u="none" cap="none" strike="noStrike">
                <a:solidFill>
                  <a:schemeClr val="dk1"/>
                </a:solidFill>
                <a:latin typeface="Arial"/>
                <a:ea typeface="Arial"/>
                <a:cs typeface="Arial"/>
                <a:sym typeface="Arial"/>
              </a:defRPr>
            </a:lvl2pPr>
            <a:lvl3pPr indent="0" lvl="2" marL="0" algn="r">
              <a:spcBef>
                <a:spcPts val="0"/>
              </a:spcBef>
              <a:buNone/>
              <a:defRPr b="1" i="0" sz="1800" u="none" cap="none" strike="noStrike">
                <a:solidFill>
                  <a:schemeClr val="dk1"/>
                </a:solidFill>
                <a:latin typeface="Arial"/>
                <a:ea typeface="Arial"/>
                <a:cs typeface="Arial"/>
                <a:sym typeface="Arial"/>
              </a:defRPr>
            </a:lvl3pPr>
            <a:lvl4pPr indent="0" lvl="3" marL="0" algn="r">
              <a:spcBef>
                <a:spcPts val="0"/>
              </a:spcBef>
              <a:buNone/>
              <a:defRPr b="1" i="0" sz="1800" u="none" cap="none" strike="noStrike">
                <a:solidFill>
                  <a:schemeClr val="dk1"/>
                </a:solidFill>
                <a:latin typeface="Arial"/>
                <a:ea typeface="Arial"/>
                <a:cs typeface="Arial"/>
                <a:sym typeface="Arial"/>
              </a:defRPr>
            </a:lvl4pPr>
            <a:lvl5pPr indent="0" lvl="4" marL="0" algn="r">
              <a:spcBef>
                <a:spcPts val="0"/>
              </a:spcBef>
              <a:buNone/>
              <a:defRPr b="1" i="0" sz="1800" u="none" cap="none" strike="noStrike">
                <a:solidFill>
                  <a:schemeClr val="dk1"/>
                </a:solidFill>
                <a:latin typeface="Arial"/>
                <a:ea typeface="Arial"/>
                <a:cs typeface="Arial"/>
                <a:sym typeface="Arial"/>
              </a:defRPr>
            </a:lvl5pPr>
            <a:lvl6pPr indent="0" lvl="5" marL="0" algn="r">
              <a:spcBef>
                <a:spcPts val="0"/>
              </a:spcBef>
              <a:buNone/>
              <a:defRPr b="1" i="0" sz="1800" u="none" cap="none" strike="noStrike">
                <a:solidFill>
                  <a:schemeClr val="dk1"/>
                </a:solidFill>
                <a:latin typeface="Arial"/>
                <a:ea typeface="Arial"/>
                <a:cs typeface="Arial"/>
                <a:sym typeface="Arial"/>
              </a:defRPr>
            </a:lvl6pPr>
            <a:lvl7pPr indent="0" lvl="6" marL="0" algn="r">
              <a:spcBef>
                <a:spcPts val="0"/>
              </a:spcBef>
              <a:buNone/>
              <a:defRPr b="1" i="0" sz="1800" u="none" cap="none" strike="noStrike">
                <a:solidFill>
                  <a:schemeClr val="dk1"/>
                </a:solidFill>
                <a:latin typeface="Arial"/>
                <a:ea typeface="Arial"/>
                <a:cs typeface="Arial"/>
                <a:sym typeface="Arial"/>
              </a:defRPr>
            </a:lvl7pPr>
            <a:lvl8pPr indent="0" lvl="7" marL="0" algn="r">
              <a:spcBef>
                <a:spcPts val="0"/>
              </a:spcBef>
              <a:buNone/>
              <a:defRPr b="1" i="0" sz="1800" u="none" cap="none" strike="noStrike">
                <a:solidFill>
                  <a:schemeClr val="dk1"/>
                </a:solidFill>
                <a:latin typeface="Arial"/>
                <a:ea typeface="Arial"/>
                <a:cs typeface="Arial"/>
                <a:sym typeface="Arial"/>
              </a:defRPr>
            </a:lvl8pPr>
            <a:lvl9pPr indent="0" lvl="8" marL="0" algn="r">
              <a:spcBef>
                <a:spcPts val="0"/>
              </a:spcBef>
              <a:buNone/>
              <a:defRPr b="1"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91" name="Shape 191"/>
        <p:cNvGrpSpPr/>
        <p:nvPr/>
      </p:nvGrpSpPr>
      <p:grpSpPr>
        <a:xfrm>
          <a:off x="0" y="0"/>
          <a:ext cx="0" cy="0"/>
          <a:chOff x="0" y="0"/>
          <a:chExt cx="0" cy="0"/>
        </a:xfrm>
      </p:grpSpPr>
      <p:sp>
        <p:nvSpPr>
          <p:cNvPr id="192" name="Google Shape;192;p42"/>
          <p:cNvSpPr/>
          <p:nvPr/>
        </p:nvSpPr>
        <p:spPr>
          <a:xfrm rot="10800000">
            <a:off x="-3" y="0"/>
            <a:ext cx="12192001" cy="6204857"/>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3" name="Google Shape;193;p42"/>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 name="Google Shape;194;p42"/>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95" name="Google Shape;195;p4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196" name="Shape 196"/>
        <p:cNvGrpSpPr/>
        <p:nvPr/>
      </p:nvGrpSpPr>
      <p:grpSpPr>
        <a:xfrm>
          <a:off x="0" y="0"/>
          <a:ext cx="0" cy="0"/>
          <a:chOff x="0" y="0"/>
          <a:chExt cx="0" cy="0"/>
        </a:xfrm>
      </p:grpSpPr>
      <p:sp>
        <p:nvSpPr>
          <p:cNvPr id="197" name="Google Shape;197;p47"/>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FEEE9F"/>
              </a:buClr>
              <a:buSzPts val="4500"/>
              <a:buNone/>
              <a:defRPr sz="4500">
                <a:solidFill>
                  <a:srgbClr val="FEEE9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8" name="Google Shape;198;p47"/>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cxnSp>
        <p:nvCxnSpPr>
          <p:cNvPr id="199" name="Google Shape;199;p47"/>
          <p:cNvCxnSpPr/>
          <p:nvPr/>
        </p:nvCxnSpPr>
        <p:spPr>
          <a:xfrm>
            <a:off x="1422400" y="2743200"/>
            <a:ext cx="9347200" cy="0"/>
          </a:xfrm>
          <a:prstGeom prst="straightConnector1">
            <a:avLst/>
          </a:prstGeom>
          <a:noFill/>
          <a:ln cap="flat" cmpd="sng" w="9525">
            <a:solidFill>
              <a:schemeClr val="lt1"/>
            </a:solidFill>
            <a:prstDash val="solid"/>
            <a:miter lim="8000"/>
            <a:headEnd len="sm" w="sm" type="none"/>
            <a:tailEnd len="sm" w="sm" type="none"/>
          </a:ln>
        </p:spPr>
      </p:cxnSp>
      <p:pic>
        <p:nvPicPr>
          <p:cNvPr id="200" name="Google Shape;200;p47"/>
          <p:cNvPicPr preferRelativeResize="0"/>
          <p:nvPr/>
        </p:nvPicPr>
        <p:blipFill rotWithShape="1">
          <a:blip r:embed="rId2">
            <a:alphaModFix/>
          </a:blip>
          <a:srcRect b="0" l="0" r="0" t="0"/>
          <a:stretch/>
        </p:blipFill>
        <p:spPr>
          <a:xfrm>
            <a:off x="4706113" y="1830811"/>
            <a:ext cx="2775881" cy="429768"/>
          </a:xfrm>
          <a:prstGeom prst="rect">
            <a:avLst/>
          </a:prstGeom>
          <a:noFill/>
          <a:ln>
            <a:noFill/>
          </a:ln>
        </p:spPr>
      </p:pic>
      <p:sp>
        <p:nvSpPr>
          <p:cNvPr id="201" name="Google Shape;201;p47"/>
          <p:cNvSpPr txBox="1"/>
          <p:nvPr/>
        </p:nvSpPr>
        <p:spPr>
          <a:xfrm>
            <a:off x="1524000" y="5169735"/>
            <a:ext cx="9144000" cy="914400"/>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Florian Bay, Paola Perina &amp; Diane Richardson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acer Slide" showMasterSp="0">
  <p:cSld name="Spacer Slide">
    <p:spTree>
      <p:nvGrpSpPr>
        <p:cNvPr id="202" name="Shape 202"/>
        <p:cNvGrpSpPr/>
        <p:nvPr/>
      </p:nvGrpSpPr>
      <p:grpSpPr>
        <a:xfrm>
          <a:off x="0" y="0"/>
          <a:ext cx="0" cy="0"/>
          <a:chOff x="0" y="0"/>
          <a:chExt cx="0" cy="0"/>
        </a:xfrm>
      </p:grpSpPr>
      <p:sp>
        <p:nvSpPr>
          <p:cNvPr id="203" name="Google Shape;203;p48"/>
          <p:cNvSpPr/>
          <p:nvPr/>
        </p:nvSpPr>
        <p:spPr>
          <a:xfrm rot="10800000">
            <a:off x="0" y="0"/>
            <a:ext cx="12192000"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4" name="Google Shape;204;p48"/>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05" name="Google Shape;205;p48"/>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206" name="Google Shape;206;p48"/>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EEE9F"/>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7" name="Google Shape;207;p48"/>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3600"/>
              <a:buNone/>
              <a:defRPr sz="36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pacer Slide" showMasterSp="0">
  <p:cSld name="2_Spacer Slide">
    <p:spTree>
      <p:nvGrpSpPr>
        <p:cNvPr id="208" name="Shape 208"/>
        <p:cNvGrpSpPr/>
        <p:nvPr/>
      </p:nvGrpSpPr>
      <p:grpSpPr>
        <a:xfrm>
          <a:off x="0" y="0"/>
          <a:ext cx="0" cy="0"/>
          <a:chOff x="0" y="0"/>
          <a:chExt cx="0" cy="0"/>
        </a:xfrm>
      </p:grpSpPr>
      <p:sp>
        <p:nvSpPr>
          <p:cNvPr id="209" name="Google Shape;209;p49"/>
          <p:cNvSpPr/>
          <p:nvPr/>
        </p:nvSpPr>
        <p:spPr>
          <a:xfrm rot="10800000">
            <a:off x="-3" y="0"/>
            <a:ext cx="12192001" cy="6204857"/>
          </a:xfrm>
          <a:prstGeom prst="rect">
            <a:avLst/>
          </a:prstGeom>
          <a:gradFill>
            <a:gsLst>
              <a:gs pos="0">
                <a:srgbClr val="4D1720"/>
              </a:gs>
              <a:gs pos="74000">
                <a:srgbClr val="772432"/>
              </a:gs>
              <a:gs pos="100000">
                <a:srgbClr val="77243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0" name="Google Shape;210;p49"/>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11" name="Google Shape;211;p49"/>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212" name="Google Shape;212;p49"/>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EEE9F"/>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49"/>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3600"/>
              <a:buNone/>
              <a:defRPr sz="36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214" name="Shape 214"/>
        <p:cNvGrpSpPr/>
        <p:nvPr/>
      </p:nvGrpSpPr>
      <p:grpSpPr>
        <a:xfrm>
          <a:off x="0" y="0"/>
          <a:ext cx="0" cy="0"/>
          <a:chOff x="0" y="0"/>
          <a:chExt cx="0" cy="0"/>
        </a:xfrm>
      </p:grpSpPr>
      <p:sp>
        <p:nvSpPr>
          <p:cNvPr id="215" name="Google Shape;215;p50"/>
          <p:cNvSpPr/>
          <p:nvPr/>
        </p:nvSpPr>
        <p:spPr>
          <a:xfrm rot="10800000">
            <a:off x="-3" y="0"/>
            <a:ext cx="12192001" cy="6204857"/>
          </a:xfrm>
          <a:prstGeom prst="rect">
            <a:avLst/>
          </a:prstGeom>
          <a:gradFill>
            <a:gsLst>
              <a:gs pos="0">
                <a:srgbClr val="4D1720"/>
              </a:gs>
              <a:gs pos="74000">
                <a:srgbClr val="772432"/>
              </a:gs>
              <a:gs pos="100000">
                <a:srgbClr val="77243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6" name="Google Shape;216;p50"/>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50"/>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18" name="Google Shape;218;p5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219" name="Shape 219"/>
        <p:cNvGrpSpPr/>
        <p:nvPr/>
      </p:nvGrpSpPr>
      <p:grpSpPr>
        <a:xfrm>
          <a:off x="0" y="0"/>
          <a:ext cx="0" cy="0"/>
          <a:chOff x="0" y="0"/>
          <a:chExt cx="0" cy="0"/>
        </a:xfrm>
      </p:grpSpPr>
      <p:sp>
        <p:nvSpPr>
          <p:cNvPr id="220" name="Google Shape;220;p51"/>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51"/>
          <p:cNvSpPr txBox="1"/>
          <p:nvPr>
            <p:ph idx="1" type="body"/>
          </p:nvPr>
        </p:nvSpPr>
        <p:spPr>
          <a:xfrm>
            <a:off x="277934" y="1535081"/>
            <a:ext cx="5641848"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2" name="Google Shape;222;p51"/>
          <p:cNvSpPr txBox="1"/>
          <p:nvPr>
            <p:ph idx="2" type="body"/>
          </p:nvPr>
        </p:nvSpPr>
        <p:spPr>
          <a:xfrm>
            <a:off x="6275268" y="1535081"/>
            <a:ext cx="5638800"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3" name="Google Shape;223;p5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Comparison" type="twoTxTwoObj">
  <p:cSld name="TWO_OBJECTS_WITH_TEXT">
    <p:spTree>
      <p:nvGrpSpPr>
        <p:cNvPr id="224" name="Shape 224"/>
        <p:cNvGrpSpPr/>
        <p:nvPr/>
      </p:nvGrpSpPr>
      <p:grpSpPr>
        <a:xfrm>
          <a:off x="0" y="0"/>
          <a:ext cx="0" cy="0"/>
          <a:chOff x="0" y="0"/>
          <a:chExt cx="0" cy="0"/>
        </a:xfrm>
      </p:grpSpPr>
      <p:sp>
        <p:nvSpPr>
          <p:cNvPr id="225" name="Google Shape;225;p52"/>
          <p:cNvSpPr/>
          <p:nvPr/>
        </p:nvSpPr>
        <p:spPr>
          <a:xfrm rot="10800000">
            <a:off x="0" y="-1"/>
            <a:ext cx="12192000" cy="6216556"/>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6" name="Google Shape;226;p52"/>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52"/>
          <p:cNvSpPr txBox="1"/>
          <p:nvPr>
            <p:ph idx="1" type="body"/>
          </p:nvPr>
        </p:nvSpPr>
        <p:spPr>
          <a:xfrm>
            <a:off x="277934"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28" name="Google Shape;228;p52"/>
          <p:cNvSpPr txBox="1"/>
          <p:nvPr>
            <p:ph idx="2" type="body"/>
          </p:nvPr>
        </p:nvSpPr>
        <p:spPr>
          <a:xfrm>
            <a:off x="277934"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9" name="Google Shape;229;p52"/>
          <p:cNvSpPr txBox="1"/>
          <p:nvPr>
            <p:ph idx="3" type="body"/>
          </p:nvPr>
        </p:nvSpPr>
        <p:spPr>
          <a:xfrm>
            <a:off x="6283452"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30" name="Google Shape;230;p52"/>
          <p:cNvSpPr txBox="1"/>
          <p:nvPr>
            <p:ph idx="4" type="body"/>
          </p:nvPr>
        </p:nvSpPr>
        <p:spPr>
          <a:xfrm>
            <a:off x="6283452"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31" name="Google Shape;231;p5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Comparison">
  <p:cSld name="1_Title and Content Comparison">
    <p:spTree>
      <p:nvGrpSpPr>
        <p:cNvPr id="232" name="Shape 232"/>
        <p:cNvGrpSpPr/>
        <p:nvPr/>
      </p:nvGrpSpPr>
      <p:grpSpPr>
        <a:xfrm>
          <a:off x="0" y="0"/>
          <a:ext cx="0" cy="0"/>
          <a:chOff x="0" y="0"/>
          <a:chExt cx="0" cy="0"/>
        </a:xfrm>
      </p:grpSpPr>
      <p:sp>
        <p:nvSpPr>
          <p:cNvPr id="233" name="Google Shape;233;p53"/>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4" name="Google Shape;234;p53"/>
          <p:cNvSpPr txBox="1"/>
          <p:nvPr>
            <p:ph idx="1" type="body"/>
          </p:nvPr>
        </p:nvSpPr>
        <p:spPr>
          <a:xfrm>
            <a:off x="277934"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35" name="Google Shape;235;p53"/>
          <p:cNvSpPr txBox="1"/>
          <p:nvPr>
            <p:ph idx="2" type="body"/>
          </p:nvPr>
        </p:nvSpPr>
        <p:spPr>
          <a:xfrm>
            <a:off x="277934"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36" name="Google Shape;236;p53"/>
          <p:cNvSpPr txBox="1"/>
          <p:nvPr>
            <p:ph idx="3" type="body"/>
          </p:nvPr>
        </p:nvSpPr>
        <p:spPr>
          <a:xfrm>
            <a:off x="6283452"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37" name="Google Shape;237;p53"/>
          <p:cNvSpPr txBox="1"/>
          <p:nvPr>
            <p:ph idx="4" type="body"/>
          </p:nvPr>
        </p:nvSpPr>
        <p:spPr>
          <a:xfrm>
            <a:off x="6283452"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38" name="Google Shape;238;p5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9" name="Shape 239"/>
        <p:cNvGrpSpPr/>
        <p:nvPr/>
      </p:nvGrpSpPr>
      <p:grpSpPr>
        <a:xfrm>
          <a:off x="0" y="0"/>
          <a:ext cx="0" cy="0"/>
          <a:chOff x="0" y="0"/>
          <a:chExt cx="0" cy="0"/>
        </a:xfrm>
      </p:grpSpPr>
      <p:sp>
        <p:nvSpPr>
          <p:cNvPr id="240" name="Google Shape;240;p54"/>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1" name="Google Shape;241;p5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242" name="Shape 242"/>
        <p:cNvGrpSpPr/>
        <p:nvPr/>
      </p:nvGrpSpPr>
      <p:grpSpPr>
        <a:xfrm>
          <a:off x="0" y="0"/>
          <a:ext cx="0" cy="0"/>
          <a:chOff x="0" y="0"/>
          <a:chExt cx="0" cy="0"/>
        </a:xfrm>
      </p:grpSpPr>
      <p:sp>
        <p:nvSpPr>
          <p:cNvPr id="243" name="Google Shape;243;p55"/>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4" name="Google Shape;244;p5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45" name="Google Shape;245;p55"/>
          <p:cNvSpPr/>
          <p:nvPr>
            <p:ph idx="1" type="body"/>
          </p:nvPr>
        </p:nvSpPr>
        <p:spPr>
          <a:xfrm>
            <a:off x="8382000" y="2005584"/>
            <a:ext cx="3200400" cy="3140075"/>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46" name="Google Shape;246;p55"/>
          <p:cNvSpPr/>
          <p:nvPr>
            <p:ph idx="2" type="body"/>
          </p:nvPr>
        </p:nvSpPr>
        <p:spPr>
          <a:xfrm>
            <a:off x="4495800" y="2011680"/>
            <a:ext cx="3200400" cy="3136392"/>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47" name="Google Shape;247;p55"/>
          <p:cNvSpPr/>
          <p:nvPr>
            <p:ph idx="3" type="body"/>
          </p:nvPr>
        </p:nvSpPr>
        <p:spPr>
          <a:xfrm>
            <a:off x="609600" y="1981200"/>
            <a:ext cx="3200400" cy="3140075"/>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48" name="Google Shape;248;p55"/>
          <p:cNvSpPr txBox="1"/>
          <p:nvPr>
            <p:ph idx="4" type="body"/>
          </p:nvPr>
        </p:nvSpPr>
        <p:spPr>
          <a:xfrm>
            <a:off x="8382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49" name="Google Shape;249;p55"/>
          <p:cNvSpPr txBox="1"/>
          <p:nvPr>
            <p:ph idx="5" type="body"/>
          </p:nvPr>
        </p:nvSpPr>
        <p:spPr>
          <a:xfrm>
            <a:off x="86106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50" name="Google Shape;250;p55"/>
          <p:cNvSpPr txBox="1"/>
          <p:nvPr>
            <p:ph idx="6" type="body"/>
          </p:nvPr>
        </p:nvSpPr>
        <p:spPr>
          <a:xfrm>
            <a:off x="47244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Title and 3 Images">
    <p:spTree>
      <p:nvGrpSpPr>
        <p:cNvPr id="251" name="Shape 251"/>
        <p:cNvGrpSpPr/>
        <p:nvPr/>
      </p:nvGrpSpPr>
      <p:grpSpPr>
        <a:xfrm>
          <a:off x="0" y="0"/>
          <a:ext cx="0" cy="0"/>
          <a:chOff x="0" y="0"/>
          <a:chExt cx="0" cy="0"/>
        </a:xfrm>
      </p:grpSpPr>
      <p:sp>
        <p:nvSpPr>
          <p:cNvPr id="252" name="Google Shape;252;p56"/>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56"/>
          <p:cNvSpPr/>
          <p:nvPr>
            <p:ph idx="2" type="pic"/>
          </p:nvPr>
        </p:nvSpPr>
        <p:spPr>
          <a:xfrm>
            <a:off x="4928245" y="1953118"/>
            <a:ext cx="2335511" cy="2071068"/>
          </a:xfrm>
          <a:prstGeom prst="rect">
            <a:avLst/>
          </a:prstGeom>
          <a:noFill/>
          <a:ln>
            <a:noFill/>
          </a:ln>
        </p:spPr>
      </p:sp>
      <p:sp>
        <p:nvSpPr>
          <p:cNvPr id="254" name="Google Shape;254;p56"/>
          <p:cNvSpPr/>
          <p:nvPr>
            <p:ph idx="1" type="body"/>
          </p:nvPr>
        </p:nvSpPr>
        <p:spPr>
          <a:xfrm>
            <a:off x="4922310"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55" name="Google Shape;255;p56"/>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56" name="Google Shape;256;p56"/>
          <p:cNvSpPr/>
          <p:nvPr>
            <p:ph idx="4" type="pic"/>
          </p:nvPr>
        </p:nvSpPr>
        <p:spPr>
          <a:xfrm>
            <a:off x="1490460" y="1953118"/>
            <a:ext cx="2335511" cy="2071068"/>
          </a:xfrm>
          <a:prstGeom prst="rect">
            <a:avLst/>
          </a:prstGeom>
          <a:noFill/>
          <a:ln>
            <a:noFill/>
          </a:ln>
        </p:spPr>
      </p:sp>
      <p:sp>
        <p:nvSpPr>
          <p:cNvPr id="257" name="Google Shape;257;p56"/>
          <p:cNvSpPr/>
          <p:nvPr>
            <p:ph idx="5" type="body"/>
          </p:nvPr>
        </p:nvSpPr>
        <p:spPr>
          <a:xfrm>
            <a:off x="1484525"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rgbClr val="F5F5F5"/>
              </a:buClr>
              <a:buSzPts val="1800"/>
              <a:buFont typeface="Arial"/>
              <a:buNone/>
              <a:defRPr sz="1800">
                <a:solidFill>
                  <a:srgbClr val="F5F5F5"/>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58" name="Google Shape;258;p56"/>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59" name="Google Shape;259;p56"/>
          <p:cNvSpPr/>
          <p:nvPr>
            <p:ph idx="7" type="pic"/>
          </p:nvPr>
        </p:nvSpPr>
        <p:spPr>
          <a:xfrm>
            <a:off x="8360095" y="1953118"/>
            <a:ext cx="2335511" cy="2071068"/>
          </a:xfrm>
          <a:prstGeom prst="rect">
            <a:avLst/>
          </a:prstGeom>
          <a:noFill/>
          <a:ln>
            <a:noFill/>
          </a:ln>
        </p:spPr>
      </p:sp>
      <p:sp>
        <p:nvSpPr>
          <p:cNvPr id="260" name="Google Shape;260;p56"/>
          <p:cNvSpPr/>
          <p:nvPr>
            <p:ph idx="8" type="body"/>
          </p:nvPr>
        </p:nvSpPr>
        <p:spPr>
          <a:xfrm>
            <a:off x="8354160"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61" name="Google Shape;261;p56"/>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62" name="Google Shape;262;p5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showMasterSp="0">
  <p:cSld name="Image and Text">
    <p:spTree>
      <p:nvGrpSpPr>
        <p:cNvPr id="263" name="Shape 263"/>
        <p:cNvGrpSpPr/>
        <p:nvPr/>
      </p:nvGrpSpPr>
      <p:grpSpPr>
        <a:xfrm>
          <a:off x="0" y="0"/>
          <a:ext cx="0" cy="0"/>
          <a:chOff x="0" y="0"/>
          <a:chExt cx="0" cy="0"/>
        </a:xfrm>
      </p:grpSpPr>
      <p:sp>
        <p:nvSpPr>
          <p:cNvPr id="264" name="Google Shape;264;p57"/>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5" name="Google Shape;265;p57"/>
          <p:cNvSpPr/>
          <p:nvPr/>
        </p:nvSpPr>
        <p:spPr>
          <a:xfrm>
            <a:off x="3815398" y="1066800"/>
            <a:ext cx="6509702" cy="4273994"/>
          </a:xfrm>
          <a:prstGeom prst="roundRect">
            <a:avLst>
              <a:gd fmla="val 0" name="adj"/>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66" name="Google Shape;266;p57"/>
          <p:cNvSpPr/>
          <p:nvPr/>
        </p:nvSpPr>
        <p:spPr>
          <a:xfrm>
            <a:off x="1866900" y="1600200"/>
            <a:ext cx="3111498" cy="3159346"/>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 name="Google Shape;267;p57"/>
          <p:cNvSpPr/>
          <p:nvPr>
            <p:ph idx="2" type="pic"/>
          </p:nvPr>
        </p:nvSpPr>
        <p:spPr>
          <a:xfrm>
            <a:off x="1866900" y="1600200"/>
            <a:ext cx="3111500" cy="3159346"/>
          </a:xfrm>
          <a:prstGeom prst="rect">
            <a:avLst/>
          </a:prstGeom>
          <a:noFill/>
          <a:ln>
            <a:noFill/>
          </a:ln>
        </p:spPr>
      </p:sp>
      <p:sp>
        <p:nvSpPr>
          <p:cNvPr id="268" name="Google Shape;268;p57"/>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200"/>
              <a:buNone/>
              <a:defRPr b="1" i="0" sz="32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69" name="Google Shape;269;p57"/>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400"/>
              <a:buNone/>
              <a:defRPr b="0" i="0" sz="24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70" name="Google Shape;270;p57"/>
          <p:cNvSpPr/>
          <p:nvPr/>
        </p:nvSpPr>
        <p:spPr>
          <a:xfrm>
            <a:off x="-2" y="6212926"/>
            <a:ext cx="12192001"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1" name="Google Shape;271;p5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272" name="Google Shape;272;p57"/>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and Text" showMasterSp="0">
  <p:cSld name="1_Image and Text">
    <p:spTree>
      <p:nvGrpSpPr>
        <p:cNvPr id="273" name="Shape 273"/>
        <p:cNvGrpSpPr/>
        <p:nvPr/>
      </p:nvGrpSpPr>
      <p:grpSpPr>
        <a:xfrm>
          <a:off x="0" y="0"/>
          <a:ext cx="0" cy="0"/>
          <a:chOff x="0" y="0"/>
          <a:chExt cx="0" cy="0"/>
        </a:xfrm>
      </p:grpSpPr>
      <p:sp>
        <p:nvSpPr>
          <p:cNvPr id="274" name="Google Shape;274;p58"/>
          <p:cNvSpPr/>
          <p:nvPr/>
        </p:nvSpPr>
        <p:spPr>
          <a:xfrm>
            <a:off x="3815398" y="1066800"/>
            <a:ext cx="6509702" cy="4273994"/>
          </a:xfrm>
          <a:prstGeom prst="roundRect">
            <a:avLst>
              <a:gd fmla="val 0" name="adj"/>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75" name="Google Shape;275;p58"/>
          <p:cNvSpPr/>
          <p:nvPr/>
        </p:nvSpPr>
        <p:spPr>
          <a:xfrm>
            <a:off x="1866900" y="1600200"/>
            <a:ext cx="3111498" cy="3159346"/>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6" name="Google Shape;276;p58"/>
          <p:cNvSpPr/>
          <p:nvPr>
            <p:ph idx="2" type="pic"/>
          </p:nvPr>
        </p:nvSpPr>
        <p:spPr>
          <a:xfrm>
            <a:off x="1866900" y="1600200"/>
            <a:ext cx="3111500" cy="3159346"/>
          </a:xfrm>
          <a:prstGeom prst="rect">
            <a:avLst/>
          </a:prstGeom>
          <a:noFill/>
          <a:ln>
            <a:noFill/>
          </a:ln>
        </p:spPr>
      </p:sp>
      <p:sp>
        <p:nvSpPr>
          <p:cNvPr id="277" name="Google Shape;277;p58"/>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200"/>
              <a:buNone/>
              <a:defRPr b="1" i="0" sz="32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78" name="Google Shape;278;p58"/>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400"/>
              <a:buNone/>
              <a:defRPr b="0" i="0" sz="24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79" name="Google Shape;279;p58"/>
          <p:cNvSpPr/>
          <p:nvPr/>
        </p:nvSpPr>
        <p:spPr>
          <a:xfrm>
            <a:off x="-2" y="6212926"/>
            <a:ext cx="12192001"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0" name="Google Shape;280;p5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281" name="Google Shape;281;p58"/>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p:cSld name="1_Blank">
    <p:spTree>
      <p:nvGrpSpPr>
        <p:cNvPr id="282" name="Shape 282"/>
        <p:cNvGrpSpPr/>
        <p:nvPr/>
      </p:nvGrpSpPr>
      <p:grpSpPr>
        <a:xfrm>
          <a:off x="0" y="0"/>
          <a:ext cx="0" cy="0"/>
          <a:chOff x="0" y="0"/>
          <a:chExt cx="0" cy="0"/>
        </a:xfrm>
      </p:grpSpPr>
      <p:sp>
        <p:nvSpPr>
          <p:cNvPr id="283" name="Google Shape;283;p59"/>
          <p:cNvSpPr/>
          <p:nvPr/>
        </p:nvSpPr>
        <p:spPr>
          <a:xfrm rot="10800000">
            <a:off x="0" y="0"/>
            <a:ext cx="12192000"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4" name="Google Shape;284;p59"/>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85" name="Google Shape;285;p59"/>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286" name="Google Shape;286;p5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p:cSld name="Title and Text Left_Content Right">
    <p:spTree>
      <p:nvGrpSpPr>
        <p:cNvPr id="287" name="Shape 287"/>
        <p:cNvGrpSpPr/>
        <p:nvPr/>
      </p:nvGrpSpPr>
      <p:grpSpPr>
        <a:xfrm>
          <a:off x="0" y="0"/>
          <a:ext cx="0" cy="0"/>
          <a:chOff x="0" y="0"/>
          <a:chExt cx="0" cy="0"/>
        </a:xfrm>
      </p:grpSpPr>
      <p:sp>
        <p:nvSpPr>
          <p:cNvPr id="288" name="Google Shape;288;p60"/>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 name="Google Shape;289;p60"/>
          <p:cNvSpPr txBox="1"/>
          <p:nvPr>
            <p:ph idx="1" type="body"/>
          </p:nvPr>
        </p:nvSpPr>
        <p:spPr>
          <a:xfrm>
            <a:off x="277934" y="1535080"/>
            <a:ext cx="5498276" cy="43323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290" name="Google Shape;290;p6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91" name="Google Shape;291;p60"/>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p:cSld name="Title and Text Left_Text Right">
    <p:spTree>
      <p:nvGrpSpPr>
        <p:cNvPr id="292" name="Shape 292"/>
        <p:cNvGrpSpPr/>
        <p:nvPr/>
      </p:nvGrpSpPr>
      <p:grpSpPr>
        <a:xfrm>
          <a:off x="0" y="0"/>
          <a:ext cx="0" cy="0"/>
          <a:chOff x="0" y="0"/>
          <a:chExt cx="0" cy="0"/>
        </a:xfrm>
      </p:grpSpPr>
      <p:sp>
        <p:nvSpPr>
          <p:cNvPr id="293" name="Google Shape;293;p61"/>
          <p:cNvSpPr/>
          <p:nvPr/>
        </p:nvSpPr>
        <p:spPr>
          <a:xfrm>
            <a:off x="6096000" y="0"/>
            <a:ext cx="6096000" cy="6208770"/>
          </a:xfrm>
          <a:prstGeom prst="rect">
            <a:avLst/>
          </a:prstGeom>
          <a:solidFill>
            <a:schemeClr val="lt1">
              <a:alpha val="1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4" name="Google Shape;294;p61"/>
          <p:cNvSpPr txBox="1"/>
          <p:nvPr>
            <p:ph type="title"/>
          </p:nvPr>
        </p:nvSpPr>
        <p:spPr>
          <a:xfrm>
            <a:off x="277934" y="295773"/>
            <a:ext cx="5495544"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solidFill>
                  <a:srgbClr val="FEEE9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 name="Google Shape;295;p61"/>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296" name="Google Shape;296;p6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97" name="Google Shape;297;p61"/>
          <p:cNvSpPr txBox="1"/>
          <p:nvPr>
            <p:ph idx="2" type="body"/>
          </p:nvPr>
        </p:nvSpPr>
        <p:spPr>
          <a:xfrm>
            <a:off x="6429756"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 showMasterSp="0">
  <p:cSld name="Title and Text Left Multiple_Content Right">
    <p:spTree>
      <p:nvGrpSpPr>
        <p:cNvPr id="298" name="Shape 298"/>
        <p:cNvGrpSpPr/>
        <p:nvPr/>
      </p:nvGrpSpPr>
      <p:grpSpPr>
        <a:xfrm>
          <a:off x="0" y="0"/>
          <a:ext cx="0" cy="0"/>
          <a:chOff x="0" y="0"/>
          <a:chExt cx="0" cy="0"/>
        </a:xfrm>
      </p:grpSpPr>
      <p:sp>
        <p:nvSpPr>
          <p:cNvPr id="299" name="Google Shape;299;p62"/>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0" name="Google Shape;300;p62"/>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1" name="Google Shape;301;p62"/>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cxnSp>
        <p:nvCxnSpPr>
          <p:cNvPr id="302" name="Google Shape;302;p62"/>
          <p:cNvCxnSpPr/>
          <p:nvPr/>
        </p:nvCxnSpPr>
        <p:spPr>
          <a:xfrm>
            <a:off x="406400" y="1476768"/>
            <a:ext cx="711200" cy="0"/>
          </a:xfrm>
          <a:prstGeom prst="straightConnector1">
            <a:avLst/>
          </a:prstGeom>
          <a:noFill/>
          <a:ln cap="flat" cmpd="sng" w="28575">
            <a:solidFill>
              <a:schemeClr val="lt1"/>
            </a:solidFill>
            <a:prstDash val="solid"/>
            <a:miter lim="8000"/>
            <a:headEnd len="sm" w="sm" type="none"/>
            <a:tailEnd len="sm" w="sm" type="none"/>
          </a:ln>
        </p:spPr>
      </p:cxnSp>
      <p:sp>
        <p:nvSpPr>
          <p:cNvPr id="303" name="Google Shape;303;p62"/>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304" name="Google Shape;304;p62"/>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305" name="Google Shape;305;p62"/>
          <p:cNvSpPr/>
          <p:nvPr>
            <p:ph idx="2" type="pic"/>
          </p:nvPr>
        </p:nvSpPr>
        <p:spPr>
          <a:xfrm>
            <a:off x="6096000" y="0"/>
            <a:ext cx="6099048" cy="6217920"/>
          </a:xfrm>
          <a:prstGeom prst="rect">
            <a:avLst/>
          </a:prstGeom>
          <a:noFill/>
          <a:ln>
            <a:noFill/>
          </a:ln>
        </p:spPr>
      </p:sp>
      <p:sp>
        <p:nvSpPr>
          <p:cNvPr id="306" name="Google Shape;306;p6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Text Right" showMasterSp="0">
  <p:cSld name="Title and Text Left Multiple_Text Right">
    <p:spTree>
      <p:nvGrpSpPr>
        <p:cNvPr id="307" name="Shape 307"/>
        <p:cNvGrpSpPr/>
        <p:nvPr/>
      </p:nvGrpSpPr>
      <p:grpSpPr>
        <a:xfrm>
          <a:off x="0" y="0"/>
          <a:ext cx="0" cy="0"/>
          <a:chOff x="0" y="0"/>
          <a:chExt cx="0" cy="0"/>
        </a:xfrm>
      </p:grpSpPr>
      <p:sp>
        <p:nvSpPr>
          <p:cNvPr id="308" name="Google Shape;308;p63"/>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9" name="Google Shape;309;p63"/>
          <p:cNvSpPr/>
          <p:nvPr/>
        </p:nvSpPr>
        <p:spPr>
          <a:xfrm>
            <a:off x="6096000" y="0"/>
            <a:ext cx="6096000" cy="6208770"/>
          </a:xfrm>
          <a:prstGeom prst="rect">
            <a:avLst/>
          </a:prstGeom>
          <a:solidFill>
            <a:schemeClr val="lt1">
              <a:alpha val="1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0" name="Google Shape;310;p63"/>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1" name="Google Shape;311;p63"/>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cxnSp>
        <p:nvCxnSpPr>
          <p:cNvPr id="312" name="Google Shape;312;p63"/>
          <p:cNvCxnSpPr/>
          <p:nvPr/>
        </p:nvCxnSpPr>
        <p:spPr>
          <a:xfrm>
            <a:off x="406400" y="1476768"/>
            <a:ext cx="711200" cy="0"/>
          </a:xfrm>
          <a:prstGeom prst="straightConnector1">
            <a:avLst/>
          </a:prstGeom>
          <a:noFill/>
          <a:ln cap="flat" cmpd="sng" w="28575">
            <a:solidFill>
              <a:schemeClr val="lt1"/>
            </a:solidFill>
            <a:prstDash val="solid"/>
            <a:miter lim="8000"/>
            <a:headEnd len="sm" w="sm" type="none"/>
            <a:tailEnd len="sm" w="sm" type="none"/>
          </a:ln>
        </p:spPr>
      </p:cxnSp>
      <p:sp>
        <p:nvSpPr>
          <p:cNvPr id="313" name="Google Shape;313;p63"/>
          <p:cNvSpPr txBox="1"/>
          <p:nvPr>
            <p:ph idx="2" type="body"/>
          </p:nvPr>
        </p:nvSpPr>
        <p:spPr>
          <a:xfrm>
            <a:off x="6418522"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14" name="Google Shape;314;p63"/>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5" name="Google Shape;315;p6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200">
                <a:solidFill>
                  <a:schemeClr val="dk1"/>
                </a:solidFill>
                <a:latin typeface="Arial"/>
                <a:ea typeface="Arial"/>
                <a:cs typeface="Arial"/>
                <a:sym typeface="Arial"/>
              </a:defRPr>
            </a:lvl1pPr>
            <a:lvl2pPr indent="0" lvl="1" marL="0" algn="r">
              <a:spcBef>
                <a:spcPts val="0"/>
              </a:spcBef>
              <a:buNone/>
              <a:defRPr b="1" sz="1200">
                <a:solidFill>
                  <a:schemeClr val="dk1"/>
                </a:solidFill>
                <a:latin typeface="Arial"/>
                <a:ea typeface="Arial"/>
                <a:cs typeface="Arial"/>
                <a:sym typeface="Arial"/>
              </a:defRPr>
            </a:lvl2pPr>
            <a:lvl3pPr indent="0" lvl="2" marL="0" algn="r">
              <a:spcBef>
                <a:spcPts val="0"/>
              </a:spcBef>
              <a:buNone/>
              <a:defRPr b="1" sz="1200">
                <a:solidFill>
                  <a:schemeClr val="dk1"/>
                </a:solidFill>
                <a:latin typeface="Arial"/>
                <a:ea typeface="Arial"/>
                <a:cs typeface="Arial"/>
                <a:sym typeface="Arial"/>
              </a:defRPr>
            </a:lvl3pPr>
            <a:lvl4pPr indent="0" lvl="3" marL="0" algn="r">
              <a:spcBef>
                <a:spcPts val="0"/>
              </a:spcBef>
              <a:buNone/>
              <a:defRPr b="1" sz="1200">
                <a:solidFill>
                  <a:schemeClr val="dk1"/>
                </a:solidFill>
                <a:latin typeface="Arial"/>
                <a:ea typeface="Arial"/>
                <a:cs typeface="Arial"/>
                <a:sym typeface="Arial"/>
              </a:defRPr>
            </a:lvl4pPr>
            <a:lvl5pPr indent="0" lvl="4" marL="0" algn="r">
              <a:spcBef>
                <a:spcPts val="0"/>
              </a:spcBef>
              <a:buNone/>
              <a:defRPr b="1" sz="1200">
                <a:solidFill>
                  <a:schemeClr val="dk1"/>
                </a:solidFill>
                <a:latin typeface="Arial"/>
                <a:ea typeface="Arial"/>
                <a:cs typeface="Arial"/>
                <a:sym typeface="Arial"/>
              </a:defRPr>
            </a:lvl5pPr>
            <a:lvl6pPr indent="0" lvl="5" marL="0" algn="r">
              <a:spcBef>
                <a:spcPts val="0"/>
              </a:spcBef>
              <a:buNone/>
              <a:defRPr b="1" sz="1200">
                <a:solidFill>
                  <a:schemeClr val="dk1"/>
                </a:solidFill>
                <a:latin typeface="Arial"/>
                <a:ea typeface="Arial"/>
                <a:cs typeface="Arial"/>
                <a:sym typeface="Arial"/>
              </a:defRPr>
            </a:lvl6pPr>
            <a:lvl7pPr indent="0" lvl="6" marL="0" algn="r">
              <a:spcBef>
                <a:spcPts val="0"/>
              </a:spcBef>
              <a:buNone/>
              <a:defRPr b="1" sz="1200">
                <a:solidFill>
                  <a:schemeClr val="dk1"/>
                </a:solidFill>
                <a:latin typeface="Arial"/>
                <a:ea typeface="Arial"/>
                <a:cs typeface="Arial"/>
                <a:sym typeface="Arial"/>
              </a:defRPr>
            </a:lvl7pPr>
            <a:lvl8pPr indent="0" lvl="7" marL="0" algn="r">
              <a:spcBef>
                <a:spcPts val="0"/>
              </a:spcBef>
              <a:buNone/>
              <a:defRPr b="1" sz="1200">
                <a:solidFill>
                  <a:schemeClr val="dk1"/>
                </a:solidFill>
                <a:latin typeface="Arial"/>
                <a:ea typeface="Arial"/>
                <a:cs typeface="Arial"/>
                <a:sym typeface="Arial"/>
              </a:defRPr>
            </a:lvl8pPr>
            <a:lvl9pPr indent="0" lvl="8" marL="0" algn="r">
              <a:spcBef>
                <a:spcPts val="0"/>
              </a:spcBef>
              <a:buNone/>
              <a:defRPr b="1" sz="12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316" name="Google Shape;316;p63"/>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Title and Large Image">
    <p:spTree>
      <p:nvGrpSpPr>
        <p:cNvPr id="317" name="Shape 317"/>
        <p:cNvGrpSpPr/>
        <p:nvPr/>
      </p:nvGrpSpPr>
      <p:grpSpPr>
        <a:xfrm>
          <a:off x="0" y="0"/>
          <a:ext cx="0" cy="0"/>
          <a:chOff x="0" y="0"/>
          <a:chExt cx="0" cy="0"/>
        </a:xfrm>
      </p:grpSpPr>
      <p:sp>
        <p:nvSpPr>
          <p:cNvPr id="318" name="Google Shape;318;p64"/>
          <p:cNvSpPr/>
          <p:nvPr>
            <p:ph idx="2" type="pic"/>
          </p:nvPr>
        </p:nvSpPr>
        <p:spPr>
          <a:xfrm>
            <a:off x="0" y="1142999"/>
            <a:ext cx="12192000" cy="5084065"/>
          </a:xfrm>
          <a:prstGeom prst="rect">
            <a:avLst/>
          </a:prstGeom>
          <a:noFill/>
          <a:ln>
            <a:noFill/>
          </a:ln>
        </p:spPr>
      </p:sp>
      <p:sp>
        <p:nvSpPr>
          <p:cNvPr id="319" name="Google Shape;319;p64"/>
          <p:cNvSpPr/>
          <p:nvPr/>
        </p:nvSpPr>
        <p:spPr>
          <a:xfrm>
            <a:off x="0" y="-1"/>
            <a:ext cx="12192000" cy="1143001"/>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0" name="Google Shape;320;p6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21" name="Google Shape;321;p64"/>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322" name="Google Shape;322;p64"/>
          <p:cNvCxnSpPr/>
          <p:nvPr/>
        </p:nvCxnSpPr>
        <p:spPr>
          <a:xfrm>
            <a:off x="406400" y="989880"/>
            <a:ext cx="711200" cy="0"/>
          </a:xfrm>
          <a:prstGeom prst="straightConnector1">
            <a:avLst/>
          </a:prstGeom>
          <a:noFill/>
          <a:ln cap="flat" cmpd="sng" w="28575">
            <a:solidFill>
              <a:schemeClr val="lt1"/>
            </a:solidFill>
            <a:prstDash val="solid"/>
            <a:miter lim="8000"/>
            <a:headEnd len="sm" w="sm" type="none"/>
            <a:tailEnd len="sm" w="sm" type="none"/>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spTree>
      <p:nvGrpSpPr>
        <p:cNvPr id="323" name="Shape 323"/>
        <p:cNvGrpSpPr/>
        <p:nvPr/>
      </p:nvGrpSpPr>
      <p:grpSpPr>
        <a:xfrm>
          <a:off x="0" y="0"/>
          <a:ext cx="0" cy="0"/>
          <a:chOff x="0" y="0"/>
          <a:chExt cx="0" cy="0"/>
        </a:xfrm>
      </p:grpSpPr>
      <p:sp>
        <p:nvSpPr>
          <p:cNvPr id="324" name="Google Shape;324;p65"/>
          <p:cNvSpPr/>
          <p:nvPr/>
        </p:nvSpPr>
        <p:spPr>
          <a:xfrm rot="10800000">
            <a:off x="0"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25" name="Google Shape;325;p65"/>
          <p:cNvCxnSpPr/>
          <p:nvPr/>
        </p:nvCxnSpPr>
        <p:spPr>
          <a:xfrm>
            <a:off x="406402" y="989880"/>
            <a:ext cx="711200" cy="0"/>
          </a:xfrm>
          <a:prstGeom prst="straightConnector1">
            <a:avLst/>
          </a:prstGeom>
          <a:noFill/>
          <a:ln cap="flat" cmpd="sng" w="28575">
            <a:solidFill>
              <a:schemeClr val="lt1"/>
            </a:solidFill>
            <a:prstDash val="solid"/>
            <a:miter lim="8000"/>
            <a:headEnd len="sm" w="sm" type="none"/>
            <a:tailEnd len="sm" w="sm" type="none"/>
          </a:ln>
        </p:spPr>
      </p:cxnSp>
      <p:sp>
        <p:nvSpPr>
          <p:cNvPr id="326" name="Google Shape;326;p65"/>
          <p:cNvSpPr/>
          <p:nvPr>
            <p:ph idx="2" type="pic"/>
          </p:nvPr>
        </p:nvSpPr>
        <p:spPr>
          <a:xfrm>
            <a:off x="0" y="1143000"/>
            <a:ext cx="12192000" cy="5714999"/>
          </a:xfrm>
          <a:prstGeom prst="rect">
            <a:avLst/>
          </a:prstGeom>
          <a:noFill/>
          <a:ln>
            <a:noFill/>
          </a:ln>
        </p:spPr>
      </p:sp>
      <p:sp>
        <p:nvSpPr>
          <p:cNvPr id="327" name="Google Shape;327;p65"/>
          <p:cNvSpPr/>
          <p:nvPr/>
        </p:nvSpPr>
        <p:spPr>
          <a:xfrm>
            <a:off x="0" y="-1"/>
            <a:ext cx="12192000" cy="1143001"/>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8" name="Google Shape;328;p65"/>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329" name="Google Shape;329;p65"/>
          <p:cNvCxnSpPr/>
          <p:nvPr/>
        </p:nvCxnSpPr>
        <p:spPr>
          <a:xfrm>
            <a:off x="406400" y="989880"/>
            <a:ext cx="711200" cy="0"/>
          </a:xfrm>
          <a:prstGeom prst="straightConnector1">
            <a:avLst/>
          </a:prstGeom>
          <a:noFill/>
          <a:ln cap="flat" cmpd="sng" w="28575">
            <a:solidFill>
              <a:schemeClr val="lt1"/>
            </a:solidFill>
            <a:prstDash val="solid"/>
            <a:miter lim="8000"/>
            <a:headEnd len="sm" w="sm" type="none"/>
            <a:tailEnd len="sm" w="sm"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acer Slide" showMasterSp="0" type="tx">
  <p:cSld name="TITLE_AND_BODY">
    <p:bg>
      <p:bgPr>
        <a:solidFill>
          <a:srgbClr val="F5F5F5"/>
        </a:solidFill>
      </p:bgPr>
    </p:bg>
    <p:spTree>
      <p:nvGrpSpPr>
        <p:cNvPr id="337" name="Shape 337"/>
        <p:cNvGrpSpPr/>
        <p:nvPr/>
      </p:nvGrpSpPr>
      <p:grpSpPr>
        <a:xfrm>
          <a:off x="0" y="0"/>
          <a:ext cx="0" cy="0"/>
          <a:chOff x="0" y="0"/>
          <a:chExt cx="0" cy="0"/>
        </a:xfrm>
      </p:grpSpPr>
      <p:sp>
        <p:nvSpPr>
          <p:cNvPr id="338" name="Google Shape;338;p34"/>
          <p:cNvSpPr txBox="1"/>
          <p:nvPr>
            <p:ph type="title"/>
          </p:nvPr>
        </p:nvSpPr>
        <p:spPr>
          <a:xfrm>
            <a:off x="1524000" y="2359916"/>
            <a:ext cx="9144000" cy="731521"/>
          </a:xfrm>
          <a:prstGeom prst="rect">
            <a:avLst/>
          </a:prstGeom>
          <a:noFill/>
          <a:ln>
            <a:noFill/>
          </a:ln>
        </p:spPr>
        <p:txBody>
          <a:bodyPr anchorCtr="0" anchor="b" bIns="45700" lIns="45700" spcFirstLastPara="1" rIns="45700" wrap="square" tIns="45700">
            <a:normAutofit/>
          </a:bodyPr>
          <a:lstStyle>
            <a:lvl1pPr lvl="0" algn="ctr">
              <a:lnSpc>
                <a:spcPct val="90000"/>
              </a:lnSpc>
              <a:spcBef>
                <a:spcPts val="0"/>
              </a:spcBef>
              <a:spcAft>
                <a:spcPts val="0"/>
              </a:spcAft>
              <a:buClr>
                <a:srgbClr val="333333"/>
              </a:buClr>
              <a:buSzPts val="5400"/>
              <a:buFont typeface="Arial"/>
              <a:buNone/>
              <a:defRPr sz="5400">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339" name="Google Shape;339;p34"/>
          <p:cNvSpPr txBox="1"/>
          <p:nvPr>
            <p:ph idx="1" type="body"/>
          </p:nvPr>
        </p:nvSpPr>
        <p:spPr>
          <a:xfrm>
            <a:off x="1524000" y="3358503"/>
            <a:ext cx="9144000" cy="914401"/>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1000"/>
              </a:spcBef>
              <a:spcAft>
                <a:spcPts val="0"/>
              </a:spcAft>
              <a:buClr>
                <a:srgbClr val="333333"/>
              </a:buClr>
              <a:buSzPts val="3600"/>
              <a:buFont typeface="Arial"/>
              <a:buNone/>
              <a:defRPr sz="3600">
                <a:solidFill>
                  <a:srgbClr val="333333"/>
                </a:solidFill>
                <a:latin typeface="Arial"/>
                <a:ea typeface="Arial"/>
                <a:cs typeface="Arial"/>
                <a:sym typeface="Arial"/>
              </a:defRPr>
            </a:lvl1pPr>
            <a:lvl2pPr indent="-228600" lvl="1" marL="914400" algn="ctr">
              <a:lnSpc>
                <a:spcPct val="90000"/>
              </a:lnSpc>
              <a:spcBef>
                <a:spcPts val="1000"/>
              </a:spcBef>
              <a:spcAft>
                <a:spcPts val="0"/>
              </a:spcAft>
              <a:buClr>
                <a:srgbClr val="333333"/>
              </a:buClr>
              <a:buSzPts val="3600"/>
              <a:buFont typeface="Arial"/>
              <a:buNone/>
              <a:defRPr sz="3600">
                <a:solidFill>
                  <a:srgbClr val="333333"/>
                </a:solidFill>
                <a:latin typeface="Arial"/>
                <a:ea typeface="Arial"/>
                <a:cs typeface="Arial"/>
                <a:sym typeface="Arial"/>
              </a:defRPr>
            </a:lvl2pPr>
            <a:lvl3pPr indent="-228600" lvl="2" marL="1371600" algn="ctr">
              <a:lnSpc>
                <a:spcPct val="90000"/>
              </a:lnSpc>
              <a:spcBef>
                <a:spcPts val="1000"/>
              </a:spcBef>
              <a:spcAft>
                <a:spcPts val="0"/>
              </a:spcAft>
              <a:buClr>
                <a:srgbClr val="333333"/>
              </a:buClr>
              <a:buSzPts val="3600"/>
              <a:buFont typeface="Arial"/>
              <a:buNone/>
              <a:defRPr sz="3600">
                <a:solidFill>
                  <a:srgbClr val="333333"/>
                </a:solidFill>
                <a:latin typeface="Arial"/>
                <a:ea typeface="Arial"/>
                <a:cs typeface="Arial"/>
                <a:sym typeface="Arial"/>
              </a:defRPr>
            </a:lvl3pPr>
            <a:lvl4pPr indent="-228600" lvl="3" marL="1828800" algn="ctr">
              <a:lnSpc>
                <a:spcPct val="90000"/>
              </a:lnSpc>
              <a:spcBef>
                <a:spcPts val="1000"/>
              </a:spcBef>
              <a:spcAft>
                <a:spcPts val="0"/>
              </a:spcAft>
              <a:buClr>
                <a:srgbClr val="333333"/>
              </a:buClr>
              <a:buSzPts val="3600"/>
              <a:buFont typeface="Arial"/>
              <a:buNone/>
              <a:defRPr sz="3600">
                <a:solidFill>
                  <a:srgbClr val="333333"/>
                </a:solidFill>
                <a:latin typeface="Arial"/>
                <a:ea typeface="Arial"/>
                <a:cs typeface="Arial"/>
                <a:sym typeface="Arial"/>
              </a:defRPr>
            </a:lvl4pPr>
            <a:lvl5pPr indent="-228600" lvl="4" marL="2286000" algn="ctr">
              <a:lnSpc>
                <a:spcPct val="90000"/>
              </a:lnSpc>
              <a:spcBef>
                <a:spcPts val="1000"/>
              </a:spcBef>
              <a:spcAft>
                <a:spcPts val="0"/>
              </a:spcAft>
              <a:buClr>
                <a:srgbClr val="333333"/>
              </a:buClr>
              <a:buSzPts val="3600"/>
              <a:buFont typeface="Arial"/>
              <a:buNone/>
              <a:defRPr sz="3600">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40" name="Google Shape;340;p34"/>
          <p:cNvSpPr/>
          <p:nvPr/>
        </p:nvSpPr>
        <p:spPr>
          <a:xfrm>
            <a:off x="0" y="6212925"/>
            <a:ext cx="12192000" cy="645075"/>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Helvetica Neue"/>
              <a:ea typeface="Helvetica Neue"/>
              <a:cs typeface="Helvetica Neue"/>
              <a:sym typeface="Helvetica Neue"/>
            </a:endParaRPr>
          </a:p>
        </p:txBody>
      </p:sp>
      <p:pic>
        <p:nvPicPr>
          <p:cNvPr descr="Picture 15" id="341" name="Google Shape;341;p34"/>
          <p:cNvPicPr preferRelativeResize="0"/>
          <p:nvPr/>
        </p:nvPicPr>
        <p:blipFill rotWithShape="1">
          <a:blip r:embed="rId2">
            <a:alphaModFix/>
          </a:blip>
          <a:srcRect b="0" l="0" r="0" t="0"/>
          <a:stretch/>
        </p:blipFill>
        <p:spPr>
          <a:xfrm>
            <a:off x="313559" y="6316626"/>
            <a:ext cx="1773873" cy="404849"/>
          </a:xfrm>
          <a:prstGeom prst="rect">
            <a:avLst/>
          </a:prstGeom>
          <a:noFill/>
          <a:ln>
            <a:noFill/>
          </a:ln>
        </p:spPr>
      </p:pic>
      <p:sp>
        <p:nvSpPr>
          <p:cNvPr id="342" name="Google Shape;342;p34"/>
          <p:cNvSpPr txBox="1"/>
          <p:nvPr>
            <p:ph idx="12" type="sldNum"/>
          </p:nvPr>
        </p:nvSpPr>
        <p:spPr>
          <a:xfrm>
            <a:off x="11452587" y="6363581"/>
            <a:ext cx="358413" cy="350663"/>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i="0" u="none" cap="none" strike="noStrike">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rgbClr val="F5F5F5"/>
        </a:solidFill>
      </p:bgPr>
    </p:bg>
    <p:spTree>
      <p:nvGrpSpPr>
        <p:cNvPr id="343" name="Shape 343"/>
        <p:cNvGrpSpPr/>
        <p:nvPr/>
      </p:nvGrpSpPr>
      <p:grpSpPr>
        <a:xfrm>
          <a:off x="0" y="0"/>
          <a:ext cx="0" cy="0"/>
          <a:chOff x="0" y="0"/>
          <a:chExt cx="0" cy="0"/>
        </a:xfrm>
      </p:grpSpPr>
      <p:sp>
        <p:nvSpPr>
          <p:cNvPr id="344" name="Google Shape;344;p140"/>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345" name="Google Shape;345;p140"/>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346" name="Google Shape;346;p140"/>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347" name="Google Shape;347;p140"/>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348" name="Google Shape;348;p140"/>
          <p:cNvSpPr txBox="1"/>
          <p:nvPr>
            <p:ph type="title"/>
          </p:nvPr>
        </p:nvSpPr>
        <p:spPr>
          <a:xfrm>
            <a:off x="277934" y="295773"/>
            <a:ext cx="11647366"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349" name="Google Shape;349;p140"/>
          <p:cNvSpPr txBox="1"/>
          <p:nvPr>
            <p:ph idx="1" type="body"/>
          </p:nvPr>
        </p:nvSpPr>
        <p:spPr>
          <a:xfrm>
            <a:off x="277933" y="1520042"/>
            <a:ext cx="11647369" cy="4358245"/>
          </a:xfrm>
          <a:prstGeom prst="rect">
            <a:avLst/>
          </a:prstGeom>
          <a:noFill/>
          <a:ln>
            <a:noFill/>
          </a:ln>
        </p:spPr>
        <p:txBody>
          <a:bodyPr anchorCtr="0" anchor="t" bIns="45700" lIns="45700" spcFirstLastPara="1" rIns="45700" wrap="square" tIns="45700">
            <a:normAutofit/>
          </a:bodyPr>
          <a:lstStyle>
            <a:lvl1pPr indent="-406400" lvl="0" marL="4572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1pPr>
            <a:lvl2pPr indent="-406400" lvl="1" marL="9144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2pPr>
            <a:lvl3pPr indent="-406400" lvl="2" marL="13716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3pPr>
            <a:lvl4pPr indent="-406400" lvl="3" marL="18288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4pPr>
            <a:lvl5pPr indent="-406400" lvl="4" marL="22860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50" name="Google Shape;350;p140"/>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showMasterSp="0">
  <p:cSld name="Title and Two Content">
    <p:bg>
      <p:bgPr>
        <a:solidFill>
          <a:srgbClr val="F5F5F5"/>
        </a:solidFill>
      </p:bgPr>
    </p:bg>
    <p:spTree>
      <p:nvGrpSpPr>
        <p:cNvPr id="351" name="Shape 351"/>
        <p:cNvGrpSpPr/>
        <p:nvPr/>
      </p:nvGrpSpPr>
      <p:grpSpPr>
        <a:xfrm>
          <a:off x="0" y="0"/>
          <a:ext cx="0" cy="0"/>
          <a:chOff x="0" y="0"/>
          <a:chExt cx="0" cy="0"/>
        </a:xfrm>
      </p:grpSpPr>
      <p:sp>
        <p:nvSpPr>
          <p:cNvPr id="352" name="Google Shape;352;p141"/>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353" name="Google Shape;353;p141"/>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354" name="Google Shape;354;p141"/>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355" name="Google Shape;355;p141"/>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356" name="Google Shape;356;p141"/>
          <p:cNvSpPr txBox="1"/>
          <p:nvPr>
            <p:ph type="title"/>
          </p:nvPr>
        </p:nvSpPr>
        <p:spPr>
          <a:xfrm>
            <a:off x="277934" y="295773"/>
            <a:ext cx="11647366"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357" name="Google Shape;357;p141"/>
          <p:cNvSpPr txBox="1"/>
          <p:nvPr>
            <p:ph idx="1" type="body"/>
          </p:nvPr>
        </p:nvSpPr>
        <p:spPr>
          <a:xfrm>
            <a:off x="277934" y="1535081"/>
            <a:ext cx="5641848" cy="4332319"/>
          </a:xfrm>
          <a:prstGeom prst="rect">
            <a:avLst/>
          </a:prstGeom>
          <a:noFill/>
          <a:ln>
            <a:noFill/>
          </a:ln>
        </p:spPr>
        <p:txBody>
          <a:bodyPr anchorCtr="0" anchor="t" bIns="45700" lIns="45700" spcFirstLastPara="1" rIns="45700" wrap="square" tIns="45700">
            <a:normAutofit/>
          </a:bodyPr>
          <a:lstStyle>
            <a:lvl1pPr indent="-406400" lvl="0" marL="4572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1pPr>
            <a:lvl2pPr indent="-406400" lvl="1" marL="9144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2pPr>
            <a:lvl3pPr indent="-406400" lvl="2" marL="13716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3pPr>
            <a:lvl4pPr indent="-406400" lvl="3" marL="18288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4pPr>
            <a:lvl5pPr indent="-406400" lvl="4" marL="2286000" algn="l">
              <a:lnSpc>
                <a:spcPct val="90000"/>
              </a:lnSpc>
              <a:spcBef>
                <a:spcPts val="1000"/>
              </a:spcBef>
              <a:spcAft>
                <a:spcPts val="0"/>
              </a:spcAft>
              <a:buClr>
                <a:srgbClr val="333333"/>
              </a:buClr>
              <a:buSzPts val="2800"/>
              <a:buFont typeface="Arial"/>
              <a:buChar char="•"/>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58" name="Google Shape;358;p141"/>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Comparison" showMasterSp="0">
  <p:cSld name="Title and Content Comparison">
    <p:bg>
      <p:bgPr>
        <a:solidFill>
          <a:srgbClr val="F5F5F5"/>
        </a:solidFill>
      </p:bgPr>
    </p:bg>
    <p:spTree>
      <p:nvGrpSpPr>
        <p:cNvPr id="359" name="Shape 359"/>
        <p:cNvGrpSpPr/>
        <p:nvPr/>
      </p:nvGrpSpPr>
      <p:grpSpPr>
        <a:xfrm>
          <a:off x="0" y="0"/>
          <a:ext cx="0" cy="0"/>
          <a:chOff x="0" y="0"/>
          <a:chExt cx="0" cy="0"/>
        </a:xfrm>
      </p:grpSpPr>
      <p:sp>
        <p:nvSpPr>
          <p:cNvPr id="360" name="Google Shape;360;p142"/>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361" name="Google Shape;361;p142"/>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362" name="Google Shape;362;p142"/>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363" name="Google Shape;363;p142"/>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364" name="Google Shape;364;p142"/>
          <p:cNvSpPr txBox="1"/>
          <p:nvPr>
            <p:ph type="title"/>
          </p:nvPr>
        </p:nvSpPr>
        <p:spPr>
          <a:xfrm>
            <a:off x="277934" y="293873"/>
            <a:ext cx="11647366" cy="64922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365" name="Google Shape;365;p142"/>
          <p:cNvSpPr txBox="1"/>
          <p:nvPr>
            <p:ph idx="1" type="body"/>
          </p:nvPr>
        </p:nvSpPr>
        <p:spPr>
          <a:xfrm>
            <a:off x="277934" y="1361862"/>
            <a:ext cx="5641848" cy="823914"/>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333333"/>
              </a:buClr>
              <a:buSzPts val="3000"/>
              <a:buFont typeface="Arial"/>
              <a:buNone/>
              <a:defRPr b="1" sz="3000">
                <a:solidFill>
                  <a:srgbClr val="333333"/>
                </a:solidFill>
                <a:latin typeface="Arial"/>
                <a:ea typeface="Arial"/>
                <a:cs typeface="Arial"/>
                <a:sym typeface="Arial"/>
              </a:defRPr>
            </a:lvl1pPr>
            <a:lvl2pPr indent="-228600" lvl="1" marL="914400" algn="l">
              <a:lnSpc>
                <a:spcPct val="90000"/>
              </a:lnSpc>
              <a:spcBef>
                <a:spcPts val="1000"/>
              </a:spcBef>
              <a:spcAft>
                <a:spcPts val="0"/>
              </a:spcAft>
              <a:buClr>
                <a:srgbClr val="333333"/>
              </a:buClr>
              <a:buSzPts val="3000"/>
              <a:buFont typeface="Arial"/>
              <a:buNone/>
              <a:defRPr b="1" sz="3000">
                <a:solidFill>
                  <a:srgbClr val="333333"/>
                </a:solidFill>
                <a:latin typeface="Arial"/>
                <a:ea typeface="Arial"/>
                <a:cs typeface="Arial"/>
                <a:sym typeface="Arial"/>
              </a:defRPr>
            </a:lvl2pPr>
            <a:lvl3pPr indent="-228600" lvl="2" marL="1371600" algn="l">
              <a:lnSpc>
                <a:spcPct val="90000"/>
              </a:lnSpc>
              <a:spcBef>
                <a:spcPts val="1000"/>
              </a:spcBef>
              <a:spcAft>
                <a:spcPts val="0"/>
              </a:spcAft>
              <a:buClr>
                <a:srgbClr val="333333"/>
              </a:buClr>
              <a:buSzPts val="3000"/>
              <a:buFont typeface="Arial"/>
              <a:buNone/>
              <a:defRPr b="1" sz="3000">
                <a:solidFill>
                  <a:srgbClr val="333333"/>
                </a:solidFill>
                <a:latin typeface="Arial"/>
                <a:ea typeface="Arial"/>
                <a:cs typeface="Arial"/>
                <a:sym typeface="Arial"/>
              </a:defRPr>
            </a:lvl3pPr>
            <a:lvl4pPr indent="-228600" lvl="3" marL="1828800" algn="l">
              <a:lnSpc>
                <a:spcPct val="90000"/>
              </a:lnSpc>
              <a:spcBef>
                <a:spcPts val="1000"/>
              </a:spcBef>
              <a:spcAft>
                <a:spcPts val="0"/>
              </a:spcAft>
              <a:buClr>
                <a:srgbClr val="333333"/>
              </a:buClr>
              <a:buSzPts val="3000"/>
              <a:buFont typeface="Arial"/>
              <a:buNone/>
              <a:defRPr b="1" sz="3000">
                <a:solidFill>
                  <a:srgbClr val="333333"/>
                </a:solidFill>
                <a:latin typeface="Arial"/>
                <a:ea typeface="Arial"/>
                <a:cs typeface="Arial"/>
                <a:sym typeface="Arial"/>
              </a:defRPr>
            </a:lvl4pPr>
            <a:lvl5pPr indent="-228600" lvl="4" marL="2286000" algn="l">
              <a:lnSpc>
                <a:spcPct val="90000"/>
              </a:lnSpc>
              <a:spcBef>
                <a:spcPts val="1000"/>
              </a:spcBef>
              <a:spcAft>
                <a:spcPts val="0"/>
              </a:spcAft>
              <a:buClr>
                <a:srgbClr val="333333"/>
              </a:buClr>
              <a:buSzPts val="3000"/>
              <a:buFont typeface="Arial"/>
              <a:buNone/>
              <a:defRPr b="1" sz="3000">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66" name="Google Shape;366;p142"/>
          <p:cNvSpPr txBox="1"/>
          <p:nvPr>
            <p:ph idx="2" type="body"/>
          </p:nvPr>
        </p:nvSpPr>
        <p:spPr>
          <a:xfrm>
            <a:off x="6283452" y="1361862"/>
            <a:ext cx="5641850" cy="823914"/>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333333"/>
              </a:buClr>
              <a:buSzPts val="3000"/>
              <a:buFont typeface="Arial"/>
              <a:buNone/>
              <a:defRPr b="1" sz="3000">
                <a:solidFill>
                  <a:srgbClr val="333333"/>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67" name="Google Shape;367;p142"/>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showMasterSp="0">
  <p:cSld name="Title and Three Content">
    <p:bg>
      <p:bgPr>
        <a:solidFill>
          <a:srgbClr val="F5F5F5"/>
        </a:solidFill>
      </p:bgPr>
    </p:bg>
    <p:spTree>
      <p:nvGrpSpPr>
        <p:cNvPr id="368" name="Shape 368"/>
        <p:cNvGrpSpPr/>
        <p:nvPr/>
      </p:nvGrpSpPr>
      <p:grpSpPr>
        <a:xfrm>
          <a:off x="0" y="0"/>
          <a:ext cx="0" cy="0"/>
          <a:chOff x="0" y="0"/>
          <a:chExt cx="0" cy="0"/>
        </a:xfrm>
      </p:grpSpPr>
      <p:sp>
        <p:nvSpPr>
          <p:cNvPr id="369" name="Google Shape;369;p143"/>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370" name="Google Shape;370;p143"/>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371" name="Google Shape;371;p143"/>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372" name="Google Shape;372;p143"/>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373" name="Google Shape;373;p143"/>
          <p:cNvSpPr txBox="1"/>
          <p:nvPr>
            <p:ph type="title"/>
          </p:nvPr>
        </p:nvSpPr>
        <p:spPr>
          <a:xfrm>
            <a:off x="277934" y="293873"/>
            <a:ext cx="11647366" cy="64922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374" name="Google Shape;374;p143"/>
          <p:cNvSpPr txBox="1"/>
          <p:nvPr>
            <p:ph idx="1" type="body"/>
          </p:nvPr>
        </p:nvSpPr>
        <p:spPr>
          <a:xfrm>
            <a:off x="8382000" y="2005583"/>
            <a:ext cx="3200400" cy="3140076"/>
          </a:xfrm>
          <a:prstGeom prst="rect">
            <a:avLst/>
          </a:prstGeom>
          <a:solidFill>
            <a:srgbClr val="FFFFFF"/>
          </a:solidFill>
          <a:ln>
            <a:noFill/>
          </a:ln>
          <a:effectLst>
            <a:outerShdw blurRad="38100" rotWithShape="0" dir="5400000" dist="12700">
              <a:srgbClr val="000000">
                <a:alpha val="34902"/>
              </a:srgbClr>
            </a:outerShdw>
          </a:effectLst>
        </p:spPr>
        <p:txBody>
          <a:bodyPr anchorCtr="0" anchor="t" bIns="365750" lIns="365750" spcFirstLastPara="1" rIns="365750" wrap="square" tIns="365750">
            <a:normAutofit/>
          </a:bodyPr>
          <a:lstStyle>
            <a:lvl1pPr indent="-228600" lvl="0" marL="457200" algn="ctr">
              <a:lnSpc>
                <a:spcPct val="100000"/>
              </a:lnSpc>
              <a:spcBef>
                <a:spcPts val="0"/>
              </a:spcBef>
              <a:spcAft>
                <a:spcPts val="0"/>
              </a:spcAft>
              <a:buClr>
                <a:srgbClr val="333333"/>
              </a:buClr>
              <a:buSzPts val="1800"/>
              <a:buFont typeface="Arial"/>
              <a:buNone/>
              <a:defRPr sz="1800">
                <a:solidFill>
                  <a:srgbClr val="333333"/>
                </a:solidFill>
                <a:latin typeface="Arial"/>
                <a:ea typeface="Arial"/>
                <a:cs typeface="Arial"/>
                <a:sym typeface="Arial"/>
              </a:defRPr>
            </a:lvl1pPr>
            <a:lvl2pPr indent="-342900" lvl="1" marL="914400" algn="ctr">
              <a:lnSpc>
                <a:spcPct val="100000"/>
              </a:lnSpc>
              <a:spcBef>
                <a:spcPts val="0"/>
              </a:spcBef>
              <a:spcAft>
                <a:spcPts val="0"/>
              </a:spcAft>
              <a:buClr>
                <a:srgbClr val="333333"/>
              </a:buClr>
              <a:buSzPts val="1800"/>
              <a:buFont typeface="Arial"/>
              <a:buChar char="•"/>
              <a:defRPr sz="1800">
                <a:solidFill>
                  <a:srgbClr val="333333"/>
                </a:solidFill>
                <a:latin typeface="Arial"/>
                <a:ea typeface="Arial"/>
                <a:cs typeface="Arial"/>
                <a:sym typeface="Arial"/>
              </a:defRPr>
            </a:lvl2pPr>
            <a:lvl3pPr indent="-342900" lvl="2" marL="1371600" algn="ctr">
              <a:lnSpc>
                <a:spcPct val="100000"/>
              </a:lnSpc>
              <a:spcBef>
                <a:spcPts val="0"/>
              </a:spcBef>
              <a:spcAft>
                <a:spcPts val="0"/>
              </a:spcAft>
              <a:buClr>
                <a:srgbClr val="333333"/>
              </a:buClr>
              <a:buSzPts val="1800"/>
              <a:buFont typeface="Arial"/>
              <a:buChar char="•"/>
              <a:defRPr sz="1800">
                <a:solidFill>
                  <a:srgbClr val="333333"/>
                </a:solidFill>
                <a:latin typeface="Arial"/>
                <a:ea typeface="Arial"/>
                <a:cs typeface="Arial"/>
                <a:sym typeface="Arial"/>
              </a:defRPr>
            </a:lvl3pPr>
            <a:lvl4pPr indent="-342900" lvl="3" marL="1828800" algn="ctr">
              <a:lnSpc>
                <a:spcPct val="100000"/>
              </a:lnSpc>
              <a:spcBef>
                <a:spcPts val="0"/>
              </a:spcBef>
              <a:spcAft>
                <a:spcPts val="0"/>
              </a:spcAft>
              <a:buClr>
                <a:srgbClr val="333333"/>
              </a:buClr>
              <a:buSzPts val="1800"/>
              <a:buFont typeface="Arial"/>
              <a:buChar char="•"/>
              <a:defRPr sz="1800">
                <a:solidFill>
                  <a:srgbClr val="333333"/>
                </a:solidFill>
                <a:latin typeface="Arial"/>
                <a:ea typeface="Arial"/>
                <a:cs typeface="Arial"/>
                <a:sym typeface="Arial"/>
              </a:defRPr>
            </a:lvl4pPr>
            <a:lvl5pPr indent="-342900" lvl="4" marL="2286000" algn="ctr">
              <a:lnSpc>
                <a:spcPct val="100000"/>
              </a:lnSpc>
              <a:spcBef>
                <a:spcPts val="0"/>
              </a:spcBef>
              <a:spcAft>
                <a:spcPts val="0"/>
              </a:spcAft>
              <a:buClr>
                <a:srgbClr val="333333"/>
              </a:buClr>
              <a:buSzPts val="1800"/>
              <a:buFont typeface="Arial"/>
              <a:buChar char="•"/>
              <a:defRPr sz="1800">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75" name="Google Shape;375;p143"/>
          <p:cNvSpPr txBox="1"/>
          <p:nvPr>
            <p:ph idx="2" type="body"/>
          </p:nvPr>
        </p:nvSpPr>
        <p:spPr>
          <a:xfrm>
            <a:off x="4504463" y="2020342"/>
            <a:ext cx="3183073" cy="3122749"/>
          </a:xfrm>
          <a:prstGeom prst="rect">
            <a:avLst/>
          </a:prstGeom>
          <a:solidFill>
            <a:srgbClr val="FFFFFF"/>
          </a:solidFill>
          <a:ln>
            <a:noFill/>
          </a:ln>
          <a:effectLst>
            <a:outerShdw blurRad="38100" rotWithShape="0" dir="5400000" dist="12700">
              <a:srgbClr val="000000">
                <a:alpha val="34902"/>
              </a:srgbClr>
            </a:outerShdw>
          </a:effectLst>
        </p:spPr>
        <p:txBody>
          <a:bodyPr anchorCtr="0" anchor="t" bIns="365750" lIns="365750" spcFirstLastPara="1" rIns="365750" wrap="square" tIns="365750">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76" name="Google Shape;376;p143"/>
          <p:cNvSpPr txBox="1"/>
          <p:nvPr>
            <p:ph idx="3" type="body"/>
          </p:nvPr>
        </p:nvSpPr>
        <p:spPr>
          <a:xfrm>
            <a:off x="618264" y="1989864"/>
            <a:ext cx="3183072" cy="3122747"/>
          </a:xfrm>
          <a:prstGeom prst="rect">
            <a:avLst/>
          </a:prstGeom>
          <a:solidFill>
            <a:srgbClr val="FFFFFF"/>
          </a:solidFill>
          <a:ln>
            <a:noFill/>
          </a:ln>
          <a:effectLst>
            <a:outerShdw blurRad="38100" rotWithShape="0" dir="5400000" dist="12700">
              <a:srgbClr val="000000">
                <a:alpha val="34902"/>
              </a:srgbClr>
            </a:outerShdw>
          </a:effectLst>
        </p:spPr>
        <p:txBody>
          <a:bodyPr anchorCtr="0" anchor="t" bIns="365750" lIns="365750" spcFirstLastPara="1" rIns="365750" wrap="square" tIns="365750">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77" name="Google Shape;377;p143"/>
          <p:cNvSpPr txBox="1"/>
          <p:nvPr>
            <p:ph idx="4" type="body"/>
          </p:nvPr>
        </p:nvSpPr>
        <p:spPr>
          <a:xfrm>
            <a:off x="838200" y="2362200"/>
            <a:ext cx="2743200" cy="304800"/>
          </a:xfrm>
          <a:prstGeom prst="rect">
            <a:avLst/>
          </a:prstGeom>
          <a:noFill/>
          <a:ln>
            <a:noFill/>
          </a:ln>
        </p:spPr>
        <p:txBody>
          <a:bodyPr anchorCtr="0" anchor="b" bIns="0" lIns="0" spcFirstLastPara="1" rIns="0" wrap="square" tIns="0">
            <a:normAutofit/>
          </a:bodyPr>
          <a:lstStyle>
            <a:lvl1pPr indent="-228600" lvl="0" marL="457200" algn="ctr">
              <a:lnSpc>
                <a:spcPct val="90000"/>
              </a:lnSpc>
              <a:spcBef>
                <a:spcPts val="1000"/>
              </a:spcBef>
              <a:spcAft>
                <a:spcPts val="0"/>
              </a:spcAft>
              <a:buClr>
                <a:srgbClr val="333333"/>
              </a:buClr>
              <a:buSzPts val="2000"/>
              <a:buFont typeface="Arial"/>
              <a:buNone/>
              <a:defRPr b="1" sz="2000">
                <a:solidFill>
                  <a:srgbClr val="333333"/>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78" name="Google Shape;378;p143"/>
          <p:cNvSpPr txBox="1"/>
          <p:nvPr>
            <p:ph idx="5" type="body"/>
          </p:nvPr>
        </p:nvSpPr>
        <p:spPr>
          <a:xfrm>
            <a:off x="8610600" y="2362200"/>
            <a:ext cx="2743200" cy="304800"/>
          </a:xfrm>
          <a:prstGeom prst="rect">
            <a:avLst/>
          </a:prstGeom>
          <a:noFill/>
          <a:ln>
            <a:noFill/>
          </a:ln>
        </p:spPr>
        <p:txBody>
          <a:bodyPr anchorCtr="0" anchor="b" bIns="0" lIns="0" spcFirstLastPara="1" rIns="0" wrap="square" tIns="0">
            <a:normAutofit/>
          </a:bodyPr>
          <a:lstStyle>
            <a:lvl1pPr indent="-228600" lvl="0" marL="457200" algn="ctr">
              <a:lnSpc>
                <a:spcPct val="90000"/>
              </a:lnSpc>
              <a:spcBef>
                <a:spcPts val="1000"/>
              </a:spcBef>
              <a:spcAft>
                <a:spcPts val="0"/>
              </a:spcAft>
              <a:buClr>
                <a:srgbClr val="333333"/>
              </a:buClr>
              <a:buSzPts val="2000"/>
              <a:buFont typeface="Arial"/>
              <a:buNone/>
              <a:defRPr b="1" sz="2000">
                <a:solidFill>
                  <a:srgbClr val="333333"/>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79" name="Google Shape;379;p143"/>
          <p:cNvSpPr txBox="1"/>
          <p:nvPr>
            <p:ph idx="6" type="body"/>
          </p:nvPr>
        </p:nvSpPr>
        <p:spPr>
          <a:xfrm>
            <a:off x="4724400" y="2362200"/>
            <a:ext cx="2743200" cy="304800"/>
          </a:xfrm>
          <a:prstGeom prst="rect">
            <a:avLst/>
          </a:prstGeom>
          <a:noFill/>
          <a:ln>
            <a:noFill/>
          </a:ln>
        </p:spPr>
        <p:txBody>
          <a:bodyPr anchorCtr="0" anchor="b" bIns="0" lIns="0" spcFirstLastPara="1" rIns="0" wrap="square" tIns="0">
            <a:normAutofit/>
          </a:bodyPr>
          <a:lstStyle>
            <a:lvl1pPr indent="-228600" lvl="0" marL="457200" algn="ctr">
              <a:lnSpc>
                <a:spcPct val="90000"/>
              </a:lnSpc>
              <a:spcBef>
                <a:spcPts val="1000"/>
              </a:spcBef>
              <a:spcAft>
                <a:spcPts val="0"/>
              </a:spcAft>
              <a:buClr>
                <a:srgbClr val="333333"/>
              </a:buClr>
              <a:buSzPts val="2000"/>
              <a:buFont typeface="Arial"/>
              <a:buNone/>
              <a:defRPr b="1" sz="2000">
                <a:solidFill>
                  <a:srgbClr val="333333"/>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80" name="Google Shape;380;p143"/>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and Text" showMasterSp="0">
  <p:cSld name="1_Image and Text">
    <p:bg>
      <p:bgPr>
        <a:solidFill>
          <a:srgbClr val="F5F5F5"/>
        </a:solidFill>
      </p:bgPr>
    </p:bg>
    <p:spTree>
      <p:nvGrpSpPr>
        <p:cNvPr id="381" name="Shape 381"/>
        <p:cNvGrpSpPr/>
        <p:nvPr/>
      </p:nvGrpSpPr>
      <p:grpSpPr>
        <a:xfrm>
          <a:off x="0" y="0"/>
          <a:ext cx="0" cy="0"/>
          <a:chOff x="0" y="0"/>
          <a:chExt cx="0" cy="0"/>
        </a:xfrm>
      </p:grpSpPr>
      <p:sp>
        <p:nvSpPr>
          <p:cNvPr id="382" name="Google Shape;382;p144"/>
          <p:cNvSpPr/>
          <p:nvPr/>
        </p:nvSpPr>
        <p:spPr>
          <a:xfrm>
            <a:off x="-12194" y="6212925"/>
            <a:ext cx="12216388"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11" id="383" name="Google Shape;383;p144"/>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sp>
        <p:nvSpPr>
          <p:cNvPr id="384" name="Google Shape;384;p144"/>
          <p:cNvSpPr/>
          <p:nvPr/>
        </p:nvSpPr>
        <p:spPr>
          <a:xfrm>
            <a:off x="3815398" y="1066800"/>
            <a:ext cx="6509702" cy="4273995"/>
          </a:xfrm>
          <a:prstGeom prst="roundRect">
            <a:avLst>
              <a:gd fmla="val 0" name="adj"/>
            </a:avLst>
          </a:prstGeom>
          <a:solidFill>
            <a:srgbClr val="FFFFFF"/>
          </a:solidFill>
          <a:ln>
            <a:noFill/>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85" name="Google Shape;385;p144"/>
          <p:cNvSpPr/>
          <p:nvPr/>
        </p:nvSpPr>
        <p:spPr>
          <a:xfrm>
            <a:off x="1866900" y="1600199"/>
            <a:ext cx="3111500" cy="3159349"/>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386" name="Google Shape;386;p144"/>
          <p:cNvSpPr/>
          <p:nvPr>
            <p:ph idx="2" type="pic"/>
          </p:nvPr>
        </p:nvSpPr>
        <p:spPr>
          <a:xfrm>
            <a:off x="1866900" y="1600200"/>
            <a:ext cx="3111500" cy="3159346"/>
          </a:xfrm>
          <a:prstGeom prst="rect">
            <a:avLst/>
          </a:prstGeom>
          <a:noFill/>
          <a:ln>
            <a:noFill/>
          </a:ln>
        </p:spPr>
      </p:sp>
      <p:sp>
        <p:nvSpPr>
          <p:cNvPr id="387" name="Google Shape;387;p144"/>
          <p:cNvSpPr txBox="1"/>
          <p:nvPr>
            <p:ph idx="1" type="body"/>
          </p:nvPr>
        </p:nvSpPr>
        <p:spPr>
          <a:xfrm>
            <a:off x="4978400" y="2839928"/>
            <a:ext cx="5346700" cy="457202"/>
          </a:xfrm>
          <a:prstGeom prst="rect">
            <a:avLst/>
          </a:prstGeom>
          <a:noFill/>
          <a:ln>
            <a:noFill/>
          </a:ln>
        </p:spPr>
        <p:txBody>
          <a:bodyPr anchorCtr="0" anchor="ctr" bIns="45700" lIns="45700" spcFirstLastPara="1" rIns="45700" wrap="square" tIns="45700">
            <a:normAutofit/>
          </a:bodyPr>
          <a:lstStyle>
            <a:lvl1pPr indent="-228600" lvl="0" marL="457200" algn="ctr">
              <a:lnSpc>
                <a:spcPct val="90000"/>
              </a:lnSpc>
              <a:spcBef>
                <a:spcPts val="1000"/>
              </a:spcBef>
              <a:spcAft>
                <a:spcPts val="0"/>
              </a:spcAft>
              <a:buClr>
                <a:srgbClr val="333333"/>
              </a:buClr>
              <a:buSzPts val="3200"/>
              <a:buFont typeface="Arial"/>
              <a:buNone/>
              <a:defRPr b="1" sz="3200">
                <a:solidFill>
                  <a:srgbClr val="333333"/>
                </a:solidFill>
                <a:latin typeface="Arial"/>
                <a:ea typeface="Arial"/>
                <a:cs typeface="Arial"/>
                <a:sym typeface="Arial"/>
              </a:defRPr>
            </a:lvl1pPr>
            <a:lvl2pPr indent="-228600" lvl="1" marL="914400" algn="ctr">
              <a:lnSpc>
                <a:spcPct val="90000"/>
              </a:lnSpc>
              <a:spcBef>
                <a:spcPts val="1000"/>
              </a:spcBef>
              <a:spcAft>
                <a:spcPts val="0"/>
              </a:spcAft>
              <a:buClr>
                <a:srgbClr val="333333"/>
              </a:buClr>
              <a:buSzPts val="3200"/>
              <a:buFont typeface="Arial"/>
              <a:buNone/>
              <a:defRPr b="1" sz="3200">
                <a:solidFill>
                  <a:srgbClr val="333333"/>
                </a:solidFill>
                <a:latin typeface="Arial"/>
                <a:ea typeface="Arial"/>
                <a:cs typeface="Arial"/>
                <a:sym typeface="Arial"/>
              </a:defRPr>
            </a:lvl2pPr>
            <a:lvl3pPr indent="-228600" lvl="2" marL="1371600" algn="ctr">
              <a:lnSpc>
                <a:spcPct val="90000"/>
              </a:lnSpc>
              <a:spcBef>
                <a:spcPts val="1000"/>
              </a:spcBef>
              <a:spcAft>
                <a:spcPts val="0"/>
              </a:spcAft>
              <a:buClr>
                <a:srgbClr val="333333"/>
              </a:buClr>
              <a:buSzPts val="3200"/>
              <a:buFont typeface="Arial"/>
              <a:buNone/>
              <a:defRPr b="1" sz="3200">
                <a:solidFill>
                  <a:srgbClr val="333333"/>
                </a:solidFill>
                <a:latin typeface="Arial"/>
                <a:ea typeface="Arial"/>
                <a:cs typeface="Arial"/>
                <a:sym typeface="Arial"/>
              </a:defRPr>
            </a:lvl3pPr>
            <a:lvl4pPr indent="-228600" lvl="3" marL="1828800" algn="ctr">
              <a:lnSpc>
                <a:spcPct val="90000"/>
              </a:lnSpc>
              <a:spcBef>
                <a:spcPts val="1000"/>
              </a:spcBef>
              <a:spcAft>
                <a:spcPts val="0"/>
              </a:spcAft>
              <a:buClr>
                <a:srgbClr val="333333"/>
              </a:buClr>
              <a:buSzPts val="3200"/>
              <a:buFont typeface="Arial"/>
              <a:buNone/>
              <a:defRPr b="1" sz="3200">
                <a:solidFill>
                  <a:srgbClr val="333333"/>
                </a:solidFill>
                <a:latin typeface="Arial"/>
                <a:ea typeface="Arial"/>
                <a:cs typeface="Arial"/>
                <a:sym typeface="Arial"/>
              </a:defRPr>
            </a:lvl4pPr>
            <a:lvl5pPr indent="-228600" lvl="4" marL="2286000" algn="ctr">
              <a:lnSpc>
                <a:spcPct val="90000"/>
              </a:lnSpc>
              <a:spcBef>
                <a:spcPts val="1000"/>
              </a:spcBef>
              <a:spcAft>
                <a:spcPts val="0"/>
              </a:spcAft>
              <a:buClr>
                <a:srgbClr val="333333"/>
              </a:buClr>
              <a:buSzPts val="3200"/>
              <a:buFont typeface="Arial"/>
              <a:buNone/>
              <a:defRPr b="1" sz="3200">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88" name="Google Shape;388;p144"/>
          <p:cNvSpPr txBox="1"/>
          <p:nvPr>
            <p:ph idx="3" type="body"/>
          </p:nvPr>
        </p:nvSpPr>
        <p:spPr>
          <a:xfrm>
            <a:off x="4978400" y="3352800"/>
            <a:ext cx="5346700" cy="381000"/>
          </a:xfrm>
          <a:prstGeom prst="rect">
            <a:avLst/>
          </a:prstGeom>
          <a:noFill/>
          <a:ln>
            <a:noFill/>
          </a:ln>
        </p:spPr>
        <p:txBody>
          <a:bodyPr anchorCtr="0" anchor="ctr" bIns="45700" lIns="45700" spcFirstLastPara="1" rIns="45700" wrap="square" tIns="45700">
            <a:normAutofit/>
          </a:bodyPr>
          <a:lstStyle>
            <a:lvl1pPr indent="-228600" lvl="0" marL="457200" algn="ctr">
              <a:lnSpc>
                <a:spcPct val="90000"/>
              </a:lnSpc>
              <a:spcBef>
                <a:spcPts val="800"/>
              </a:spcBef>
              <a:spcAft>
                <a:spcPts val="0"/>
              </a:spcAft>
              <a:buClr>
                <a:srgbClr val="333333"/>
              </a:buClr>
              <a:buSzPts val="2100"/>
              <a:buFont typeface="Arial"/>
              <a:buNone/>
              <a:defRPr sz="2100">
                <a:solidFill>
                  <a:srgbClr val="333333"/>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89" name="Google Shape;389;p144"/>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showMasterSp="0">
  <p:cSld name="Title and 3 Images">
    <p:bg>
      <p:bgPr>
        <a:solidFill>
          <a:srgbClr val="F5F5F5"/>
        </a:solidFill>
      </p:bgPr>
    </p:bg>
    <p:spTree>
      <p:nvGrpSpPr>
        <p:cNvPr id="390" name="Shape 390"/>
        <p:cNvGrpSpPr/>
        <p:nvPr/>
      </p:nvGrpSpPr>
      <p:grpSpPr>
        <a:xfrm>
          <a:off x="0" y="0"/>
          <a:ext cx="0" cy="0"/>
          <a:chOff x="0" y="0"/>
          <a:chExt cx="0" cy="0"/>
        </a:xfrm>
      </p:grpSpPr>
      <p:sp>
        <p:nvSpPr>
          <p:cNvPr id="391" name="Google Shape;391;p145"/>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392" name="Google Shape;392;p145"/>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393" name="Google Shape;393;p145"/>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394" name="Google Shape;394;p145"/>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395" name="Google Shape;395;p145"/>
          <p:cNvSpPr txBox="1"/>
          <p:nvPr>
            <p:ph type="title"/>
          </p:nvPr>
        </p:nvSpPr>
        <p:spPr>
          <a:xfrm>
            <a:off x="277934" y="293873"/>
            <a:ext cx="11647366" cy="64922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396" name="Google Shape;396;p145"/>
          <p:cNvSpPr/>
          <p:nvPr>
            <p:ph idx="2" type="pic"/>
          </p:nvPr>
        </p:nvSpPr>
        <p:spPr>
          <a:xfrm>
            <a:off x="4928244" y="1953117"/>
            <a:ext cx="2335513" cy="2071069"/>
          </a:xfrm>
          <a:prstGeom prst="rect">
            <a:avLst/>
          </a:prstGeom>
          <a:noFill/>
          <a:ln>
            <a:noFill/>
          </a:ln>
        </p:spPr>
      </p:sp>
      <p:sp>
        <p:nvSpPr>
          <p:cNvPr id="397" name="Google Shape;397;p145"/>
          <p:cNvSpPr txBox="1"/>
          <p:nvPr>
            <p:ph idx="1" type="body"/>
          </p:nvPr>
        </p:nvSpPr>
        <p:spPr>
          <a:xfrm>
            <a:off x="4922310" y="4024190"/>
            <a:ext cx="2347380" cy="1365956"/>
          </a:xfrm>
          <a:prstGeom prst="rect">
            <a:avLst/>
          </a:prstGeom>
          <a:solidFill>
            <a:srgbClr val="FFFFFF"/>
          </a:solidFill>
          <a:ln>
            <a:noFill/>
          </a:ln>
          <a:effectLst>
            <a:outerShdw blurRad="38100" rotWithShape="0" dir="5400000" dist="12700">
              <a:srgbClr val="000000">
                <a:alpha val="34902"/>
              </a:srgbClr>
            </a:outerShdw>
          </a:effectLst>
        </p:spPr>
        <p:txBody>
          <a:bodyPr anchorCtr="0" anchor="t" bIns="91425" lIns="91425" spcFirstLastPara="1" rIns="91425" wrap="square" tIns="91425">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42900" lvl="1" marL="914400" algn="ctr">
              <a:lnSpc>
                <a:spcPct val="100000"/>
              </a:lnSpc>
              <a:spcBef>
                <a:spcPts val="0"/>
              </a:spcBef>
              <a:spcAft>
                <a:spcPts val="0"/>
              </a:spcAft>
              <a:buClr>
                <a:srgbClr val="595959"/>
              </a:buClr>
              <a:buSzPts val="1800"/>
              <a:buFont typeface="Open Sans"/>
              <a:buChar char="•"/>
              <a:defRPr sz="1800"/>
            </a:lvl2pPr>
            <a:lvl3pPr indent="-342900" lvl="2" marL="1371600" algn="ctr">
              <a:lnSpc>
                <a:spcPct val="100000"/>
              </a:lnSpc>
              <a:spcBef>
                <a:spcPts val="0"/>
              </a:spcBef>
              <a:spcAft>
                <a:spcPts val="0"/>
              </a:spcAft>
              <a:buClr>
                <a:srgbClr val="595959"/>
              </a:buClr>
              <a:buSzPts val="1800"/>
              <a:buFont typeface="Open Sans"/>
              <a:buChar char="•"/>
              <a:defRPr sz="1800"/>
            </a:lvl3pPr>
            <a:lvl4pPr indent="-342900" lvl="3" marL="1828800" algn="ctr">
              <a:lnSpc>
                <a:spcPct val="100000"/>
              </a:lnSpc>
              <a:spcBef>
                <a:spcPts val="0"/>
              </a:spcBef>
              <a:spcAft>
                <a:spcPts val="0"/>
              </a:spcAft>
              <a:buClr>
                <a:srgbClr val="595959"/>
              </a:buClr>
              <a:buSzPts val="1800"/>
              <a:buFont typeface="Open Sans"/>
              <a:buChar char="•"/>
              <a:defRPr sz="1800"/>
            </a:lvl4pPr>
            <a:lvl5pPr indent="-342900" lvl="4" marL="2286000" algn="ctr">
              <a:lnSpc>
                <a:spcPct val="100000"/>
              </a:lnSpc>
              <a:spcBef>
                <a:spcPts val="0"/>
              </a:spcBef>
              <a:spcAft>
                <a:spcPts val="0"/>
              </a:spcAft>
              <a:buClr>
                <a:srgbClr val="595959"/>
              </a:buClr>
              <a:buSzPts val="1800"/>
              <a:buFont typeface="Open Sans"/>
              <a:buChar char="•"/>
              <a:defRPr sz="1800"/>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98" name="Google Shape;398;p145"/>
          <p:cNvSpPr txBox="1"/>
          <p:nvPr>
            <p:ph idx="3" type="body"/>
          </p:nvPr>
        </p:nvSpPr>
        <p:spPr>
          <a:xfrm>
            <a:off x="5088878" y="4244697"/>
            <a:ext cx="2014244" cy="531838"/>
          </a:xfrm>
          <a:prstGeom prst="rect">
            <a:avLst/>
          </a:prstGeom>
          <a:noFill/>
          <a:ln>
            <a:noFill/>
          </a:ln>
        </p:spPr>
        <p:txBody>
          <a:bodyPr anchorCtr="0" anchor="ctr" bIns="0" lIns="0" spcFirstLastPara="1" rIns="0" wrap="square" tIns="0">
            <a:normAutofit/>
          </a:bodyPr>
          <a:lstStyle>
            <a:lvl1pPr indent="-228600" lvl="0" marL="457200" algn="ctr">
              <a:lnSpc>
                <a:spcPct val="90000"/>
              </a:lnSpc>
              <a:spcBef>
                <a:spcPts val="900"/>
              </a:spcBef>
              <a:spcAft>
                <a:spcPts val="0"/>
              </a:spcAft>
              <a:buClr>
                <a:srgbClr val="333333"/>
              </a:buClr>
              <a:buSzPts val="1900"/>
              <a:buFont typeface="Arial"/>
              <a:buNone/>
              <a:defRPr sz="1900">
                <a:solidFill>
                  <a:srgbClr val="333333"/>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399" name="Google Shape;399;p145"/>
          <p:cNvSpPr/>
          <p:nvPr>
            <p:ph idx="4" type="pic"/>
          </p:nvPr>
        </p:nvSpPr>
        <p:spPr>
          <a:xfrm>
            <a:off x="1490459" y="1953117"/>
            <a:ext cx="2335513" cy="2071069"/>
          </a:xfrm>
          <a:prstGeom prst="rect">
            <a:avLst/>
          </a:prstGeom>
          <a:noFill/>
          <a:ln>
            <a:noFill/>
          </a:ln>
        </p:spPr>
      </p:sp>
      <p:sp>
        <p:nvSpPr>
          <p:cNvPr id="400" name="Google Shape;400;p145"/>
          <p:cNvSpPr txBox="1"/>
          <p:nvPr>
            <p:ph idx="5" type="body"/>
          </p:nvPr>
        </p:nvSpPr>
        <p:spPr>
          <a:xfrm>
            <a:off x="1488292" y="4027959"/>
            <a:ext cx="2339845" cy="1358418"/>
          </a:xfrm>
          <a:prstGeom prst="rect">
            <a:avLst/>
          </a:prstGeom>
          <a:solidFill>
            <a:srgbClr val="FFFFFF"/>
          </a:solidFill>
          <a:ln>
            <a:noFill/>
          </a:ln>
          <a:effectLst>
            <a:outerShdw blurRad="38100" rotWithShape="0" dir="5400000" dist="12700">
              <a:srgbClr val="000000">
                <a:alpha val="34902"/>
              </a:srgbClr>
            </a:outerShdw>
          </a:effectLst>
        </p:spPr>
        <p:txBody>
          <a:bodyPr anchorCtr="0" anchor="t" bIns="91425" lIns="91425" spcFirstLastPara="1" rIns="91425" wrap="square" tIns="91425">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01" name="Google Shape;401;p145"/>
          <p:cNvSpPr txBox="1"/>
          <p:nvPr>
            <p:ph idx="6" type="body"/>
          </p:nvPr>
        </p:nvSpPr>
        <p:spPr>
          <a:xfrm>
            <a:off x="1651093" y="4244697"/>
            <a:ext cx="2014243" cy="531838"/>
          </a:xfrm>
          <a:prstGeom prst="rect">
            <a:avLst/>
          </a:prstGeom>
          <a:noFill/>
          <a:ln>
            <a:noFill/>
          </a:ln>
        </p:spPr>
        <p:txBody>
          <a:bodyPr anchorCtr="0" anchor="ctr" bIns="0" lIns="0" spcFirstLastPara="1" rIns="0" wrap="square" tIns="0">
            <a:normAutofit/>
          </a:bodyPr>
          <a:lstStyle>
            <a:lvl1pPr indent="-228600" lvl="0" marL="457200" algn="ctr">
              <a:lnSpc>
                <a:spcPct val="90000"/>
              </a:lnSpc>
              <a:spcBef>
                <a:spcPts val="900"/>
              </a:spcBef>
              <a:spcAft>
                <a:spcPts val="0"/>
              </a:spcAft>
              <a:buClr>
                <a:srgbClr val="333333"/>
              </a:buClr>
              <a:buSzPts val="1900"/>
              <a:buFont typeface="Arial"/>
              <a:buNone/>
              <a:defRPr sz="1900">
                <a:solidFill>
                  <a:srgbClr val="333333"/>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02" name="Google Shape;402;p145"/>
          <p:cNvSpPr/>
          <p:nvPr>
            <p:ph idx="7" type="pic"/>
          </p:nvPr>
        </p:nvSpPr>
        <p:spPr>
          <a:xfrm>
            <a:off x="8360095" y="1953117"/>
            <a:ext cx="2335513" cy="2071069"/>
          </a:xfrm>
          <a:prstGeom prst="rect">
            <a:avLst/>
          </a:prstGeom>
          <a:noFill/>
          <a:ln>
            <a:noFill/>
          </a:ln>
        </p:spPr>
      </p:sp>
      <p:sp>
        <p:nvSpPr>
          <p:cNvPr id="403" name="Google Shape;403;p145"/>
          <p:cNvSpPr txBox="1"/>
          <p:nvPr>
            <p:ph idx="8" type="body"/>
          </p:nvPr>
        </p:nvSpPr>
        <p:spPr>
          <a:xfrm>
            <a:off x="8357927" y="4027959"/>
            <a:ext cx="2339844" cy="1358418"/>
          </a:xfrm>
          <a:prstGeom prst="rect">
            <a:avLst/>
          </a:prstGeom>
          <a:solidFill>
            <a:srgbClr val="FFFFFF"/>
          </a:solidFill>
          <a:ln>
            <a:noFill/>
          </a:ln>
          <a:effectLst>
            <a:outerShdw blurRad="38100" rotWithShape="0" dir="5400000" dist="12700">
              <a:srgbClr val="000000">
                <a:alpha val="34902"/>
              </a:srgbClr>
            </a:outerShdw>
          </a:effectLst>
        </p:spPr>
        <p:txBody>
          <a:bodyPr anchorCtr="0" anchor="t" bIns="91425" lIns="91425" spcFirstLastPara="1" rIns="91425" wrap="square" tIns="91425">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04" name="Google Shape;404;p145"/>
          <p:cNvSpPr txBox="1"/>
          <p:nvPr>
            <p:ph idx="9" type="body"/>
          </p:nvPr>
        </p:nvSpPr>
        <p:spPr>
          <a:xfrm>
            <a:off x="8520727" y="4244697"/>
            <a:ext cx="2014244" cy="531838"/>
          </a:xfrm>
          <a:prstGeom prst="rect">
            <a:avLst/>
          </a:prstGeom>
          <a:noFill/>
          <a:ln>
            <a:noFill/>
          </a:ln>
        </p:spPr>
        <p:txBody>
          <a:bodyPr anchorCtr="0" anchor="ctr" bIns="0" lIns="0" spcFirstLastPara="1" rIns="0" wrap="square" tIns="0">
            <a:normAutofit/>
          </a:bodyPr>
          <a:lstStyle>
            <a:lvl1pPr indent="-228600" lvl="0" marL="457200" algn="ctr">
              <a:lnSpc>
                <a:spcPct val="90000"/>
              </a:lnSpc>
              <a:spcBef>
                <a:spcPts val="900"/>
              </a:spcBef>
              <a:spcAft>
                <a:spcPts val="0"/>
              </a:spcAft>
              <a:buClr>
                <a:srgbClr val="333333"/>
              </a:buClr>
              <a:buSzPts val="1900"/>
              <a:buFont typeface="Arial"/>
              <a:buNone/>
              <a:defRPr sz="1900">
                <a:solidFill>
                  <a:srgbClr val="333333"/>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05" name="Google Shape;405;p145"/>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showMasterSp="0">
  <p:cSld name="Title and Text Left_Content Right">
    <p:bg>
      <p:bgPr>
        <a:solidFill>
          <a:srgbClr val="F5F5F5"/>
        </a:solidFill>
      </p:bgPr>
    </p:bg>
    <p:spTree>
      <p:nvGrpSpPr>
        <p:cNvPr id="406" name="Shape 406"/>
        <p:cNvGrpSpPr/>
        <p:nvPr/>
      </p:nvGrpSpPr>
      <p:grpSpPr>
        <a:xfrm>
          <a:off x="0" y="0"/>
          <a:ext cx="0" cy="0"/>
          <a:chOff x="0" y="0"/>
          <a:chExt cx="0" cy="0"/>
        </a:xfrm>
      </p:grpSpPr>
      <p:sp>
        <p:nvSpPr>
          <p:cNvPr id="407" name="Google Shape;407;p146"/>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408" name="Google Shape;408;p146"/>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409" name="Google Shape;409;p146"/>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410" name="Google Shape;410;p146"/>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411" name="Google Shape;411;p146"/>
          <p:cNvSpPr txBox="1"/>
          <p:nvPr>
            <p:ph type="title"/>
          </p:nvPr>
        </p:nvSpPr>
        <p:spPr>
          <a:xfrm>
            <a:off x="277934" y="295773"/>
            <a:ext cx="5498278"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412" name="Google Shape;412;p146"/>
          <p:cNvSpPr txBox="1"/>
          <p:nvPr>
            <p:ph idx="1" type="body"/>
          </p:nvPr>
        </p:nvSpPr>
        <p:spPr>
          <a:xfrm>
            <a:off x="277934" y="1535080"/>
            <a:ext cx="5498278" cy="4332319"/>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1pPr>
            <a:lvl2pPr indent="-228600" lvl="1" marL="9144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2pPr>
            <a:lvl3pPr indent="-228600" lvl="2" marL="13716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3pPr>
            <a:lvl4pPr indent="-228600" lvl="3" marL="18288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4pPr>
            <a:lvl5pPr indent="-228600" lvl="4" marL="22860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13" name="Google Shape;413;p146"/>
          <p:cNvSpPr/>
          <p:nvPr>
            <p:ph idx="2" type="pic"/>
          </p:nvPr>
        </p:nvSpPr>
        <p:spPr>
          <a:xfrm>
            <a:off x="6096000" y="0"/>
            <a:ext cx="6099048" cy="6217921"/>
          </a:xfrm>
          <a:prstGeom prst="rect">
            <a:avLst/>
          </a:prstGeom>
          <a:noFill/>
          <a:ln>
            <a:noFill/>
          </a:ln>
        </p:spPr>
      </p:sp>
      <p:sp>
        <p:nvSpPr>
          <p:cNvPr id="414" name="Google Shape;414;p146"/>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_2" showMasterSp="0">
  <p:cSld name="Title and Text Left_Content Right_2">
    <p:bg>
      <p:bgPr>
        <a:solidFill>
          <a:srgbClr val="F5F5F5"/>
        </a:solidFill>
      </p:bgPr>
    </p:bg>
    <p:spTree>
      <p:nvGrpSpPr>
        <p:cNvPr id="415" name="Shape 415"/>
        <p:cNvGrpSpPr/>
        <p:nvPr/>
      </p:nvGrpSpPr>
      <p:grpSpPr>
        <a:xfrm>
          <a:off x="0" y="0"/>
          <a:ext cx="0" cy="0"/>
          <a:chOff x="0" y="0"/>
          <a:chExt cx="0" cy="0"/>
        </a:xfrm>
      </p:grpSpPr>
      <p:sp>
        <p:nvSpPr>
          <p:cNvPr id="416" name="Google Shape;416;p147"/>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417" name="Google Shape;417;p147"/>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418" name="Google Shape;418;p147"/>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419" name="Google Shape;419;p147"/>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420" name="Google Shape;420;p147"/>
          <p:cNvSpPr/>
          <p:nvPr/>
        </p:nvSpPr>
        <p:spPr>
          <a:xfrm>
            <a:off x="6096000" y="-2"/>
            <a:ext cx="6096000" cy="6208774"/>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21" name="Google Shape;421;p147"/>
          <p:cNvSpPr txBox="1"/>
          <p:nvPr>
            <p:ph type="title"/>
          </p:nvPr>
        </p:nvSpPr>
        <p:spPr>
          <a:xfrm>
            <a:off x="277934" y="295773"/>
            <a:ext cx="5498278"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422" name="Google Shape;422;p147"/>
          <p:cNvSpPr txBox="1"/>
          <p:nvPr>
            <p:ph idx="1" type="body"/>
          </p:nvPr>
        </p:nvSpPr>
        <p:spPr>
          <a:xfrm>
            <a:off x="277934" y="1535080"/>
            <a:ext cx="5498278" cy="4332321"/>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1pPr>
            <a:lvl2pPr indent="-228600" lvl="1" marL="9144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2pPr>
            <a:lvl3pPr indent="-228600" lvl="2" marL="13716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3pPr>
            <a:lvl4pPr indent="-228600" lvl="3" marL="18288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4pPr>
            <a:lvl5pPr indent="-228600" lvl="4" marL="22860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23" name="Google Shape;423;p147"/>
          <p:cNvSpPr/>
          <p:nvPr>
            <p:ph idx="2" type="pic"/>
          </p:nvPr>
        </p:nvSpPr>
        <p:spPr>
          <a:xfrm>
            <a:off x="6096000" y="0"/>
            <a:ext cx="6099048" cy="6217921"/>
          </a:xfrm>
          <a:prstGeom prst="rect">
            <a:avLst/>
          </a:prstGeom>
          <a:noFill/>
          <a:ln>
            <a:noFill/>
          </a:ln>
        </p:spPr>
      </p:sp>
      <p:sp>
        <p:nvSpPr>
          <p:cNvPr id="424" name="Google Shape;424;p147"/>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showMasterSp="0">
  <p:cSld name="Title and Text Left_Text Right">
    <p:bg>
      <p:bgPr>
        <a:solidFill>
          <a:srgbClr val="F5F5F5"/>
        </a:solidFill>
      </p:bgPr>
    </p:bg>
    <p:spTree>
      <p:nvGrpSpPr>
        <p:cNvPr id="425" name="Shape 425"/>
        <p:cNvGrpSpPr/>
        <p:nvPr/>
      </p:nvGrpSpPr>
      <p:grpSpPr>
        <a:xfrm>
          <a:off x="0" y="0"/>
          <a:ext cx="0" cy="0"/>
          <a:chOff x="0" y="0"/>
          <a:chExt cx="0" cy="0"/>
        </a:xfrm>
      </p:grpSpPr>
      <p:sp>
        <p:nvSpPr>
          <p:cNvPr id="426" name="Google Shape;426;p148"/>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427" name="Google Shape;427;p148"/>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428" name="Google Shape;428;p148"/>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429" name="Google Shape;429;p148"/>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430" name="Google Shape;430;p148"/>
          <p:cNvSpPr/>
          <p:nvPr/>
        </p:nvSpPr>
        <p:spPr>
          <a:xfrm>
            <a:off x="6096000" y="-2"/>
            <a:ext cx="6096000" cy="6208774"/>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31" name="Google Shape;431;p148"/>
          <p:cNvSpPr txBox="1"/>
          <p:nvPr>
            <p:ph type="title"/>
          </p:nvPr>
        </p:nvSpPr>
        <p:spPr>
          <a:xfrm>
            <a:off x="277934" y="295773"/>
            <a:ext cx="5495546"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432" name="Google Shape;432;p148"/>
          <p:cNvSpPr txBox="1"/>
          <p:nvPr>
            <p:ph idx="1" type="body"/>
          </p:nvPr>
        </p:nvSpPr>
        <p:spPr>
          <a:xfrm>
            <a:off x="277934" y="1535080"/>
            <a:ext cx="5498278" cy="4332321"/>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1pPr>
            <a:lvl2pPr indent="-228600" lvl="1" marL="9144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2pPr>
            <a:lvl3pPr indent="-228600" lvl="2" marL="13716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3pPr>
            <a:lvl4pPr indent="-228600" lvl="3" marL="18288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4pPr>
            <a:lvl5pPr indent="-228600" lvl="4" marL="22860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33" name="Google Shape;433;p148"/>
          <p:cNvSpPr txBox="1"/>
          <p:nvPr>
            <p:ph idx="2" type="body"/>
          </p:nvPr>
        </p:nvSpPr>
        <p:spPr>
          <a:xfrm>
            <a:off x="6429754" y="419100"/>
            <a:ext cx="5495546" cy="5448300"/>
          </a:xfrm>
          <a:prstGeom prst="rect">
            <a:avLst/>
          </a:prstGeom>
          <a:noFill/>
          <a:ln>
            <a:noFill/>
          </a:ln>
        </p:spPr>
        <p:txBody>
          <a:bodyPr anchorCtr="0" anchor="ctr" bIns="45700" lIns="45700" spcFirstLastPara="1" rIns="45700" wrap="square" tIns="45700">
            <a:normAutofit/>
          </a:bodyPr>
          <a:lstStyle>
            <a:lvl1pPr indent="-342900" lvl="0" marL="457200" algn="l">
              <a:lnSpc>
                <a:spcPct val="100000"/>
              </a:lnSpc>
              <a:spcBef>
                <a:spcPts val="600"/>
              </a:spcBef>
              <a:spcAft>
                <a:spcPts val="0"/>
              </a:spcAft>
              <a:buSzPts val="1800"/>
              <a:buChar char="▸"/>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34" name="Google Shape;434;p148"/>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ext Left Multiple_Content Right" showMasterSp="0">
  <p:cSld name="1_Title and Text Left Multiple_Content Right">
    <p:bg>
      <p:bgPr>
        <a:solidFill>
          <a:srgbClr val="F5F5F5"/>
        </a:solidFill>
      </p:bgPr>
    </p:bg>
    <p:spTree>
      <p:nvGrpSpPr>
        <p:cNvPr id="435" name="Shape 435"/>
        <p:cNvGrpSpPr/>
        <p:nvPr/>
      </p:nvGrpSpPr>
      <p:grpSpPr>
        <a:xfrm>
          <a:off x="0" y="0"/>
          <a:ext cx="0" cy="0"/>
          <a:chOff x="0" y="0"/>
          <a:chExt cx="0" cy="0"/>
        </a:xfrm>
      </p:grpSpPr>
      <p:sp>
        <p:nvSpPr>
          <p:cNvPr id="436" name="Google Shape;436;p149"/>
          <p:cNvSpPr txBox="1"/>
          <p:nvPr>
            <p:ph type="title"/>
          </p:nvPr>
        </p:nvSpPr>
        <p:spPr>
          <a:xfrm>
            <a:off x="277934" y="295773"/>
            <a:ext cx="5498278" cy="1143001"/>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437" name="Google Shape;437;p149"/>
          <p:cNvSpPr txBox="1"/>
          <p:nvPr>
            <p:ph idx="1" type="body"/>
          </p:nvPr>
        </p:nvSpPr>
        <p:spPr>
          <a:xfrm>
            <a:off x="277934" y="2019063"/>
            <a:ext cx="5498278" cy="3848337"/>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1pPr>
            <a:lvl2pPr indent="-228600" lvl="1" marL="9144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2pPr>
            <a:lvl3pPr indent="-228600" lvl="2" marL="13716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3pPr>
            <a:lvl4pPr indent="-228600" lvl="3" marL="18288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4pPr>
            <a:lvl5pPr indent="-228600" lvl="4" marL="22860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38" name="Google Shape;438;p149"/>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10" id="439" name="Google Shape;439;p149"/>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440" name="Google Shape;440;p149"/>
          <p:cNvCxnSpPr/>
          <p:nvPr/>
        </p:nvCxnSpPr>
        <p:spPr>
          <a:xfrm>
            <a:off x="406400" y="1476766"/>
            <a:ext cx="711200" cy="3"/>
          </a:xfrm>
          <a:prstGeom prst="straightConnector1">
            <a:avLst/>
          </a:prstGeom>
          <a:noFill/>
          <a:ln cap="flat" cmpd="sng" w="28575">
            <a:solidFill>
              <a:srgbClr val="800000"/>
            </a:solidFill>
            <a:prstDash val="solid"/>
            <a:miter lim="8000"/>
            <a:headEnd len="sm" w="sm" type="none"/>
            <a:tailEnd len="sm" w="sm" type="none"/>
          </a:ln>
        </p:spPr>
      </p:cxnSp>
      <p:sp>
        <p:nvSpPr>
          <p:cNvPr id="441" name="Google Shape;441;p149"/>
          <p:cNvSpPr/>
          <p:nvPr>
            <p:ph idx="2" type="pic"/>
          </p:nvPr>
        </p:nvSpPr>
        <p:spPr>
          <a:xfrm>
            <a:off x="6096000" y="0"/>
            <a:ext cx="6099048" cy="6217921"/>
          </a:xfrm>
          <a:prstGeom prst="rect">
            <a:avLst/>
          </a:prstGeom>
          <a:noFill/>
          <a:ln>
            <a:noFill/>
          </a:ln>
        </p:spPr>
      </p:sp>
      <p:sp>
        <p:nvSpPr>
          <p:cNvPr id="442" name="Google Shape;442;p149"/>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_2" showMasterSp="0">
  <p:cSld name="Title and Text Left Multiple_Content Right_2">
    <p:bg>
      <p:bgPr>
        <a:solidFill>
          <a:srgbClr val="F5F5F5"/>
        </a:solidFill>
      </p:bgPr>
    </p:bg>
    <p:spTree>
      <p:nvGrpSpPr>
        <p:cNvPr id="443" name="Shape 443"/>
        <p:cNvGrpSpPr/>
        <p:nvPr/>
      </p:nvGrpSpPr>
      <p:grpSpPr>
        <a:xfrm>
          <a:off x="0" y="0"/>
          <a:ext cx="0" cy="0"/>
          <a:chOff x="0" y="0"/>
          <a:chExt cx="0" cy="0"/>
        </a:xfrm>
      </p:grpSpPr>
      <p:sp>
        <p:nvSpPr>
          <p:cNvPr id="444" name="Google Shape;444;p150"/>
          <p:cNvSpPr/>
          <p:nvPr/>
        </p:nvSpPr>
        <p:spPr>
          <a:xfrm>
            <a:off x="6096000" y="-2"/>
            <a:ext cx="6096000" cy="6208774"/>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45" name="Google Shape;445;p150"/>
          <p:cNvSpPr txBox="1"/>
          <p:nvPr>
            <p:ph type="title"/>
          </p:nvPr>
        </p:nvSpPr>
        <p:spPr>
          <a:xfrm>
            <a:off x="277934" y="295773"/>
            <a:ext cx="5498278" cy="1143001"/>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446" name="Google Shape;446;p150"/>
          <p:cNvSpPr txBox="1"/>
          <p:nvPr>
            <p:ph idx="1" type="body"/>
          </p:nvPr>
        </p:nvSpPr>
        <p:spPr>
          <a:xfrm>
            <a:off x="277934" y="2019063"/>
            <a:ext cx="5498278" cy="3848337"/>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1pPr>
            <a:lvl2pPr indent="-228600" lvl="1" marL="9144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2pPr>
            <a:lvl3pPr indent="-228600" lvl="2" marL="13716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3pPr>
            <a:lvl4pPr indent="-228600" lvl="3" marL="18288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4pPr>
            <a:lvl5pPr indent="-228600" lvl="4" marL="22860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47" name="Google Shape;447;p150"/>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10" id="448" name="Google Shape;448;p150"/>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449" name="Google Shape;449;p150"/>
          <p:cNvCxnSpPr/>
          <p:nvPr/>
        </p:nvCxnSpPr>
        <p:spPr>
          <a:xfrm>
            <a:off x="406400" y="1476766"/>
            <a:ext cx="711200" cy="3"/>
          </a:xfrm>
          <a:prstGeom prst="straightConnector1">
            <a:avLst/>
          </a:prstGeom>
          <a:noFill/>
          <a:ln cap="flat" cmpd="sng" w="28575">
            <a:solidFill>
              <a:srgbClr val="800000"/>
            </a:solidFill>
            <a:prstDash val="solid"/>
            <a:miter lim="8000"/>
            <a:headEnd len="sm" w="sm" type="none"/>
            <a:tailEnd len="sm" w="sm" type="none"/>
          </a:ln>
        </p:spPr>
      </p:cxnSp>
      <p:sp>
        <p:nvSpPr>
          <p:cNvPr id="450" name="Google Shape;450;p150"/>
          <p:cNvSpPr/>
          <p:nvPr>
            <p:ph idx="2" type="pic"/>
          </p:nvPr>
        </p:nvSpPr>
        <p:spPr>
          <a:xfrm>
            <a:off x="6096000" y="0"/>
            <a:ext cx="6099048" cy="6217921"/>
          </a:xfrm>
          <a:prstGeom prst="rect">
            <a:avLst/>
          </a:prstGeom>
          <a:noFill/>
          <a:ln>
            <a:noFill/>
          </a:ln>
        </p:spPr>
      </p:sp>
      <p:sp>
        <p:nvSpPr>
          <p:cNvPr id="451" name="Google Shape;451;p150"/>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ext Left Multiple_Text Right" showMasterSp="0">
  <p:cSld name="1_Title and Text Left Multiple_Text Right">
    <p:bg>
      <p:bgPr>
        <a:solidFill>
          <a:srgbClr val="F5F5F5"/>
        </a:solidFill>
      </p:bgPr>
    </p:bg>
    <p:spTree>
      <p:nvGrpSpPr>
        <p:cNvPr id="452" name="Shape 452"/>
        <p:cNvGrpSpPr/>
        <p:nvPr/>
      </p:nvGrpSpPr>
      <p:grpSpPr>
        <a:xfrm>
          <a:off x="0" y="0"/>
          <a:ext cx="0" cy="0"/>
          <a:chOff x="0" y="0"/>
          <a:chExt cx="0" cy="0"/>
        </a:xfrm>
      </p:grpSpPr>
      <p:sp>
        <p:nvSpPr>
          <p:cNvPr id="453" name="Google Shape;453;p151"/>
          <p:cNvSpPr/>
          <p:nvPr/>
        </p:nvSpPr>
        <p:spPr>
          <a:xfrm>
            <a:off x="6096000" y="-2"/>
            <a:ext cx="6096000" cy="6208774"/>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54" name="Google Shape;454;p151"/>
          <p:cNvSpPr txBox="1"/>
          <p:nvPr>
            <p:ph type="title"/>
          </p:nvPr>
        </p:nvSpPr>
        <p:spPr>
          <a:xfrm>
            <a:off x="277934" y="295773"/>
            <a:ext cx="5495546" cy="1143001"/>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455" name="Google Shape;455;p151"/>
          <p:cNvSpPr txBox="1"/>
          <p:nvPr>
            <p:ph idx="1" type="body"/>
          </p:nvPr>
        </p:nvSpPr>
        <p:spPr>
          <a:xfrm>
            <a:off x="277934" y="2019063"/>
            <a:ext cx="5498278" cy="3848337"/>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1pPr>
            <a:lvl2pPr indent="-228600" lvl="1" marL="9144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2pPr>
            <a:lvl3pPr indent="-228600" lvl="2" marL="13716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3pPr>
            <a:lvl4pPr indent="-228600" lvl="3" marL="18288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4pPr>
            <a:lvl5pPr indent="-228600" lvl="4" marL="2286000" algn="l">
              <a:lnSpc>
                <a:spcPct val="9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56" name="Google Shape;456;p151"/>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10" id="457" name="Google Shape;457;p151"/>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458" name="Google Shape;458;p151"/>
          <p:cNvCxnSpPr/>
          <p:nvPr/>
        </p:nvCxnSpPr>
        <p:spPr>
          <a:xfrm>
            <a:off x="406400" y="1476766"/>
            <a:ext cx="711200" cy="3"/>
          </a:xfrm>
          <a:prstGeom prst="straightConnector1">
            <a:avLst/>
          </a:prstGeom>
          <a:noFill/>
          <a:ln cap="flat" cmpd="sng" w="28575">
            <a:solidFill>
              <a:srgbClr val="800000"/>
            </a:solidFill>
            <a:prstDash val="solid"/>
            <a:miter lim="8000"/>
            <a:headEnd len="sm" w="sm" type="none"/>
            <a:tailEnd len="sm" w="sm" type="none"/>
          </a:ln>
        </p:spPr>
      </p:cxnSp>
      <p:sp>
        <p:nvSpPr>
          <p:cNvPr id="459" name="Google Shape;459;p151"/>
          <p:cNvSpPr txBox="1"/>
          <p:nvPr>
            <p:ph idx="2" type="body"/>
          </p:nvPr>
        </p:nvSpPr>
        <p:spPr>
          <a:xfrm>
            <a:off x="6418522" y="419100"/>
            <a:ext cx="5495546" cy="5448300"/>
          </a:xfrm>
          <a:prstGeom prst="rect">
            <a:avLst/>
          </a:prstGeom>
          <a:noFill/>
          <a:ln>
            <a:noFill/>
          </a:ln>
        </p:spPr>
        <p:txBody>
          <a:bodyPr anchorCtr="0" anchor="ctr" bIns="45700" lIns="45700" spcFirstLastPara="1" rIns="45700" wrap="square" tIns="45700">
            <a:normAutofit/>
          </a:bodyPr>
          <a:lstStyle>
            <a:lvl1pPr indent="-342900" lvl="0" marL="457200" algn="l">
              <a:lnSpc>
                <a:spcPct val="100000"/>
              </a:lnSpc>
              <a:spcBef>
                <a:spcPts val="600"/>
              </a:spcBef>
              <a:spcAft>
                <a:spcPts val="0"/>
              </a:spcAft>
              <a:buSzPts val="1800"/>
              <a:buChar char="▸"/>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60" name="Google Shape;460;p151"/>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showMasterSp="0">
  <p:cSld name="Title and Large Image">
    <p:bg>
      <p:bgPr>
        <a:solidFill>
          <a:srgbClr val="F5F5F5"/>
        </a:solidFill>
      </p:bgPr>
    </p:bg>
    <p:spTree>
      <p:nvGrpSpPr>
        <p:cNvPr id="461" name="Shape 461"/>
        <p:cNvGrpSpPr/>
        <p:nvPr/>
      </p:nvGrpSpPr>
      <p:grpSpPr>
        <a:xfrm>
          <a:off x="0" y="0"/>
          <a:ext cx="0" cy="0"/>
          <a:chOff x="0" y="0"/>
          <a:chExt cx="0" cy="0"/>
        </a:xfrm>
      </p:grpSpPr>
      <p:sp>
        <p:nvSpPr>
          <p:cNvPr id="462" name="Google Shape;462;p152"/>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463" name="Google Shape;463;p152"/>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464" name="Google Shape;464;p152"/>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465" name="Google Shape;465;p152"/>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466" name="Google Shape;466;p152"/>
          <p:cNvSpPr/>
          <p:nvPr>
            <p:ph idx="2" type="pic"/>
          </p:nvPr>
        </p:nvSpPr>
        <p:spPr>
          <a:xfrm>
            <a:off x="0" y="1142999"/>
            <a:ext cx="12192000" cy="5084065"/>
          </a:xfrm>
          <a:prstGeom prst="rect">
            <a:avLst/>
          </a:prstGeom>
          <a:noFill/>
          <a:ln>
            <a:noFill/>
          </a:ln>
        </p:spPr>
      </p:sp>
      <p:sp>
        <p:nvSpPr>
          <p:cNvPr id="467" name="Google Shape;467;p152"/>
          <p:cNvSpPr/>
          <p:nvPr/>
        </p:nvSpPr>
        <p:spPr>
          <a:xfrm>
            <a:off x="0" y="-1"/>
            <a:ext cx="12192000" cy="1143001"/>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68" name="Google Shape;468;p152"/>
          <p:cNvSpPr txBox="1"/>
          <p:nvPr>
            <p:ph type="title"/>
          </p:nvPr>
        </p:nvSpPr>
        <p:spPr>
          <a:xfrm>
            <a:off x="277931" y="295773"/>
            <a:ext cx="11647369" cy="64507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cxnSp>
        <p:nvCxnSpPr>
          <p:cNvPr id="469" name="Google Shape;469;p152"/>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470" name="Google Shape;470;p152"/>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ull Image" showMasterSp="0">
  <p:cSld name="Title and Full Image">
    <p:bg>
      <p:bgPr>
        <a:solidFill>
          <a:srgbClr val="F5F5F5"/>
        </a:solidFill>
      </p:bgPr>
    </p:bg>
    <p:spTree>
      <p:nvGrpSpPr>
        <p:cNvPr id="471" name="Shape 471"/>
        <p:cNvGrpSpPr/>
        <p:nvPr/>
      </p:nvGrpSpPr>
      <p:grpSpPr>
        <a:xfrm>
          <a:off x="0" y="0"/>
          <a:ext cx="0" cy="0"/>
          <a:chOff x="0" y="0"/>
          <a:chExt cx="0" cy="0"/>
        </a:xfrm>
      </p:grpSpPr>
      <p:sp>
        <p:nvSpPr>
          <p:cNvPr id="472" name="Google Shape;472;p153"/>
          <p:cNvSpPr/>
          <p:nvPr>
            <p:ph idx="2" type="pic"/>
          </p:nvPr>
        </p:nvSpPr>
        <p:spPr>
          <a:xfrm>
            <a:off x="0" y="1143000"/>
            <a:ext cx="12192000" cy="5715000"/>
          </a:xfrm>
          <a:prstGeom prst="rect">
            <a:avLst/>
          </a:prstGeom>
          <a:noFill/>
          <a:ln>
            <a:noFill/>
          </a:ln>
        </p:spPr>
      </p:sp>
      <p:sp>
        <p:nvSpPr>
          <p:cNvPr id="473" name="Google Shape;473;p153"/>
          <p:cNvSpPr/>
          <p:nvPr/>
        </p:nvSpPr>
        <p:spPr>
          <a:xfrm>
            <a:off x="0" y="-1"/>
            <a:ext cx="12192000" cy="1143001"/>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74" name="Google Shape;474;p153"/>
          <p:cNvSpPr txBox="1"/>
          <p:nvPr>
            <p:ph type="title"/>
          </p:nvPr>
        </p:nvSpPr>
        <p:spPr>
          <a:xfrm>
            <a:off x="277931" y="295773"/>
            <a:ext cx="11647369" cy="64507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cxnSp>
        <p:nvCxnSpPr>
          <p:cNvPr id="475" name="Google Shape;475;p153"/>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476" name="Google Shape;476;p153"/>
          <p:cNvSpPr txBox="1"/>
          <p:nvPr>
            <p:ph idx="12" type="sldNum"/>
          </p:nvPr>
        </p:nvSpPr>
        <p:spPr>
          <a:xfrm>
            <a:off x="8379189" y="6181020"/>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use colors" showMasterSp="0">
  <p:cSld name="How to use colors">
    <p:bg>
      <p:bgPr>
        <a:solidFill>
          <a:srgbClr val="F5F5F5"/>
        </a:solidFill>
      </p:bgPr>
    </p:bg>
    <p:spTree>
      <p:nvGrpSpPr>
        <p:cNvPr id="477" name="Shape 477"/>
        <p:cNvGrpSpPr/>
        <p:nvPr/>
      </p:nvGrpSpPr>
      <p:grpSpPr>
        <a:xfrm>
          <a:off x="0" y="0"/>
          <a:ext cx="0" cy="0"/>
          <a:chOff x="0" y="0"/>
          <a:chExt cx="0" cy="0"/>
        </a:xfrm>
      </p:grpSpPr>
      <p:sp>
        <p:nvSpPr>
          <p:cNvPr id="478" name="Google Shape;478;p154"/>
          <p:cNvSpPr/>
          <p:nvPr/>
        </p:nvSpPr>
        <p:spPr>
          <a:xfrm>
            <a:off x="6096000" y="-2"/>
            <a:ext cx="6096000" cy="6208774"/>
          </a:xfrm>
          <a:prstGeom prst="rect">
            <a:avLst/>
          </a:prstGeom>
          <a:solidFill>
            <a:srgbClr val="FFFFFF"/>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79" name="Google Shape;479;p154"/>
          <p:cNvSpPr txBox="1"/>
          <p:nvPr>
            <p:ph type="title"/>
          </p:nvPr>
        </p:nvSpPr>
        <p:spPr>
          <a:xfrm>
            <a:off x="277934" y="295773"/>
            <a:ext cx="5495546" cy="1143001"/>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480" name="Google Shape;480;p154"/>
          <p:cNvSpPr txBox="1"/>
          <p:nvPr>
            <p:ph idx="1" type="body"/>
          </p:nvPr>
        </p:nvSpPr>
        <p:spPr>
          <a:xfrm>
            <a:off x="277934" y="2019063"/>
            <a:ext cx="5498278" cy="3848337"/>
          </a:xfrm>
          <a:prstGeom prst="rect">
            <a:avLst/>
          </a:prstGeom>
          <a:noFill/>
          <a:ln>
            <a:noFill/>
          </a:ln>
        </p:spPr>
        <p:txBody>
          <a:bodyPr anchorCtr="0" anchor="t" bIns="45700" lIns="45700" spcFirstLastPara="1" rIns="45700" wrap="square" tIns="45700">
            <a:normAutofit/>
          </a:bodyPr>
          <a:lstStyle>
            <a:lvl1pPr indent="-228600" lvl="0" marL="457200" algn="l">
              <a:lnSpc>
                <a:spcPct val="11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1pPr>
            <a:lvl2pPr indent="-228600" lvl="1" marL="914400" algn="l">
              <a:lnSpc>
                <a:spcPct val="11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2pPr>
            <a:lvl3pPr indent="-228600" lvl="2" marL="1371600" algn="l">
              <a:lnSpc>
                <a:spcPct val="11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3pPr>
            <a:lvl4pPr indent="-228600" lvl="3" marL="1828800" algn="l">
              <a:lnSpc>
                <a:spcPct val="11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4pPr>
            <a:lvl5pPr indent="-228600" lvl="4" marL="2286000" algn="l">
              <a:lnSpc>
                <a:spcPct val="110000"/>
              </a:lnSpc>
              <a:spcBef>
                <a:spcPts val="1000"/>
              </a:spcBef>
              <a:spcAft>
                <a:spcPts val="0"/>
              </a:spcAft>
              <a:buClr>
                <a:srgbClr val="333333"/>
              </a:buClr>
              <a:buSzPts val="2800"/>
              <a:buFont typeface="Arial"/>
              <a:buNone/>
              <a:defRPr>
                <a:solidFill>
                  <a:srgbClr val="333333"/>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481" name="Google Shape;481;p154"/>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10" id="482" name="Google Shape;482;p154"/>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483" name="Google Shape;483;p154"/>
          <p:cNvCxnSpPr/>
          <p:nvPr/>
        </p:nvCxnSpPr>
        <p:spPr>
          <a:xfrm>
            <a:off x="406400" y="1476766"/>
            <a:ext cx="711200" cy="3"/>
          </a:xfrm>
          <a:prstGeom prst="straightConnector1">
            <a:avLst/>
          </a:prstGeom>
          <a:noFill/>
          <a:ln cap="flat" cmpd="sng" w="28575">
            <a:solidFill>
              <a:srgbClr val="800000"/>
            </a:solidFill>
            <a:prstDash val="solid"/>
            <a:miter lim="8000"/>
            <a:headEnd len="sm" w="sm" type="none"/>
            <a:tailEnd len="sm" w="sm" type="none"/>
          </a:ln>
        </p:spPr>
      </p:cxnSp>
      <p:grpSp>
        <p:nvGrpSpPr>
          <p:cNvPr id="484" name="Google Shape;484;p154"/>
          <p:cNvGrpSpPr/>
          <p:nvPr/>
        </p:nvGrpSpPr>
        <p:grpSpPr>
          <a:xfrm>
            <a:off x="6971958" y="785110"/>
            <a:ext cx="4340511" cy="868106"/>
            <a:chOff x="0" y="-1"/>
            <a:chExt cx="4340509" cy="868104"/>
          </a:xfrm>
        </p:grpSpPr>
        <p:sp>
          <p:nvSpPr>
            <p:cNvPr id="485" name="Google Shape;485;p154"/>
            <p:cNvSpPr/>
            <p:nvPr/>
          </p:nvSpPr>
          <p:spPr>
            <a:xfrm>
              <a:off x="0" y="-1"/>
              <a:ext cx="868103" cy="868104"/>
            </a:xfrm>
            <a:prstGeom prst="rect">
              <a:avLst/>
            </a:prstGeom>
            <a:solidFill>
              <a:schemeClr val="accent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86" name="Google Shape;486;p154"/>
            <p:cNvSpPr/>
            <p:nvPr/>
          </p:nvSpPr>
          <p:spPr>
            <a:xfrm>
              <a:off x="868101" y="-1"/>
              <a:ext cx="868103" cy="868104"/>
            </a:xfrm>
            <a:prstGeom prst="rect">
              <a:avLst/>
            </a:prstGeom>
            <a:solidFill>
              <a:schemeClr val="accent2"/>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87" name="Google Shape;487;p154"/>
            <p:cNvSpPr/>
            <p:nvPr/>
          </p:nvSpPr>
          <p:spPr>
            <a:xfrm>
              <a:off x="1736202" y="-1"/>
              <a:ext cx="868103" cy="868104"/>
            </a:xfrm>
            <a:prstGeom prst="rect">
              <a:avLst/>
            </a:prstGeom>
            <a:solidFill>
              <a:schemeClr val="accent3"/>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88" name="Google Shape;488;p154"/>
            <p:cNvSpPr/>
            <p:nvPr/>
          </p:nvSpPr>
          <p:spPr>
            <a:xfrm>
              <a:off x="2604305" y="-1"/>
              <a:ext cx="868103" cy="868104"/>
            </a:xfrm>
            <a:prstGeom prst="rect">
              <a:avLst/>
            </a:prstGeom>
            <a:solidFill>
              <a:schemeClr val="accent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89" name="Google Shape;489;p154"/>
            <p:cNvSpPr/>
            <p:nvPr/>
          </p:nvSpPr>
          <p:spPr>
            <a:xfrm>
              <a:off x="3472406" y="-1"/>
              <a:ext cx="868103" cy="868104"/>
            </a:xfrm>
            <a:prstGeom prst="rect">
              <a:avLst/>
            </a:prstGeom>
            <a:solidFill>
              <a:schemeClr val="accent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90" name="Google Shape;490;p154"/>
            <p:cNvSpPr txBox="1"/>
            <p:nvPr/>
          </p:nvSpPr>
          <p:spPr>
            <a:xfrm>
              <a:off x="45719"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chemeClr val="dk1"/>
                  </a:solidFill>
                  <a:latin typeface="Arial"/>
                  <a:ea typeface="Arial"/>
                  <a:cs typeface="Arial"/>
                  <a:sym typeface="Arial"/>
                </a:rPr>
                <a:t>1</a:t>
              </a:r>
              <a:endParaRPr/>
            </a:p>
          </p:txBody>
        </p:sp>
        <p:sp>
          <p:nvSpPr>
            <p:cNvPr id="491" name="Google Shape;491;p154"/>
            <p:cNvSpPr txBox="1"/>
            <p:nvPr/>
          </p:nvSpPr>
          <p:spPr>
            <a:xfrm>
              <a:off x="913822"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chemeClr val="dk1"/>
                  </a:solidFill>
                  <a:latin typeface="Arial"/>
                  <a:ea typeface="Arial"/>
                  <a:cs typeface="Arial"/>
                  <a:sym typeface="Arial"/>
                </a:rPr>
                <a:t>2</a:t>
              </a:r>
              <a:endParaRPr/>
            </a:p>
          </p:txBody>
        </p:sp>
        <p:sp>
          <p:nvSpPr>
            <p:cNvPr id="492" name="Google Shape;492;p154"/>
            <p:cNvSpPr txBox="1"/>
            <p:nvPr/>
          </p:nvSpPr>
          <p:spPr>
            <a:xfrm>
              <a:off x="1770347"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rgbClr val="FFFFFF"/>
                  </a:solidFill>
                  <a:latin typeface="Arial"/>
                  <a:ea typeface="Arial"/>
                  <a:cs typeface="Arial"/>
                  <a:sym typeface="Arial"/>
                </a:rPr>
                <a:t>3</a:t>
              </a:r>
              <a:endParaRPr/>
            </a:p>
          </p:txBody>
        </p:sp>
        <p:sp>
          <p:nvSpPr>
            <p:cNvPr id="493" name="Google Shape;493;p154"/>
            <p:cNvSpPr txBox="1"/>
            <p:nvPr/>
          </p:nvSpPr>
          <p:spPr>
            <a:xfrm>
              <a:off x="2638450"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rgbClr val="FFFFFF"/>
                  </a:solidFill>
                  <a:latin typeface="Arial"/>
                  <a:ea typeface="Arial"/>
                  <a:cs typeface="Arial"/>
                  <a:sym typeface="Arial"/>
                </a:rPr>
                <a:t>4</a:t>
              </a:r>
              <a:endParaRPr/>
            </a:p>
          </p:txBody>
        </p:sp>
        <p:sp>
          <p:nvSpPr>
            <p:cNvPr id="494" name="Google Shape;494;p154"/>
            <p:cNvSpPr txBox="1"/>
            <p:nvPr/>
          </p:nvSpPr>
          <p:spPr>
            <a:xfrm>
              <a:off x="3518126"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rgbClr val="FFFFFF"/>
                  </a:solidFill>
                  <a:latin typeface="Arial"/>
                  <a:ea typeface="Arial"/>
                  <a:cs typeface="Arial"/>
                  <a:sym typeface="Arial"/>
                </a:rPr>
                <a:t>5</a:t>
              </a:r>
              <a:endParaRPr/>
            </a:p>
          </p:txBody>
        </p:sp>
      </p:grpSp>
      <p:grpSp>
        <p:nvGrpSpPr>
          <p:cNvPr id="495" name="Google Shape;495;p154"/>
          <p:cNvGrpSpPr/>
          <p:nvPr/>
        </p:nvGrpSpPr>
        <p:grpSpPr>
          <a:xfrm>
            <a:off x="6971958" y="1900353"/>
            <a:ext cx="4340511" cy="868105"/>
            <a:chOff x="0" y="-1"/>
            <a:chExt cx="4340509" cy="868104"/>
          </a:xfrm>
        </p:grpSpPr>
        <p:sp>
          <p:nvSpPr>
            <p:cNvPr id="496" name="Google Shape;496;p154"/>
            <p:cNvSpPr/>
            <p:nvPr/>
          </p:nvSpPr>
          <p:spPr>
            <a:xfrm>
              <a:off x="0" y="-1"/>
              <a:ext cx="868103" cy="868104"/>
            </a:xfrm>
            <a:prstGeom prst="rect">
              <a:avLst/>
            </a:prstGeom>
            <a:solidFill>
              <a:srgbClr val="DBBFB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97" name="Google Shape;497;p154"/>
            <p:cNvSpPr/>
            <p:nvPr/>
          </p:nvSpPr>
          <p:spPr>
            <a:xfrm>
              <a:off x="868101" y="-1"/>
              <a:ext cx="868103" cy="868104"/>
            </a:xfrm>
            <a:prstGeom prst="rect">
              <a:avLst/>
            </a:prstGeom>
            <a:solidFill>
              <a:srgbClr val="C08D8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98" name="Google Shape;498;p154"/>
            <p:cNvSpPr/>
            <p:nvPr/>
          </p:nvSpPr>
          <p:spPr>
            <a:xfrm>
              <a:off x="1736202" y="-1"/>
              <a:ext cx="868103" cy="868104"/>
            </a:xfrm>
            <a:prstGeom prst="rect">
              <a:avLst/>
            </a:prstGeom>
            <a:solidFill>
              <a:srgbClr val="A6626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499" name="Google Shape;499;p154"/>
            <p:cNvSpPr/>
            <p:nvPr/>
          </p:nvSpPr>
          <p:spPr>
            <a:xfrm>
              <a:off x="2604305" y="-1"/>
              <a:ext cx="868103" cy="868104"/>
            </a:xfrm>
            <a:prstGeom prst="rect">
              <a:avLst/>
            </a:prstGeom>
            <a:solidFill>
              <a:srgbClr val="8D3B4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00" name="Google Shape;500;p154"/>
            <p:cNvSpPr/>
            <p:nvPr/>
          </p:nvSpPr>
          <p:spPr>
            <a:xfrm>
              <a:off x="3472406" y="-1"/>
              <a:ext cx="868103" cy="868104"/>
            </a:xfrm>
            <a:prstGeom prst="rect">
              <a:avLst/>
            </a:prstGeom>
            <a:solidFill>
              <a:srgbClr val="772432"/>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01" name="Google Shape;501;p154"/>
            <p:cNvSpPr txBox="1"/>
            <p:nvPr/>
          </p:nvSpPr>
          <p:spPr>
            <a:xfrm>
              <a:off x="45719"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chemeClr val="dk1"/>
                  </a:solidFill>
                  <a:latin typeface="Arial"/>
                  <a:ea typeface="Arial"/>
                  <a:cs typeface="Arial"/>
                  <a:sym typeface="Arial"/>
                </a:rPr>
                <a:t>1</a:t>
              </a:r>
              <a:endParaRPr/>
            </a:p>
          </p:txBody>
        </p:sp>
        <p:sp>
          <p:nvSpPr>
            <p:cNvPr id="502" name="Google Shape;502;p154"/>
            <p:cNvSpPr txBox="1"/>
            <p:nvPr/>
          </p:nvSpPr>
          <p:spPr>
            <a:xfrm>
              <a:off x="913822"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chemeClr val="dk1"/>
                  </a:solidFill>
                  <a:latin typeface="Arial"/>
                  <a:ea typeface="Arial"/>
                  <a:cs typeface="Arial"/>
                  <a:sym typeface="Arial"/>
                </a:rPr>
                <a:t>2</a:t>
              </a:r>
              <a:endParaRPr/>
            </a:p>
          </p:txBody>
        </p:sp>
        <p:sp>
          <p:nvSpPr>
            <p:cNvPr id="503" name="Google Shape;503;p154"/>
            <p:cNvSpPr txBox="1"/>
            <p:nvPr/>
          </p:nvSpPr>
          <p:spPr>
            <a:xfrm>
              <a:off x="1770347"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rgbClr val="FFFFFF"/>
                  </a:solidFill>
                  <a:latin typeface="Arial"/>
                  <a:ea typeface="Arial"/>
                  <a:cs typeface="Arial"/>
                  <a:sym typeface="Arial"/>
                </a:rPr>
                <a:t>3</a:t>
              </a:r>
              <a:endParaRPr/>
            </a:p>
          </p:txBody>
        </p:sp>
        <p:sp>
          <p:nvSpPr>
            <p:cNvPr id="504" name="Google Shape;504;p154"/>
            <p:cNvSpPr txBox="1"/>
            <p:nvPr/>
          </p:nvSpPr>
          <p:spPr>
            <a:xfrm>
              <a:off x="2638450"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rgbClr val="FFFFFF"/>
                  </a:solidFill>
                  <a:latin typeface="Arial"/>
                  <a:ea typeface="Arial"/>
                  <a:cs typeface="Arial"/>
                  <a:sym typeface="Arial"/>
                </a:rPr>
                <a:t>4</a:t>
              </a:r>
              <a:endParaRPr/>
            </a:p>
          </p:txBody>
        </p:sp>
        <p:sp>
          <p:nvSpPr>
            <p:cNvPr id="505" name="Google Shape;505;p154"/>
            <p:cNvSpPr txBox="1"/>
            <p:nvPr/>
          </p:nvSpPr>
          <p:spPr>
            <a:xfrm>
              <a:off x="3518126" y="87428"/>
              <a:ext cx="776663" cy="682292"/>
            </a:xfrm>
            <a:prstGeom prst="rect">
              <a:avLst/>
            </a:prstGeom>
            <a:noFill/>
            <a:ln>
              <a:noFill/>
            </a:ln>
          </p:spPr>
          <p:txBody>
            <a:bodyPr anchorCtr="0" anchor="ctr" bIns="45700" lIns="45700" spcFirstLastPara="1" rIns="45700" wrap="square" tIns="45700">
              <a:normAutofit/>
            </a:bodyPr>
            <a:lstStyle/>
            <a:p>
              <a:pPr indent="0" lvl="0" marL="0" marR="0" rtl="0" algn="ctr">
                <a:lnSpc>
                  <a:spcPct val="90000"/>
                </a:lnSpc>
                <a:spcBef>
                  <a:spcPts val="0"/>
                </a:spcBef>
                <a:spcAft>
                  <a:spcPts val="0"/>
                </a:spcAft>
                <a:buNone/>
              </a:pPr>
              <a:r>
                <a:rPr b="1" lang="en-US" sz="1800">
                  <a:solidFill>
                    <a:srgbClr val="FFFFFF"/>
                  </a:solidFill>
                  <a:latin typeface="Arial"/>
                  <a:ea typeface="Arial"/>
                  <a:cs typeface="Arial"/>
                  <a:sym typeface="Arial"/>
                </a:rPr>
                <a:t>5</a:t>
              </a:r>
              <a:endParaRPr/>
            </a:p>
          </p:txBody>
        </p:sp>
      </p:grpSp>
      <p:sp>
        <p:nvSpPr>
          <p:cNvPr id="506" name="Google Shape;506;p154"/>
          <p:cNvSpPr txBox="1"/>
          <p:nvPr/>
        </p:nvSpPr>
        <p:spPr>
          <a:xfrm>
            <a:off x="7017677" y="3097410"/>
            <a:ext cx="4249068" cy="2674761"/>
          </a:xfrm>
          <a:prstGeom prst="rect">
            <a:avLst/>
          </a:prstGeom>
          <a:noFill/>
          <a:ln>
            <a:noFill/>
          </a:ln>
        </p:spPr>
        <p:txBody>
          <a:bodyPr anchorCtr="0" anchor="t" bIns="45700" lIns="45700" spcFirstLastPara="1" rIns="45700"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Minimum font size - </a:t>
            </a:r>
            <a:r>
              <a:rPr b="1" lang="en-US" sz="1800">
                <a:solidFill>
                  <a:schemeClr val="dk1"/>
                </a:solidFill>
                <a:latin typeface="Arial"/>
                <a:ea typeface="Arial"/>
                <a:cs typeface="Arial"/>
                <a:sym typeface="Arial"/>
              </a:rPr>
              <a:t>18pt</a:t>
            </a:r>
            <a:r>
              <a:rPr lang="en-US" sz="1800">
                <a:solidFill>
                  <a:schemeClr val="dk1"/>
                </a:solidFill>
                <a:latin typeface="Arial"/>
                <a:ea typeface="Arial"/>
                <a:cs typeface="Arial"/>
                <a:sym typeface="Arial"/>
              </a:rPr>
              <a:t>.</a:t>
            </a:r>
            <a:endParaRPr/>
          </a:p>
          <a:p>
            <a:pPr indent="-285750" lvl="0" marL="285750" marR="0" rtl="0" algn="l">
              <a:spcBef>
                <a:spcPts val="1200"/>
              </a:spcBef>
              <a:spcAft>
                <a:spcPts val="0"/>
              </a:spcAft>
              <a:buClr>
                <a:schemeClr val="dk1"/>
              </a:buClr>
              <a:buSzPts val="1800"/>
              <a:buFont typeface="Arial"/>
              <a:buChar char="•"/>
            </a:pPr>
            <a:r>
              <a:rPr lang="en-US" sz="1800">
                <a:solidFill>
                  <a:schemeClr val="dk1"/>
                </a:solidFill>
                <a:latin typeface="Arial"/>
                <a:ea typeface="Arial"/>
                <a:cs typeface="Arial"/>
                <a:sym typeface="Arial"/>
              </a:rPr>
              <a:t>Font weight - </a:t>
            </a:r>
            <a:r>
              <a:rPr b="1" lang="en-US" sz="1800">
                <a:solidFill>
                  <a:schemeClr val="dk1"/>
                </a:solidFill>
                <a:latin typeface="Arial"/>
                <a:ea typeface="Arial"/>
                <a:cs typeface="Arial"/>
                <a:sym typeface="Arial"/>
              </a:rPr>
              <a:t>Bold </a:t>
            </a:r>
            <a:r>
              <a:rPr lang="en-US" sz="1800">
                <a:solidFill>
                  <a:schemeClr val="dk1"/>
                </a:solidFill>
                <a:latin typeface="Arial"/>
                <a:ea typeface="Arial"/>
                <a:cs typeface="Arial"/>
                <a:sym typeface="Arial"/>
              </a:rPr>
              <a:t>(when used on background colors, for best accessibility).</a:t>
            </a:r>
            <a:endParaRPr/>
          </a:p>
          <a:p>
            <a:pPr indent="-285750" lvl="0" marL="285750" marR="0" rtl="0" algn="l">
              <a:spcBef>
                <a:spcPts val="1200"/>
              </a:spcBef>
              <a:spcAft>
                <a:spcPts val="0"/>
              </a:spcAft>
              <a:buClr>
                <a:schemeClr val="dk1"/>
              </a:buClr>
              <a:buSzPts val="1800"/>
              <a:buFont typeface="Arial"/>
              <a:buChar char="•"/>
            </a:pPr>
            <a:r>
              <a:rPr lang="en-US" sz="1800">
                <a:solidFill>
                  <a:schemeClr val="dk1"/>
                </a:solidFill>
                <a:latin typeface="Arial"/>
                <a:ea typeface="Arial"/>
                <a:cs typeface="Arial"/>
                <a:sym typeface="Arial"/>
              </a:rPr>
              <a:t>Use the Dark Gray </a:t>
            </a:r>
            <a:r>
              <a:rPr b="1" lang="en-US" sz="1800">
                <a:solidFill>
                  <a:schemeClr val="dk1"/>
                </a:solidFill>
                <a:latin typeface="Arial"/>
                <a:ea typeface="Arial"/>
                <a:cs typeface="Arial"/>
                <a:sym typeface="Arial"/>
              </a:rPr>
              <a:t>#333333 </a:t>
            </a:r>
            <a:r>
              <a:rPr lang="en-US" sz="1800">
                <a:solidFill>
                  <a:schemeClr val="dk1"/>
                </a:solidFill>
                <a:latin typeface="Arial"/>
                <a:ea typeface="Arial"/>
                <a:cs typeface="Arial"/>
                <a:sym typeface="Arial"/>
              </a:rPr>
              <a:t>Text color on Accent 1 and Accent 2. </a:t>
            </a:r>
            <a:endParaRPr/>
          </a:p>
          <a:p>
            <a:pPr indent="-285750" lvl="0" marL="285750" marR="0" rtl="0" algn="l">
              <a:spcBef>
                <a:spcPts val="1200"/>
              </a:spcBef>
              <a:spcAft>
                <a:spcPts val="0"/>
              </a:spcAft>
              <a:buClr>
                <a:schemeClr val="dk1"/>
              </a:buClr>
              <a:buSzPts val="1800"/>
              <a:buFont typeface="Arial"/>
              <a:buChar char="•"/>
            </a:pPr>
            <a:r>
              <a:rPr lang="en-US" sz="1800">
                <a:solidFill>
                  <a:schemeClr val="dk1"/>
                </a:solidFill>
                <a:latin typeface="Arial"/>
                <a:ea typeface="Arial"/>
                <a:cs typeface="Arial"/>
                <a:sym typeface="Arial"/>
              </a:rPr>
              <a:t>Use the White </a:t>
            </a:r>
            <a:r>
              <a:rPr b="1" lang="en-US" sz="1800">
                <a:solidFill>
                  <a:schemeClr val="dk1"/>
                </a:solidFill>
                <a:latin typeface="Arial"/>
                <a:ea typeface="Arial"/>
                <a:cs typeface="Arial"/>
                <a:sym typeface="Arial"/>
              </a:rPr>
              <a:t>#FFFFFF </a:t>
            </a:r>
            <a:r>
              <a:rPr lang="en-US" sz="1800">
                <a:solidFill>
                  <a:schemeClr val="dk1"/>
                </a:solidFill>
                <a:latin typeface="Arial"/>
                <a:ea typeface="Arial"/>
                <a:cs typeface="Arial"/>
                <a:sym typeface="Arial"/>
              </a:rPr>
              <a:t>Text color </a:t>
            </a:r>
            <a:br>
              <a:rPr lang="en-US" sz="1800">
                <a:solidFill>
                  <a:schemeClr val="dk1"/>
                </a:solidFill>
                <a:latin typeface="Arial"/>
                <a:ea typeface="Arial"/>
                <a:cs typeface="Arial"/>
                <a:sym typeface="Arial"/>
              </a:rPr>
            </a:br>
            <a:r>
              <a:rPr lang="en-US" sz="1800">
                <a:solidFill>
                  <a:schemeClr val="dk1"/>
                </a:solidFill>
                <a:latin typeface="Arial"/>
                <a:ea typeface="Arial"/>
                <a:cs typeface="Arial"/>
                <a:sym typeface="Arial"/>
              </a:rPr>
              <a:t>on Accent 3, Accent 4, and Accent 5.</a:t>
            </a:r>
            <a:endParaRPr/>
          </a:p>
        </p:txBody>
      </p:sp>
      <p:sp>
        <p:nvSpPr>
          <p:cNvPr id="507" name="Google Shape;507;p154"/>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Large Image" showMasterSp="0">
  <p:cSld name="1_Title and Large Image">
    <p:bg>
      <p:bgPr>
        <a:solidFill>
          <a:srgbClr val="F5F5F5"/>
        </a:solidFill>
      </p:bgPr>
    </p:bg>
    <p:spTree>
      <p:nvGrpSpPr>
        <p:cNvPr id="508" name="Shape 508"/>
        <p:cNvGrpSpPr/>
        <p:nvPr/>
      </p:nvGrpSpPr>
      <p:grpSpPr>
        <a:xfrm>
          <a:off x="0" y="0"/>
          <a:ext cx="0" cy="0"/>
          <a:chOff x="0" y="0"/>
          <a:chExt cx="0" cy="0"/>
        </a:xfrm>
      </p:grpSpPr>
      <p:sp>
        <p:nvSpPr>
          <p:cNvPr id="509" name="Google Shape;509;p155"/>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0" id="510" name="Google Shape;510;p155"/>
          <p:cNvPicPr preferRelativeResize="0"/>
          <p:nvPr/>
        </p:nvPicPr>
        <p:blipFill rotWithShape="1">
          <a:blip r:embed="rId2">
            <a:alphaModFix/>
          </a:blip>
          <a:srcRect b="0" l="0" r="0" t="0"/>
          <a:stretch/>
        </p:blipFill>
        <p:spPr>
          <a:xfrm>
            <a:off x="313559" y="6316626"/>
            <a:ext cx="1773873" cy="404850"/>
          </a:xfrm>
          <a:prstGeom prst="rect">
            <a:avLst/>
          </a:prstGeom>
          <a:noFill/>
          <a:ln>
            <a:noFill/>
          </a:ln>
        </p:spPr>
      </p:pic>
      <p:cxnSp>
        <p:nvCxnSpPr>
          <p:cNvPr id="511" name="Google Shape;511;p155"/>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512" name="Google Shape;512;p155"/>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513" name="Google Shape;513;p155"/>
          <p:cNvSpPr/>
          <p:nvPr>
            <p:ph idx="2" type="pic"/>
          </p:nvPr>
        </p:nvSpPr>
        <p:spPr>
          <a:xfrm>
            <a:off x="0" y="1142999"/>
            <a:ext cx="12192000" cy="5084065"/>
          </a:xfrm>
          <a:prstGeom prst="rect">
            <a:avLst/>
          </a:prstGeom>
          <a:noFill/>
          <a:ln>
            <a:noFill/>
          </a:ln>
        </p:spPr>
      </p:sp>
      <p:sp>
        <p:nvSpPr>
          <p:cNvPr id="514" name="Google Shape;514;p155"/>
          <p:cNvSpPr/>
          <p:nvPr/>
        </p:nvSpPr>
        <p:spPr>
          <a:xfrm>
            <a:off x="0" y="-1"/>
            <a:ext cx="12192000" cy="1143001"/>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15" name="Google Shape;515;p155"/>
          <p:cNvSpPr txBox="1"/>
          <p:nvPr>
            <p:ph type="title"/>
          </p:nvPr>
        </p:nvSpPr>
        <p:spPr>
          <a:xfrm>
            <a:off x="277931" y="295773"/>
            <a:ext cx="11647369" cy="645076"/>
          </a:xfrm>
          <a:prstGeom prst="rect">
            <a:avLst/>
          </a:prstGeom>
          <a:noFill/>
          <a:ln>
            <a:noFill/>
          </a:ln>
        </p:spPr>
        <p:txBody>
          <a:bodyPr anchorCtr="0" anchor="ctr" bIns="45675" lIns="45675" spcFirstLastPara="1" rIns="45675" wrap="square" tIns="45675">
            <a:normAutofit/>
          </a:bodyPr>
          <a:lstStyle>
            <a:lvl1pPr lvl="0" algn="l">
              <a:lnSpc>
                <a:spcPct val="90000"/>
              </a:lnSpc>
              <a:spcBef>
                <a:spcPts val="0"/>
              </a:spcBef>
              <a:spcAft>
                <a:spcPts val="0"/>
              </a:spcAft>
              <a:buClr>
                <a:srgbClr val="333333"/>
              </a:buClr>
              <a:buSzPts val="3600"/>
              <a:buFont typeface="Arial"/>
              <a:buNone/>
              <a:defRPr>
                <a:solidFill>
                  <a:srgbClr val="333333"/>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cxnSp>
        <p:nvCxnSpPr>
          <p:cNvPr id="516" name="Google Shape;516;p155"/>
          <p:cNvCxnSpPr/>
          <p:nvPr/>
        </p:nvCxnSpPr>
        <p:spPr>
          <a:xfrm>
            <a:off x="406400" y="989878"/>
            <a:ext cx="711200" cy="3"/>
          </a:xfrm>
          <a:prstGeom prst="straightConnector1">
            <a:avLst/>
          </a:prstGeom>
          <a:noFill/>
          <a:ln cap="flat" cmpd="sng" w="28575">
            <a:solidFill>
              <a:srgbClr val="800000"/>
            </a:solidFill>
            <a:prstDash val="solid"/>
            <a:miter lim="8000"/>
            <a:headEnd len="sm" w="sm" type="none"/>
            <a:tailEnd len="sm" w="sm" type="none"/>
          </a:ln>
        </p:spPr>
      </p:cxnSp>
      <p:sp>
        <p:nvSpPr>
          <p:cNvPr id="517" name="Google Shape;517;p155"/>
          <p:cNvSpPr txBox="1"/>
          <p:nvPr>
            <p:ph idx="12" type="sldNum"/>
          </p:nvPr>
        </p:nvSpPr>
        <p:spPr>
          <a:xfrm>
            <a:off x="11452629" y="6363602"/>
            <a:ext cx="358372" cy="350621"/>
          </a:xfrm>
          <a:prstGeom prst="rect">
            <a:avLst/>
          </a:prstGeom>
          <a:noFill/>
          <a:ln>
            <a:noFill/>
          </a:ln>
        </p:spPr>
        <p:txBody>
          <a:bodyPr anchorCtr="0" anchor="ctr" bIns="45675" lIns="45675" spcFirstLastPara="1" rIns="45675" wrap="square" tIns="45675">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pacer Slide" showMasterSp="0">
  <p:cSld name="2_Spacer Slide">
    <p:bg>
      <p:bgPr>
        <a:solidFill>
          <a:srgbClr val="012838"/>
        </a:solidFill>
      </p:bgPr>
    </p:bg>
    <p:spTree>
      <p:nvGrpSpPr>
        <p:cNvPr id="518" name="Shape 518"/>
        <p:cNvGrpSpPr/>
        <p:nvPr/>
      </p:nvGrpSpPr>
      <p:grpSpPr>
        <a:xfrm>
          <a:off x="0" y="0"/>
          <a:ext cx="0" cy="0"/>
          <a:chOff x="0" y="0"/>
          <a:chExt cx="0" cy="0"/>
        </a:xfrm>
      </p:grpSpPr>
      <p:sp>
        <p:nvSpPr>
          <p:cNvPr id="519" name="Google Shape;519;p156"/>
          <p:cNvSpPr/>
          <p:nvPr/>
        </p:nvSpPr>
        <p:spPr>
          <a:xfrm rot="10800000">
            <a:off x="-2" y="-1"/>
            <a:ext cx="12192003"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20" name="Google Shape;520;p156"/>
          <p:cNvSpPr/>
          <p:nvPr/>
        </p:nvSpPr>
        <p:spPr>
          <a:xfrm>
            <a:off x="0" y="6212925"/>
            <a:ext cx="12192000"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9" id="521" name="Google Shape;521;p156"/>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522" name="Google Shape;522;p156"/>
          <p:cNvSpPr txBox="1"/>
          <p:nvPr>
            <p:ph type="title"/>
          </p:nvPr>
        </p:nvSpPr>
        <p:spPr>
          <a:xfrm>
            <a:off x="1524000" y="2359916"/>
            <a:ext cx="9144000" cy="731522"/>
          </a:xfrm>
          <a:prstGeom prst="rect">
            <a:avLst/>
          </a:prstGeom>
          <a:noFill/>
          <a:ln>
            <a:noFill/>
          </a:ln>
        </p:spPr>
        <p:txBody>
          <a:bodyPr anchorCtr="0" anchor="b" bIns="45700" lIns="45700" spcFirstLastPara="1" rIns="45700" wrap="square" tIns="45700">
            <a:normAutofit/>
          </a:bodyPr>
          <a:lstStyle>
            <a:lvl1pPr lvl="0" algn="ctr">
              <a:lnSpc>
                <a:spcPct val="90000"/>
              </a:lnSpc>
              <a:spcBef>
                <a:spcPts val="0"/>
              </a:spcBef>
              <a:spcAft>
                <a:spcPts val="0"/>
              </a:spcAft>
              <a:buClr>
                <a:srgbClr val="FEEE9F"/>
              </a:buClr>
              <a:buSzPts val="5400"/>
              <a:buFont typeface="Arial"/>
              <a:buNone/>
              <a:defRPr sz="5400">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523" name="Google Shape;523;p156"/>
          <p:cNvSpPr txBox="1"/>
          <p:nvPr>
            <p:ph idx="1" type="body"/>
          </p:nvPr>
        </p:nvSpPr>
        <p:spPr>
          <a:xfrm>
            <a:off x="1524000" y="3358503"/>
            <a:ext cx="9144000" cy="914402"/>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1pPr>
            <a:lvl2pPr indent="-228600" lvl="1" marL="9144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2pPr>
            <a:lvl3pPr indent="-228600" lvl="2" marL="13716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3pPr>
            <a:lvl4pPr indent="-228600" lvl="3" marL="18288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4pPr>
            <a:lvl5pPr indent="-228600" lvl="4" marL="22860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24" name="Google Shape;524;p156"/>
          <p:cNvSpPr txBox="1"/>
          <p:nvPr>
            <p:ph idx="12" type="sldNum"/>
          </p:nvPr>
        </p:nvSpPr>
        <p:spPr>
          <a:xfrm>
            <a:off x="8379189" y="6181020"/>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showMasterSp="0">
  <p:cSld name="1_Title and Content">
    <p:bg>
      <p:bgPr>
        <a:solidFill>
          <a:srgbClr val="012838"/>
        </a:solidFill>
      </p:bgPr>
    </p:bg>
    <p:spTree>
      <p:nvGrpSpPr>
        <p:cNvPr id="525" name="Shape 525"/>
        <p:cNvGrpSpPr/>
        <p:nvPr/>
      </p:nvGrpSpPr>
      <p:grpSpPr>
        <a:xfrm>
          <a:off x="0" y="0"/>
          <a:ext cx="0" cy="0"/>
          <a:chOff x="0" y="0"/>
          <a:chExt cx="0" cy="0"/>
        </a:xfrm>
      </p:grpSpPr>
      <p:sp>
        <p:nvSpPr>
          <p:cNvPr id="526" name="Google Shape;526;p157"/>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27" name="Google Shape;527;p157"/>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528" name="Google Shape;528;p157"/>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529" name="Google Shape;529;p157"/>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530" name="Google Shape;530;p157"/>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531" name="Google Shape;531;p157"/>
          <p:cNvSpPr txBox="1"/>
          <p:nvPr>
            <p:ph type="title"/>
          </p:nvPr>
        </p:nvSpPr>
        <p:spPr>
          <a:xfrm>
            <a:off x="277934" y="295773"/>
            <a:ext cx="11647366"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532" name="Google Shape;532;p157"/>
          <p:cNvSpPr txBox="1"/>
          <p:nvPr>
            <p:ph idx="1" type="body"/>
          </p:nvPr>
        </p:nvSpPr>
        <p:spPr>
          <a:xfrm>
            <a:off x="277933" y="1520042"/>
            <a:ext cx="11647369" cy="4358245"/>
          </a:xfrm>
          <a:prstGeom prst="rect">
            <a:avLst/>
          </a:prstGeom>
          <a:noFill/>
          <a:ln>
            <a:noFill/>
          </a:ln>
        </p:spPr>
        <p:txBody>
          <a:bodyPr anchorCtr="0" anchor="t" bIns="45700" lIns="45700" spcFirstLastPara="1" rIns="45700" wrap="square" tIns="45700">
            <a:normAutofit/>
          </a:bodyPr>
          <a:lstStyle>
            <a:lvl1pPr indent="-406400" lvl="0" marL="4572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1pPr>
            <a:lvl2pPr indent="-406400" lvl="1" marL="9144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2pPr>
            <a:lvl3pPr indent="-406400" lvl="2" marL="13716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3pPr>
            <a:lvl4pPr indent="-406400" lvl="3" marL="18288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4pPr>
            <a:lvl5pPr indent="-406400" lvl="4" marL="22860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33" name="Google Shape;533;p157"/>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wo Content" showMasterSp="0">
  <p:cSld name="1_Title and Two Content">
    <p:bg>
      <p:bgPr>
        <a:solidFill>
          <a:srgbClr val="012838"/>
        </a:solidFill>
      </p:bgPr>
    </p:bg>
    <p:spTree>
      <p:nvGrpSpPr>
        <p:cNvPr id="534" name="Shape 534"/>
        <p:cNvGrpSpPr/>
        <p:nvPr/>
      </p:nvGrpSpPr>
      <p:grpSpPr>
        <a:xfrm>
          <a:off x="0" y="0"/>
          <a:ext cx="0" cy="0"/>
          <a:chOff x="0" y="0"/>
          <a:chExt cx="0" cy="0"/>
        </a:xfrm>
      </p:grpSpPr>
      <p:sp>
        <p:nvSpPr>
          <p:cNvPr id="535" name="Google Shape;535;p158"/>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36" name="Google Shape;536;p158"/>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537" name="Google Shape;537;p158"/>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538" name="Google Shape;538;p158"/>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539" name="Google Shape;539;p158"/>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540" name="Google Shape;540;p158"/>
          <p:cNvSpPr txBox="1"/>
          <p:nvPr>
            <p:ph type="title"/>
          </p:nvPr>
        </p:nvSpPr>
        <p:spPr>
          <a:xfrm>
            <a:off x="277934" y="295773"/>
            <a:ext cx="11647366"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541" name="Google Shape;541;p158"/>
          <p:cNvSpPr txBox="1"/>
          <p:nvPr>
            <p:ph idx="1" type="body"/>
          </p:nvPr>
        </p:nvSpPr>
        <p:spPr>
          <a:xfrm>
            <a:off x="277934" y="1535081"/>
            <a:ext cx="5641848" cy="4332319"/>
          </a:xfrm>
          <a:prstGeom prst="rect">
            <a:avLst/>
          </a:prstGeom>
          <a:noFill/>
          <a:ln>
            <a:noFill/>
          </a:ln>
        </p:spPr>
        <p:txBody>
          <a:bodyPr anchorCtr="0" anchor="t" bIns="45700" lIns="45700" spcFirstLastPara="1" rIns="45700" wrap="square" tIns="45700">
            <a:normAutofit/>
          </a:bodyPr>
          <a:lstStyle>
            <a:lvl1pPr indent="-406400" lvl="0" marL="4572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1pPr>
            <a:lvl2pPr indent="-406400" lvl="1" marL="9144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2pPr>
            <a:lvl3pPr indent="-406400" lvl="2" marL="13716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3pPr>
            <a:lvl4pPr indent="-406400" lvl="3" marL="18288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4pPr>
            <a:lvl5pPr indent="-406400" lvl="4" marL="22860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42" name="Google Shape;542;p158"/>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Comparison" showMasterSp="0">
  <p:cSld name="1_Title and Content Comparison">
    <p:bg>
      <p:bgPr>
        <a:solidFill>
          <a:srgbClr val="012838"/>
        </a:solidFill>
      </p:bgPr>
    </p:bg>
    <p:spTree>
      <p:nvGrpSpPr>
        <p:cNvPr id="543" name="Shape 543"/>
        <p:cNvGrpSpPr/>
        <p:nvPr/>
      </p:nvGrpSpPr>
      <p:grpSpPr>
        <a:xfrm>
          <a:off x="0" y="0"/>
          <a:ext cx="0" cy="0"/>
          <a:chOff x="0" y="0"/>
          <a:chExt cx="0" cy="0"/>
        </a:xfrm>
      </p:grpSpPr>
      <p:sp>
        <p:nvSpPr>
          <p:cNvPr id="544" name="Google Shape;544;p159"/>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45" name="Google Shape;545;p159"/>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546" name="Google Shape;546;p159"/>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547" name="Google Shape;547;p159"/>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548" name="Google Shape;548;p159"/>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549" name="Google Shape;549;p159"/>
          <p:cNvSpPr txBox="1"/>
          <p:nvPr>
            <p:ph type="title"/>
          </p:nvPr>
        </p:nvSpPr>
        <p:spPr>
          <a:xfrm>
            <a:off x="277934" y="293873"/>
            <a:ext cx="11647366" cy="64922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550" name="Google Shape;550;p159"/>
          <p:cNvSpPr txBox="1"/>
          <p:nvPr>
            <p:ph idx="1" type="body"/>
          </p:nvPr>
        </p:nvSpPr>
        <p:spPr>
          <a:xfrm>
            <a:off x="277934" y="1222717"/>
            <a:ext cx="5641848" cy="823914"/>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FFFFFF"/>
              </a:buClr>
              <a:buSzPts val="3000"/>
              <a:buFont typeface="Arial"/>
              <a:buNone/>
              <a:defRPr b="1" sz="3000">
                <a:solidFill>
                  <a:srgbClr val="FFFFFF"/>
                </a:solidFill>
                <a:latin typeface="Arial"/>
                <a:ea typeface="Arial"/>
                <a:cs typeface="Arial"/>
                <a:sym typeface="Arial"/>
              </a:defRPr>
            </a:lvl1pPr>
            <a:lvl2pPr indent="-228600" lvl="1" marL="914400" algn="l">
              <a:lnSpc>
                <a:spcPct val="90000"/>
              </a:lnSpc>
              <a:spcBef>
                <a:spcPts val="1000"/>
              </a:spcBef>
              <a:spcAft>
                <a:spcPts val="0"/>
              </a:spcAft>
              <a:buClr>
                <a:srgbClr val="FFFFFF"/>
              </a:buClr>
              <a:buSzPts val="3000"/>
              <a:buFont typeface="Arial"/>
              <a:buNone/>
              <a:defRPr b="1" sz="3000">
                <a:solidFill>
                  <a:srgbClr val="FFFFFF"/>
                </a:solidFill>
                <a:latin typeface="Arial"/>
                <a:ea typeface="Arial"/>
                <a:cs typeface="Arial"/>
                <a:sym typeface="Arial"/>
              </a:defRPr>
            </a:lvl2pPr>
            <a:lvl3pPr indent="-228600" lvl="2" marL="1371600" algn="l">
              <a:lnSpc>
                <a:spcPct val="90000"/>
              </a:lnSpc>
              <a:spcBef>
                <a:spcPts val="1000"/>
              </a:spcBef>
              <a:spcAft>
                <a:spcPts val="0"/>
              </a:spcAft>
              <a:buClr>
                <a:srgbClr val="FFFFFF"/>
              </a:buClr>
              <a:buSzPts val="3000"/>
              <a:buFont typeface="Arial"/>
              <a:buNone/>
              <a:defRPr b="1" sz="3000">
                <a:solidFill>
                  <a:srgbClr val="FFFFFF"/>
                </a:solidFill>
                <a:latin typeface="Arial"/>
                <a:ea typeface="Arial"/>
                <a:cs typeface="Arial"/>
                <a:sym typeface="Arial"/>
              </a:defRPr>
            </a:lvl3pPr>
            <a:lvl4pPr indent="-228600" lvl="3" marL="1828800" algn="l">
              <a:lnSpc>
                <a:spcPct val="90000"/>
              </a:lnSpc>
              <a:spcBef>
                <a:spcPts val="1000"/>
              </a:spcBef>
              <a:spcAft>
                <a:spcPts val="0"/>
              </a:spcAft>
              <a:buClr>
                <a:srgbClr val="FFFFFF"/>
              </a:buClr>
              <a:buSzPts val="3000"/>
              <a:buFont typeface="Arial"/>
              <a:buNone/>
              <a:defRPr b="1" sz="3000">
                <a:solidFill>
                  <a:srgbClr val="FFFFFF"/>
                </a:solidFill>
                <a:latin typeface="Arial"/>
                <a:ea typeface="Arial"/>
                <a:cs typeface="Arial"/>
                <a:sym typeface="Arial"/>
              </a:defRPr>
            </a:lvl4pPr>
            <a:lvl5pPr indent="-228600" lvl="4" marL="2286000" algn="l">
              <a:lnSpc>
                <a:spcPct val="90000"/>
              </a:lnSpc>
              <a:spcBef>
                <a:spcPts val="1000"/>
              </a:spcBef>
              <a:spcAft>
                <a:spcPts val="0"/>
              </a:spcAft>
              <a:buClr>
                <a:srgbClr val="FFFFFF"/>
              </a:buClr>
              <a:buSzPts val="3000"/>
              <a:buFont typeface="Arial"/>
              <a:buNone/>
              <a:defRPr b="1" sz="3000">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51" name="Google Shape;551;p159"/>
          <p:cNvSpPr txBox="1"/>
          <p:nvPr>
            <p:ph idx="2" type="body"/>
          </p:nvPr>
        </p:nvSpPr>
        <p:spPr>
          <a:xfrm>
            <a:off x="6283452" y="1222717"/>
            <a:ext cx="5641850" cy="823914"/>
          </a:xfrm>
          <a:prstGeom prst="rect">
            <a:avLst/>
          </a:prstGeom>
          <a:noFill/>
          <a:ln>
            <a:noFill/>
          </a:ln>
        </p:spPr>
        <p:txBody>
          <a:bodyPr anchorCtr="0" anchor="b" bIns="45700" lIns="45700" spcFirstLastPara="1" rIns="45700" wrap="square" tIns="45700">
            <a:normAutofit/>
          </a:bodyPr>
          <a:lstStyle>
            <a:lvl1pPr indent="-228600" lvl="0" marL="457200" algn="l">
              <a:lnSpc>
                <a:spcPct val="90000"/>
              </a:lnSpc>
              <a:spcBef>
                <a:spcPts val="1000"/>
              </a:spcBef>
              <a:spcAft>
                <a:spcPts val="0"/>
              </a:spcAft>
              <a:buClr>
                <a:srgbClr val="FFFFFF"/>
              </a:buClr>
              <a:buSzPts val="3000"/>
              <a:buFont typeface="Arial"/>
              <a:buNone/>
              <a:defRPr b="1" sz="3000">
                <a:solidFill>
                  <a:srgbClr val="FFFFFF"/>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52" name="Google Shape;552;p159"/>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solidFill>
          <a:srgbClr val="012838"/>
        </a:solidFill>
      </p:bgPr>
    </p:bg>
    <p:spTree>
      <p:nvGrpSpPr>
        <p:cNvPr id="553" name="Shape 553"/>
        <p:cNvGrpSpPr/>
        <p:nvPr/>
      </p:nvGrpSpPr>
      <p:grpSpPr>
        <a:xfrm>
          <a:off x="0" y="0"/>
          <a:ext cx="0" cy="0"/>
          <a:chOff x="0" y="0"/>
          <a:chExt cx="0" cy="0"/>
        </a:xfrm>
      </p:grpSpPr>
      <p:sp>
        <p:nvSpPr>
          <p:cNvPr id="554" name="Google Shape;554;p160"/>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55" name="Google Shape;555;p160"/>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556" name="Google Shape;556;p160"/>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557" name="Google Shape;557;p160"/>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558" name="Google Shape;558;p160"/>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559" name="Google Shape;559;p160"/>
          <p:cNvSpPr txBox="1"/>
          <p:nvPr>
            <p:ph type="title"/>
          </p:nvPr>
        </p:nvSpPr>
        <p:spPr>
          <a:xfrm>
            <a:off x="277934" y="293873"/>
            <a:ext cx="11647366" cy="64922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560" name="Google Shape;560;p160"/>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hree Content" showMasterSp="0">
  <p:cSld name="1_Title and Three Content">
    <p:bg>
      <p:bgPr>
        <a:solidFill>
          <a:srgbClr val="012838"/>
        </a:solidFill>
      </p:bgPr>
    </p:bg>
    <p:spTree>
      <p:nvGrpSpPr>
        <p:cNvPr id="561" name="Shape 561"/>
        <p:cNvGrpSpPr/>
        <p:nvPr/>
      </p:nvGrpSpPr>
      <p:grpSpPr>
        <a:xfrm>
          <a:off x="0" y="0"/>
          <a:ext cx="0" cy="0"/>
          <a:chOff x="0" y="0"/>
          <a:chExt cx="0" cy="0"/>
        </a:xfrm>
      </p:grpSpPr>
      <p:sp>
        <p:nvSpPr>
          <p:cNvPr id="562" name="Google Shape;562;p161"/>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63" name="Google Shape;563;p161"/>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564" name="Google Shape;564;p161"/>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565" name="Google Shape;565;p161"/>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566" name="Google Shape;566;p161"/>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567" name="Google Shape;567;p161"/>
          <p:cNvSpPr txBox="1"/>
          <p:nvPr>
            <p:ph type="title"/>
          </p:nvPr>
        </p:nvSpPr>
        <p:spPr>
          <a:xfrm>
            <a:off x="277934" y="293873"/>
            <a:ext cx="11647366" cy="64922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568" name="Google Shape;568;p161"/>
          <p:cNvSpPr txBox="1"/>
          <p:nvPr>
            <p:ph idx="1" type="body"/>
          </p:nvPr>
        </p:nvSpPr>
        <p:spPr>
          <a:xfrm>
            <a:off x="8382000" y="2005583"/>
            <a:ext cx="3200400" cy="3140076"/>
          </a:xfrm>
          <a:prstGeom prst="rect">
            <a:avLst/>
          </a:prstGeom>
          <a:noFill/>
          <a:ln cap="flat" cmpd="sng" w="9525">
            <a:solidFill>
              <a:srgbClr val="F5F5F5"/>
            </a:solidFill>
            <a:prstDash val="solid"/>
            <a:round/>
            <a:headEnd len="sm" w="sm" type="none"/>
            <a:tailEnd len="sm" w="sm" type="none"/>
          </a:ln>
          <a:effectLst>
            <a:outerShdw blurRad="38100" rotWithShape="0" dir="5400000" dist="12700">
              <a:srgbClr val="000000">
                <a:alpha val="34902"/>
              </a:srgbClr>
            </a:outerShdw>
          </a:effectLst>
        </p:spPr>
        <p:txBody>
          <a:bodyPr anchorCtr="0" anchor="t" bIns="365750" lIns="365750" spcFirstLastPara="1" rIns="365750" wrap="square" tIns="365750">
            <a:normAutofit/>
          </a:bodyPr>
          <a:lstStyle>
            <a:lvl1pPr indent="-228600" lvl="0" marL="457200" algn="ctr">
              <a:lnSpc>
                <a:spcPct val="100000"/>
              </a:lnSpc>
              <a:spcBef>
                <a:spcPts val="0"/>
              </a:spcBef>
              <a:spcAft>
                <a:spcPts val="0"/>
              </a:spcAft>
              <a:buClr>
                <a:srgbClr val="FFFFFF"/>
              </a:buClr>
              <a:buSzPts val="1800"/>
              <a:buFont typeface="Arial"/>
              <a:buNone/>
              <a:defRPr sz="1800">
                <a:solidFill>
                  <a:srgbClr val="FFFFFF"/>
                </a:solidFill>
                <a:latin typeface="Arial"/>
                <a:ea typeface="Arial"/>
                <a:cs typeface="Arial"/>
                <a:sym typeface="Arial"/>
              </a:defRPr>
            </a:lvl1pPr>
            <a:lvl2pPr indent="-342900" lvl="1" marL="914400" algn="ctr">
              <a:lnSpc>
                <a:spcPct val="100000"/>
              </a:lnSpc>
              <a:spcBef>
                <a:spcPts val="0"/>
              </a:spcBef>
              <a:spcAft>
                <a:spcPts val="0"/>
              </a:spcAft>
              <a:buClr>
                <a:srgbClr val="FFFFFF"/>
              </a:buClr>
              <a:buSzPts val="1800"/>
              <a:buFont typeface="Arial"/>
              <a:buChar char="•"/>
              <a:defRPr sz="1800">
                <a:solidFill>
                  <a:srgbClr val="FFFFFF"/>
                </a:solidFill>
                <a:latin typeface="Arial"/>
                <a:ea typeface="Arial"/>
                <a:cs typeface="Arial"/>
                <a:sym typeface="Arial"/>
              </a:defRPr>
            </a:lvl2pPr>
            <a:lvl3pPr indent="-342900" lvl="2" marL="1371600" algn="ctr">
              <a:lnSpc>
                <a:spcPct val="100000"/>
              </a:lnSpc>
              <a:spcBef>
                <a:spcPts val="0"/>
              </a:spcBef>
              <a:spcAft>
                <a:spcPts val="0"/>
              </a:spcAft>
              <a:buClr>
                <a:srgbClr val="FFFFFF"/>
              </a:buClr>
              <a:buSzPts val="1800"/>
              <a:buFont typeface="Arial"/>
              <a:buChar char="•"/>
              <a:defRPr sz="1800">
                <a:solidFill>
                  <a:srgbClr val="FFFFFF"/>
                </a:solidFill>
                <a:latin typeface="Arial"/>
                <a:ea typeface="Arial"/>
                <a:cs typeface="Arial"/>
                <a:sym typeface="Arial"/>
              </a:defRPr>
            </a:lvl3pPr>
            <a:lvl4pPr indent="-342900" lvl="3" marL="1828800" algn="ctr">
              <a:lnSpc>
                <a:spcPct val="100000"/>
              </a:lnSpc>
              <a:spcBef>
                <a:spcPts val="0"/>
              </a:spcBef>
              <a:spcAft>
                <a:spcPts val="0"/>
              </a:spcAft>
              <a:buClr>
                <a:srgbClr val="FFFFFF"/>
              </a:buClr>
              <a:buSzPts val="1800"/>
              <a:buFont typeface="Arial"/>
              <a:buChar char="•"/>
              <a:defRPr sz="1800">
                <a:solidFill>
                  <a:srgbClr val="FFFFFF"/>
                </a:solidFill>
                <a:latin typeface="Arial"/>
                <a:ea typeface="Arial"/>
                <a:cs typeface="Arial"/>
                <a:sym typeface="Arial"/>
              </a:defRPr>
            </a:lvl4pPr>
            <a:lvl5pPr indent="-342900" lvl="4" marL="2286000" algn="ctr">
              <a:lnSpc>
                <a:spcPct val="100000"/>
              </a:lnSpc>
              <a:spcBef>
                <a:spcPts val="0"/>
              </a:spcBef>
              <a:spcAft>
                <a:spcPts val="0"/>
              </a:spcAft>
              <a:buClr>
                <a:srgbClr val="FFFFFF"/>
              </a:buClr>
              <a:buSzPts val="1800"/>
              <a:buFont typeface="Arial"/>
              <a:buChar char="•"/>
              <a:defRPr sz="1800">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69" name="Google Shape;569;p161"/>
          <p:cNvSpPr txBox="1"/>
          <p:nvPr>
            <p:ph idx="2" type="body"/>
          </p:nvPr>
        </p:nvSpPr>
        <p:spPr>
          <a:xfrm>
            <a:off x="4504452" y="2020331"/>
            <a:ext cx="3183097" cy="3119089"/>
          </a:xfrm>
          <a:prstGeom prst="rect">
            <a:avLst/>
          </a:prstGeom>
          <a:noFill/>
          <a:ln cap="flat" cmpd="sng" w="9525">
            <a:solidFill>
              <a:srgbClr val="F5F5F5"/>
            </a:solidFill>
            <a:prstDash val="solid"/>
            <a:round/>
            <a:headEnd len="sm" w="sm" type="none"/>
            <a:tailEnd len="sm" w="sm" type="none"/>
          </a:ln>
          <a:effectLst>
            <a:outerShdw blurRad="38100" rotWithShape="0" dir="5400000" dist="12700">
              <a:srgbClr val="000000">
                <a:alpha val="34902"/>
              </a:srgbClr>
            </a:outerShdw>
          </a:effectLst>
        </p:spPr>
        <p:txBody>
          <a:bodyPr anchorCtr="0" anchor="t" bIns="365750" lIns="365750" spcFirstLastPara="1" rIns="365750" wrap="square" tIns="365750">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70" name="Google Shape;570;p161"/>
          <p:cNvSpPr txBox="1"/>
          <p:nvPr>
            <p:ph idx="3" type="body"/>
          </p:nvPr>
        </p:nvSpPr>
        <p:spPr>
          <a:xfrm>
            <a:off x="618264" y="1989864"/>
            <a:ext cx="3183072" cy="3122747"/>
          </a:xfrm>
          <a:prstGeom prst="rect">
            <a:avLst/>
          </a:prstGeom>
          <a:noFill/>
          <a:ln cap="flat" cmpd="sng" w="9525">
            <a:solidFill>
              <a:srgbClr val="F5F5F5"/>
            </a:solidFill>
            <a:prstDash val="solid"/>
            <a:round/>
            <a:headEnd len="sm" w="sm" type="none"/>
            <a:tailEnd len="sm" w="sm" type="none"/>
          </a:ln>
          <a:effectLst>
            <a:outerShdw blurRad="38100" rotWithShape="0" dir="5400000" dist="12700">
              <a:srgbClr val="000000">
                <a:alpha val="34902"/>
              </a:srgbClr>
            </a:outerShdw>
          </a:effectLst>
        </p:spPr>
        <p:txBody>
          <a:bodyPr anchorCtr="0" anchor="t" bIns="365750" lIns="365750" spcFirstLastPara="1" rIns="365750" wrap="square" tIns="365750">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71" name="Google Shape;571;p161"/>
          <p:cNvSpPr txBox="1"/>
          <p:nvPr>
            <p:ph idx="4" type="body"/>
          </p:nvPr>
        </p:nvSpPr>
        <p:spPr>
          <a:xfrm>
            <a:off x="838200" y="2362200"/>
            <a:ext cx="2743200" cy="304800"/>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700"/>
              </a:spcBef>
              <a:spcAft>
                <a:spcPts val="0"/>
              </a:spcAft>
              <a:buClr>
                <a:srgbClr val="FFFFFF"/>
              </a:buClr>
              <a:buSzPts val="1500"/>
              <a:buFont typeface="Arial"/>
              <a:buNone/>
              <a:defRPr b="1" sz="1500">
                <a:solidFill>
                  <a:srgbClr val="FFFFFF"/>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72" name="Google Shape;572;p161"/>
          <p:cNvSpPr txBox="1"/>
          <p:nvPr>
            <p:ph idx="5" type="body"/>
          </p:nvPr>
        </p:nvSpPr>
        <p:spPr>
          <a:xfrm>
            <a:off x="8610600" y="2362200"/>
            <a:ext cx="2743200" cy="304800"/>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700"/>
              </a:spcBef>
              <a:spcAft>
                <a:spcPts val="0"/>
              </a:spcAft>
              <a:buClr>
                <a:srgbClr val="FFFFFF"/>
              </a:buClr>
              <a:buSzPts val="1500"/>
              <a:buFont typeface="Arial"/>
              <a:buNone/>
              <a:defRPr b="1" sz="1500">
                <a:solidFill>
                  <a:srgbClr val="FFFFFF"/>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73" name="Google Shape;573;p161"/>
          <p:cNvSpPr txBox="1"/>
          <p:nvPr>
            <p:ph idx="6" type="body"/>
          </p:nvPr>
        </p:nvSpPr>
        <p:spPr>
          <a:xfrm>
            <a:off x="4724400" y="2362200"/>
            <a:ext cx="2743200" cy="304800"/>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700"/>
              </a:spcBef>
              <a:spcAft>
                <a:spcPts val="0"/>
              </a:spcAft>
              <a:buClr>
                <a:srgbClr val="FFFFFF"/>
              </a:buClr>
              <a:buSzPts val="1500"/>
              <a:buFont typeface="Arial"/>
              <a:buNone/>
              <a:defRPr b="1" sz="1500">
                <a:solidFill>
                  <a:srgbClr val="FFFFFF"/>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74" name="Google Shape;574;p161"/>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3 Images" showMasterSp="0">
  <p:cSld name="1_Title and 3 Images">
    <p:bg>
      <p:bgPr>
        <a:solidFill>
          <a:srgbClr val="012838"/>
        </a:solidFill>
      </p:bgPr>
    </p:bg>
    <p:spTree>
      <p:nvGrpSpPr>
        <p:cNvPr id="575" name="Shape 575"/>
        <p:cNvGrpSpPr/>
        <p:nvPr/>
      </p:nvGrpSpPr>
      <p:grpSpPr>
        <a:xfrm>
          <a:off x="0" y="0"/>
          <a:ext cx="0" cy="0"/>
          <a:chOff x="0" y="0"/>
          <a:chExt cx="0" cy="0"/>
        </a:xfrm>
      </p:grpSpPr>
      <p:sp>
        <p:nvSpPr>
          <p:cNvPr id="576" name="Google Shape;576;p162"/>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77" name="Google Shape;577;p162"/>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578" name="Google Shape;578;p162"/>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579" name="Google Shape;579;p162"/>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580" name="Google Shape;580;p162"/>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581" name="Google Shape;581;p162"/>
          <p:cNvSpPr txBox="1"/>
          <p:nvPr>
            <p:ph type="title"/>
          </p:nvPr>
        </p:nvSpPr>
        <p:spPr>
          <a:xfrm>
            <a:off x="277934" y="293873"/>
            <a:ext cx="11647366" cy="64922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582" name="Google Shape;582;p162"/>
          <p:cNvSpPr/>
          <p:nvPr>
            <p:ph idx="2" type="pic"/>
          </p:nvPr>
        </p:nvSpPr>
        <p:spPr>
          <a:xfrm>
            <a:off x="4928244" y="1953117"/>
            <a:ext cx="2335513" cy="2071069"/>
          </a:xfrm>
          <a:prstGeom prst="rect">
            <a:avLst/>
          </a:prstGeom>
          <a:noFill/>
          <a:ln>
            <a:noFill/>
          </a:ln>
        </p:spPr>
      </p:sp>
      <p:sp>
        <p:nvSpPr>
          <p:cNvPr id="583" name="Google Shape;583;p162"/>
          <p:cNvSpPr txBox="1"/>
          <p:nvPr>
            <p:ph idx="1" type="body"/>
          </p:nvPr>
        </p:nvSpPr>
        <p:spPr>
          <a:xfrm>
            <a:off x="4922310" y="4024190"/>
            <a:ext cx="2347380" cy="1365956"/>
          </a:xfrm>
          <a:prstGeom prst="rect">
            <a:avLst/>
          </a:prstGeom>
          <a:solidFill>
            <a:schemeClr val="accent6"/>
          </a:solidFill>
          <a:ln>
            <a:noFill/>
          </a:ln>
          <a:effectLst>
            <a:outerShdw blurRad="38100" rotWithShape="0" dir="5400000" dist="12700">
              <a:srgbClr val="000000">
                <a:alpha val="34902"/>
              </a:srgbClr>
            </a:outerShdw>
          </a:effectLst>
        </p:spPr>
        <p:txBody>
          <a:bodyPr anchorCtr="0" anchor="t" bIns="91425" lIns="91425" spcFirstLastPara="1" rIns="91425" wrap="square" tIns="91425">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42900" lvl="1" marL="914400" algn="ctr">
              <a:lnSpc>
                <a:spcPct val="100000"/>
              </a:lnSpc>
              <a:spcBef>
                <a:spcPts val="0"/>
              </a:spcBef>
              <a:spcAft>
                <a:spcPts val="0"/>
              </a:spcAft>
              <a:buClr>
                <a:srgbClr val="595959"/>
              </a:buClr>
              <a:buSzPts val="1800"/>
              <a:buFont typeface="Open Sans"/>
              <a:buChar char="•"/>
              <a:defRPr sz="1800"/>
            </a:lvl2pPr>
            <a:lvl3pPr indent="-342900" lvl="2" marL="1371600" algn="ctr">
              <a:lnSpc>
                <a:spcPct val="100000"/>
              </a:lnSpc>
              <a:spcBef>
                <a:spcPts val="0"/>
              </a:spcBef>
              <a:spcAft>
                <a:spcPts val="0"/>
              </a:spcAft>
              <a:buClr>
                <a:srgbClr val="595959"/>
              </a:buClr>
              <a:buSzPts val="1800"/>
              <a:buFont typeface="Open Sans"/>
              <a:buChar char="•"/>
              <a:defRPr sz="1800"/>
            </a:lvl3pPr>
            <a:lvl4pPr indent="-342900" lvl="3" marL="1828800" algn="ctr">
              <a:lnSpc>
                <a:spcPct val="100000"/>
              </a:lnSpc>
              <a:spcBef>
                <a:spcPts val="0"/>
              </a:spcBef>
              <a:spcAft>
                <a:spcPts val="0"/>
              </a:spcAft>
              <a:buClr>
                <a:srgbClr val="595959"/>
              </a:buClr>
              <a:buSzPts val="1800"/>
              <a:buFont typeface="Open Sans"/>
              <a:buChar char="•"/>
              <a:defRPr sz="1800"/>
            </a:lvl4pPr>
            <a:lvl5pPr indent="-342900" lvl="4" marL="2286000" algn="ctr">
              <a:lnSpc>
                <a:spcPct val="100000"/>
              </a:lnSpc>
              <a:spcBef>
                <a:spcPts val="0"/>
              </a:spcBef>
              <a:spcAft>
                <a:spcPts val="0"/>
              </a:spcAft>
              <a:buClr>
                <a:srgbClr val="595959"/>
              </a:buClr>
              <a:buSzPts val="1800"/>
              <a:buFont typeface="Open Sans"/>
              <a:buChar char="•"/>
              <a:defRPr sz="1800"/>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84" name="Google Shape;584;p162"/>
          <p:cNvSpPr txBox="1"/>
          <p:nvPr>
            <p:ph idx="3" type="body"/>
          </p:nvPr>
        </p:nvSpPr>
        <p:spPr>
          <a:xfrm>
            <a:off x="5088878" y="4244697"/>
            <a:ext cx="2014244" cy="531838"/>
          </a:xfrm>
          <a:prstGeom prst="rect">
            <a:avLst/>
          </a:prstGeom>
          <a:noFill/>
          <a:ln>
            <a:noFill/>
          </a:ln>
        </p:spPr>
        <p:txBody>
          <a:bodyPr anchorCtr="0" anchor="ctr" bIns="0" lIns="0" spcFirstLastPara="1" rIns="0" wrap="square" tIns="0">
            <a:normAutofit/>
          </a:bodyPr>
          <a:lstStyle>
            <a:lvl1pPr indent="-228600" lvl="0" marL="457200" algn="ctr">
              <a:lnSpc>
                <a:spcPct val="90000"/>
              </a:lnSpc>
              <a:spcBef>
                <a:spcPts val="900"/>
              </a:spcBef>
              <a:spcAft>
                <a:spcPts val="0"/>
              </a:spcAft>
              <a:buClr>
                <a:srgbClr val="FFFFFF"/>
              </a:buClr>
              <a:buSzPts val="1900"/>
              <a:buFont typeface="Arial"/>
              <a:buNone/>
              <a:defRPr sz="1900">
                <a:solidFill>
                  <a:srgbClr val="FFFFFF"/>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85" name="Google Shape;585;p162"/>
          <p:cNvSpPr/>
          <p:nvPr>
            <p:ph idx="4" type="pic"/>
          </p:nvPr>
        </p:nvSpPr>
        <p:spPr>
          <a:xfrm>
            <a:off x="1490459" y="1953117"/>
            <a:ext cx="2335513" cy="2071069"/>
          </a:xfrm>
          <a:prstGeom prst="rect">
            <a:avLst/>
          </a:prstGeom>
          <a:noFill/>
          <a:ln>
            <a:noFill/>
          </a:ln>
        </p:spPr>
      </p:sp>
      <p:sp>
        <p:nvSpPr>
          <p:cNvPr id="586" name="Google Shape;586;p162"/>
          <p:cNvSpPr txBox="1"/>
          <p:nvPr>
            <p:ph idx="5" type="body"/>
          </p:nvPr>
        </p:nvSpPr>
        <p:spPr>
          <a:xfrm>
            <a:off x="1488292" y="4027959"/>
            <a:ext cx="2339845" cy="1358418"/>
          </a:xfrm>
          <a:prstGeom prst="rect">
            <a:avLst/>
          </a:prstGeom>
          <a:solidFill>
            <a:schemeClr val="accent6"/>
          </a:solidFill>
          <a:ln>
            <a:noFill/>
          </a:ln>
          <a:effectLst>
            <a:outerShdw blurRad="38100" rotWithShape="0" dir="5400000" dist="12700">
              <a:srgbClr val="000000">
                <a:alpha val="34902"/>
              </a:srgbClr>
            </a:outerShdw>
          </a:effectLst>
        </p:spPr>
        <p:txBody>
          <a:bodyPr anchorCtr="0" anchor="t" bIns="91425" lIns="91425" spcFirstLastPara="1" rIns="91425" wrap="square" tIns="91425">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87" name="Google Shape;587;p162"/>
          <p:cNvSpPr txBox="1"/>
          <p:nvPr>
            <p:ph idx="6" type="body"/>
          </p:nvPr>
        </p:nvSpPr>
        <p:spPr>
          <a:xfrm>
            <a:off x="1651093" y="4244697"/>
            <a:ext cx="2014243" cy="531838"/>
          </a:xfrm>
          <a:prstGeom prst="rect">
            <a:avLst/>
          </a:prstGeom>
          <a:noFill/>
          <a:ln>
            <a:noFill/>
          </a:ln>
        </p:spPr>
        <p:txBody>
          <a:bodyPr anchorCtr="0" anchor="ctr" bIns="0" lIns="0" spcFirstLastPara="1" rIns="0" wrap="square" tIns="0">
            <a:normAutofit/>
          </a:bodyPr>
          <a:lstStyle>
            <a:lvl1pPr indent="-228600" lvl="0" marL="457200" algn="ctr">
              <a:lnSpc>
                <a:spcPct val="90000"/>
              </a:lnSpc>
              <a:spcBef>
                <a:spcPts val="900"/>
              </a:spcBef>
              <a:spcAft>
                <a:spcPts val="0"/>
              </a:spcAft>
              <a:buClr>
                <a:srgbClr val="FFFFFF"/>
              </a:buClr>
              <a:buSzPts val="1900"/>
              <a:buFont typeface="Arial"/>
              <a:buNone/>
              <a:defRPr sz="1900">
                <a:solidFill>
                  <a:srgbClr val="FFFFFF"/>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88" name="Google Shape;588;p162"/>
          <p:cNvSpPr/>
          <p:nvPr>
            <p:ph idx="7" type="pic"/>
          </p:nvPr>
        </p:nvSpPr>
        <p:spPr>
          <a:xfrm>
            <a:off x="8360095" y="1953117"/>
            <a:ext cx="2335513" cy="2071069"/>
          </a:xfrm>
          <a:prstGeom prst="rect">
            <a:avLst/>
          </a:prstGeom>
          <a:noFill/>
          <a:ln>
            <a:noFill/>
          </a:ln>
        </p:spPr>
      </p:sp>
      <p:sp>
        <p:nvSpPr>
          <p:cNvPr id="589" name="Google Shape;589;p162"/>
          <p:cNvSpPr txBox="1"/>
          <p:nvPr>
            <p:ph idx="8" type="body"/>
          </p:nvPr>
        </p:nvSpPr>
        <p:spPr>
          <a:xfrm>
            <a:off x="8357927" y="4027959"/>
            <a:ext cx="2339844" cy="1358418"/>
          </a:xfrm>
          <a:prstGeom prst="rect">
            <a:avLst/>
          </a:prstGeom>
          <a:solidFill>
            <a:schemeClr val="accent6"/>
          </a:solidFill>
          <a:ln>
            <a:noFill/>
          </a:ln>
          <a:effectLst>
            <a:outerShdw blurRad="38100" rotWithShape="0" dir="5400000" dist="12700">
              <a:srgbClr val="000000">
                <a:alpha val="34902"/>
              </a:srgbClr>
            </a:outerShdw>
          </a:effectLst>
        </p:spPr>
        <p:txBody>
          <a:bodyPr anchorCtr="0" anchor="t" bIns="91425" lIns="91425" spcFirstLastPara="1" rIns="91425" wrap="square" tIns="91425">
            <a:normAutofit/>
          </a:bodyPr>
          <a:lstStyle>
            <a:lvl1pPr indent="-228600" lvl="0" marL="457200" algn="ctr">
              <a:lnSpc>
                <a:spcPct val="100000"/>
              </a:lnSpc>
              <a:spcBef>
                <a:spcPts val="0"/>
              </a:spcBef>
              <a:spcAft>
                <a:spcPts val="0"/>
              </a:spcAft>
              <a:buClr>
                <a:srgbClr val="595959"/>
              </a:buClr>
              <a:buSzPts val="1800"/>
              <a:buFont typeface="Open Sans"/>
              <a:buNone/>
              <a:defRPr sz="1800"/>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90" name="Google Shape;590;p162"/>
          <p:cNvSpPr txBox="1"/>
          <p:nvPr>
            <p:ph idx="9" type="body"/>
          </p:nvPr>
        </p:nvSpPr>
        <p:spPr>
          <a:xfrm>
            <a:off x="8520727" y="4244697"/>
            <a:ext cx="2014244" cy="531838"/>
          </a:xfrm>
          <a:prstGeom prst="rect">
            <a:avLst/>
          </a:prstGeom>
          <a:noFill/>
          <a:ln>
            <a:noFill/>
          </a:ln>
        </p:spPr>
        <p:txBody>
          <a:bodyPr anchorCtr="0" anchor="ctr" bIns="0" lIns="0" spcFirstLastPara="1" rIns="0" wrap="square" tIns="0">
            <a:normAutofit/>
          </a:bodyPr>
          <a:lstStyle>
            <a:lvl1pPr indent="-228600" lvl="0" marL="457200" algn="ctr">
              <a:lnSpc>
                <a:spcPct val="90000"/>
              </a:lnSpc>
              <a:spcBef>
                <a:spcPts val="900"/>
              </a:spcBef>
              <a:spcAft>
                <a:spcPts val="0"/>
              </a:spcAft>
              <a:buClr>
                <a:srgbClr val="FFFFFF"/>
              </a:buClr>
              <a:buSzPts val="1900"/>
              <a:buFont typeface="Arial"/>
              <a:buNone/>
              <a:defRPr sz="1900">
                <a:solidFill>
                  <a:srgbClr val="FFFFFF"/>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91" name="Google Shape;591;p162"/>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showMasterSp="0">
  <p:cSld name="Image and Text">
    <p:bg>
      <p:bgPr>
        <a:solidFill>
          <a:srgbClr val="012838"/>
        </a:solidFill>
      </p:bgPr>
    </p:bg>
    <p:spTree>
      <p:nvGrpSpPr>
        <p:cNvPr id="592" name="Shape 592"/>
        <p:cNvGrpSpPr/>
        <p:nvPr/>
      </p:nvGrpSpPr>
      <p:grpSpPr>
        <a:xfrm>
          <a:off x="0" y="0"/>
          <a:ext cx="0" cy="0"/>
          <a:chOff x="0" y="0"/>
          <a:chExt cx="0" cy="0"/>
        </a:xfrm>
      </p:grpSpPr>
      <p:sp>
        <p:nvSpPr>
          <p:cNvPr id="593" name="Google Shape;593;p163"/>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94" name="Google Shape;594;p163"/>
          <p:cNvSpPr/>
          <p:nvPr/>
        </p:nvSpPr>
        <p:spPr>
          <a:xfrm>
            <a:off x="3815398" y="1066800"/>
            <a:ext cx="6509702" cy="4273995"/>
          </a:xfrm>
          <a:prstGeom prst="roundRect">
            <a:avLst>
              <a:gd fmla="val 0" name="adj"/>
            </a:avLst>
          </a:prstGeom>
          <a:solidFill>
            <a:schemeClr val="accent4"/>
          </a:solidFill>
          <a:ln>
            <a:noFill/>
          </a:ln>
        </p:spPr>
        <p:txBody>
          <a:bodyPr anchorCtr="0" anchor="t" bIns="45700" lIns="45700" spcFirstLastPara="1" rIns="45700" wrap="square" tIns="45700">
            <a:noAutofit/>
          </a:bodyPr>
          <a:lstStyle/>
          <a:p>
            <a:pPr indent="0" lvl="0" marL="0" marR="0" rtl="0" algn="l">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95" name="Google Shape;595;p163"/>
          <p:cNvSpPr/>
          <p:nvPr/>
        </p:nvSpPr>
        <p:spPr>
          <a:xfrm>
            <a:off x="1866900" y="1600199"/>
            <a:ext cx="3111500" cy="3159349"/>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596" name="Google Shape;596;p163"/>
          <p:cNvSpPr/>
          <p:nvPr>
            <p:ph idx="2" type="pic"/>
          </p:nvPr>
        </p:nvSpPr>
        <p:spPr>
          <a:xfrm>
            <a:off x="1866900" y="1600200"/>
            <a:ext cx="3111500" cy="3159346"/>
          </a:xfrm>
          <a:prstGeom prst="rect">
            <a:avLst/>
          </a:prstGeom>
          <a:noFill/>
          <a:ln>
            <a:noFill/>
          </a:ln>
        </p:spPr>
      </p:sp>
      <p:sp>
        <p:nvSpPr>
          <p:cNvPr id="597" name="Google Shape;597;p163"/>
          <p:cNvSpPr txBox="1"/>
          <p:nvPr>
            <p:ph idx="1" type="body"/>
          </p:nvPr>
        </p:nvSpPr>
        <p:spPr>
          <a:xfrm>
            <a:off x="4978400" y="2839928"/>
            <a:ext cx="5346700" cy="457202"/>
          </a:xfrm>
          <a:prstGeom prst="rect">
            <a:avLst/>
          </a:prstGeom>
          <a:noFill/>
          <a:ln>
            <a:noFill/>
          </a:ln>
        </p:spPr>
        <p:txBody>
          <a:bodyPr anchorCtr="0" anchor="ctr" bIns="45700" lIns="45700" spcFirstLastPara="1" rIns="45700" wrap="square" tIns="45700">
            <a:normAutofit/>
          </a:bodyPr>
          <a:lstStyle>
            <a:lvl1pPr indent="-228600" lvl="0" marL="457200" algn="ctr">
              <a:lnSpc>
                <a:spcPct val="90000"/>
              </a:lnSpc>
              <a:spcBef>
                <a:spcPts val="1000"/>
              </a:spcBef>
              <a:spcAft>
                <a:spcPts val="0"/>
              </a:spcAft>
              <a:buClr>
                <a:srgbClr val="FFFFFF"/>
              </a:buClr>
              <a:buSzPts val="3200"/>
              <a:buFont typeface="Arial"/>
              <a:buNone/>
              <a:defRPr b="1" sz="3200">
                <a:solidFill>
                  <a:srgbClr val="FFFFFF"/>
                </a:solidFill>
                <a:latin typeface="Arial"/>
                <a:ea typeface="Arial"/>
                <a:cs typeface="Arial"/>
                <a:sym typeface="Arial"/>
              </a:defRPr>
            </a:lvl1pPr>
            <a:lvl2pPr indent="-228600" lvl="1" marL="914400" algn="ctr">
              <a:lnSpc>
                <a:spcPct val="90000"/>
              </a:lnSpc>
              <a:spcBef>
                <a:spcPts val="1000"/>
              </a:spcBef>
              <a:spcAft>
                <a:spcPts val="0"/>
              </a:spcAft>
              <a:buClr>
                <a:srgbClr val="FFFFFF"/>
              </a:buClr>
              <a:buSzPts val="3200"/>
              <a:buFont typeface="Arial"/>
              <a:buNone/>
              <a:defRPr b="1" sz="3200">
                <a:solidFill>
                  <a:srgbClr val="FFFFFF"/>
                </a:solidFill>
                <a:latin typeface="Arial"/>
                <a:ea typeface="Arial"/>
                <a:cs typeface="Arial"/>
                <a:sym typeface="Arial"/>
              </a:defRPr>
            </a:lvl2pPr>
            <a:lvl3pPr indent="-228600" lvl="2" marL="1371600" algn="ctr">
              <a:lnSpc>
                <a:spcPct val="90000"/>
              </a:lnSpc>
              <a:spcBef>
                <a:spcPts val="1000"/>
              </a:spcBef>
              <a:spcAft>
                <a:spcPts val="0"/>
              </a:spcAft>
              <a:buClr>
                <a:srgbClr val="FFFFFF"/>
              </a:buClr>
              <a:buSzPts val="3200"/>
              <a:buFont typeface="Arial"/>
              <a:buNone/>
              <a:defRPr b="1" sz="3200">
                <a:solidFill>
                  <a:srgbClr val="FFFFFF"/>
                </a:solidFill>
                <a:latin typeface="Arial"/>
                <a:ea typeface="Arial"/>
                <a:cs typeface="Arial"/>
                <a:sym typeface="Arial"/>
              </a:defRPr>
            </a:lvl3pPr>
            <a:lvl4pPr indent="-228600" lvl="3" marL="1828800" algn="ctr">
              <a:lnSpc>
                <a:spcPct val="90000"/>
              </a:lnSpc>
              <a:spcBef>
                <a:spcPts val="1000"/>
              </a:spcBef>
              <a:spcAft>
                <a:spcPts val="0"/>
              </a:spcAft>
              <a:buClr>
                <a:srgbClr val="FFFFFF"/>
              </a:buClr>
              <a:buSzPts val="3200"/>
              <a:buFont typeface="Arial"/>
              <a:buNone/>
              <a:defRPr b="1" sz="3200">
                <a:solidFill>
                  <a:srgbClr val="FFFFFF"/>
                </a:solidFill>
                <a:latin typeface="Arial"/>
                <a:ea typeface="Arial"/>
                <a:cs typeface="Arial"/>
                <a:sym typeface="Arial"/>
              </a:defRPr>
            </a:lvl4pPr>
            <a:lvl5pPr indent="-228600" lvl="4" marL="2286000" algn="ctr">
              <a:lnSpc>
                <a:spcPct val="90000"/>
              </a:lnSpc>
              <a:spcBef>
                <a:spcPts val="1000"/>
              </a:spcBef>
              <a:spcAft>
                <a:spcPts val="0"/>
              </a:spcAft>
              <a:buClr>
                <a:srgbClr val="FFFFFF"/>
              </a:buClr>
              <a:buSzPts val="3200"/>
              <a:buFont typeface="Arial"/>
              <a:buNone/>
              <a:defRPr b="1" sz="3200">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98" name="Google Shape;598;p163"/>
          <p:cNvSpPr txBox="1"/>
          <p:nvPr>
            <p:ph idx="3" type="body"/>
          </p:nvPr>
        </p:nvSpPr>
        <p:spPr>
          <a:xfrm>
            <a:off x="4978400" y="3352800"/>
            <a:ext cx="5346700" cy="381000"/>
          </a:xfrm>
          <a:prstGeom prst="rect">
            <a:avLst/>
          </a:prstGeom>
          <a:noFill/>
          <a:ln>
            <a:noFill/>
          </a:ln>
        </p:spPr>
        <p:txBody>
          <a:bodyPr anchorCtr="0" anchor="ctr" bIns="45700" lIns="45700" spcFirstLastPara="1" rIns="45700" wrap="square" tIns="45700">
            <a:normAutofit/>
          </a:bodyPr>
          <a:lstStyle>
            <a:lvl1pPr indent="-228600" lvl="0" marL="457200" algn="ctr">
              <a:lnSpc>
                <a:spcPct val="90000"/>
              </a:lnSpc>
              <a:spcBef>
                <a:spcPts val="800"/>
              </a:spcBef>
              <a:spcAft>
                <a:spcPts val="0"/>
              </a:spcAft>
              <a:buClr>
                <a:srgbClr val="FFFFFF"/>
              </a:buClr>
              <a:buSzPts val="2100"/>
              <a:buFont typeface="Arial"/>
              <a:buNone/>
              <a:defRPr sz="2100">
                <a:solidFill>
                  <a:srgbClr val="FFFFFF"/>
                </a:solidFill>
                <a:latin typeface="Arial"/>
                <a:ea typeface="Arial"/>
                <a:cs typeface="Arial"/>
                <a:sym typeface="Aria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599" name="Google Shape;599;p163"/>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21" id="600" name="Google Shape;600;p163"/>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601" name="Google Shape;601;p163"/>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showMasterSp="0">
  <p:cSld name="2_Blank">
    <p:bg>
      <p:bgPr>
        <a:solidFill>
          <a:srgbClr val="012838"/>
        </a:solidFill>
      </p:bgPr>
    </p:bg>
    <p:spTree>
      <p:nvGrpSpPr>
        <p:cNvPr id="602" name="Shape 602"/>
        <p:cNvGrpSpPr/>
        <p:nvPr/>
      </p:nvGrpSpPr>
      <p:grpSpPr>
        <a:xfrm>
          <a:off x="0" y="0"/>
          <a:ext cx="0" cy="0"/>
          <a:chOff x="0" y="0"/>
          <a:chExt cx="0" cy="0"/>
        </a:xfrm>
      </p:grpSpPr>
      <p:sp>
        <p:nvSpPr>
          <p:cNvPr id="603" name="Google Shape;603;p164"/>
          <p:cNvSpPr/>
          <p:nvPr/>
        </p:nvSpPr>
        <p:spPr>
          <a:xfrm rot="10800000">
            <a:off x="-2" y="-1"/>
            <a:ext cx="12192003"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604" name="Google Shape;604;p164"/>
          <p:cNvSpPr/>
          <p:nvPr/>
        </p:nvSpPr>
        <p:spPr>
          <a:xfrm>
            <a:off x="0" y="6212925"/>
            <a:ext cx="12192000"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9" id="605" name="Google Shape;605;p164"/>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606" name="Google Shape;606;p164"/>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ext Left_Content Right" showMasterSp="0">
  <p:cSld name="1_Title and Text Left_Content Right">
    <p:bg>
      <p:bgPr>
        <a:solidFill>
          <a:srgbClr val="012838"/>
        </a:solidFill>
      </p:bgPr>
    </p:bg>
    <p:spTree>
      <p:nvGrpSpPr>
        <p:cNvPr id="607" name="Shape 607"/>
        <p:cNvGrpSpPr/>
        <p:nvPr/>
      </p:nvGrpSpPr>
      <p:grpSpPr>
        <a:xfrm>
          <a:off x="0" y="0"/>
          <a:ext cx="0" cy="0"/>
          <a:chOff x="0" y="0"/>
          <a:chExt cx="0" cy="0"/>
        </a:xfrm>
      </p:grpSpPr>
      <p:sp>
        <p:nvSpPr>
          <p:cNvPr id="608" name="Google Shape;608;p165"/>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609" name="Google Shape;609;p165"/>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610" name="Google Shape;610;p165"/>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611" name="Google Shape;611;p165"/>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612" name="Google Shape;612;p165"/>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613" name="Google Shape;613;p165"/>
          <p:cNvSpPr txBox="1"/>
          <p:nvPr>
            <p:ph type="title"/>
          </p:nvPr>
        </p:nvSpPr>
        <p:spPr>
          <a:xfrm>
            <a:off x="277934" y="295773"/>
            <a:ext cx="5498278"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614" name="Google Shape;614;p165"/>
          <p:cNvSpPr txBox="1"/>
          <p:nvPr>
            <p:ph idx="1" type="body"/>
          </p:nvPr>
        </p:nvSpPr>
        <p:spPr>
          <a:xfrm>
            <a:off x="277934" y="1535080"/>
            <a:ext cx="5498278" cy="4332319"/>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1pPr>
            <a:lvl2pPr indent="-228600" lvl="1" marL="9144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2pPr>
            <a:lvl3pPr indent="-228600" lvl="2" marL="13716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3pPr>
            <a:lvl4pPr indent="-228600" lvl="3" marL="18288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4pPr>
            <a:lvl5pPr indent="-228600" lvl="4" marL="22860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15" name="Google Shape;615;p165"/>
          <p:cNvSpPr/>
          <p:nvPr>
            <p:ph idx="2" type="pic"/>
          </p:nvPr>
        </p:nvSpPr>
        <p:spPr>
          <a:xfrm>
            <a:off x="6096000" y="0"/>
            <a:ext cx="6099048" cy="6217921"/>
          </a:xfrm>
          <a:prstGeom prst="rect">
            <a:avLst/>
          </a:prstGeom>
          <a:noFill/>
          <a:ln>
            <a:noFill/>
          </a:ln>
        </p:spPr>
      </p:sp>
      <p:sp>
        <p:nvSpPr>
          <p:cNvPr id="616" name="Google Shape;616;p165"/>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Text Left_Text Right" showMasterSp="0">
  <p:cSld name="1_Title and Text Left_Text Right">
    <p:bg>
      <p:bgPr>
        <a:solidFill>
          <a:srgbClr val="012838"/>
        </a:solidFill>
      </p:bgPr>
    </p:bg>
    <p:spTree>
      <p:nvGrpSpPr>
        <p:cNvPr id="617" name="Shape 617"/>
        <p:cNvGrpSpPr/>
        <p:nvPr/>
      </p:nvGrpSpPr>
      <p:grpSpPr>
        <a:xfrm>
          <a:off x="0" y="0"/>
          <a:ext cx="0" cy="0"/>
          <a:chOff x="0" y="0"/>
          <a:chExt cx="0" cy="0"/>
        </a:xfrm>
      </p:grpSpPr>
      <p:sp>
        <p:nvSpPr>
          <p:cNvPr id="618" name="Google Shape;618;p166"/>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619" name="Google Shape;619;p166"/>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620" name="Google Shape;620;p166"/>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621" name="Google Shape;621;p166"/>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622" name="Google Shape;622;p166"/>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623" name="Google Shape;623;p166"/>
          <p:cNvSpPr/>
          <p:nvPr/>
        </p:nvSpPr>
        <p:spPr>
          <a:xfrm>
            <a:off x="6096000" y="-2"/>
            <a:ext cx="6096000" cy="6208774"/>
          </a:xfrm>
          <a:prstGeom prst="rect">
            <a:avLst/>
          </a:prstGeom>
          <a:solidFill>
            <a:srgbClr val="FFFFFF">
              <a:alpha val="10196"/>
            </a:srgbClr>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624" name="Google Shape;624;p166"/>
          <p:cNvSpPr txBox="1"/>
          <p:nvPr>
            <p:ph type="title"/>
          </p:nvPr>
        </p:nvSpPr>
        <p:spPr>
          <a:xfrm>
            <a:off x="277934" y="295773"/>
            <a:ext cx="5495546"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625" name="Google Shape;625;p166"/>
          <p:cNvSpPr txBox="1"/>
          <p:nvPr>
            <p:ph idx="1" type="body"/>
          </p:nvPr>
        </p:nvSpPr>
        <p:spPr>
          <a:xfrm>
            <a:off x="277934" y="1535080"/>
            <a:ext cx="5498278" cy="4332321"/>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1pPr>
            <a:lvl2pPr indent="-228600" lvl="1" marL="9144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2pPr>
            <a:lvl3pPr indent="-228600" lvl="2" marL="13716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3pPr>
            <a:lvl4pPr indent="-228600" lvl="3" marL="18288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4pPr>
            <a:lvl5pPr indent="-228600" lvl="4" marL="22860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26" name="Google Shape;626;p166"/>
          <p:cNvSpPr txBox="1"/>
          <p:nvPr>
            <p:ph idx="2" type="body"/>
          </p:nvPr>
        </p:nvSpPr>
        <p:spPr>
          <a:xfrm>
            <a:off x="6429754" y="419100"/>
            <a:ext cx="5495546" cy="5448300"/>
          </a:xfrm>
          <a:prstGeom prst="rect">
            <a:avLst/>
          </a:prstGeom>
          <a:noFill/>
          <a:ln>
            <a:noFill/>
          </a:ln>
        </p:spPr>
        <p:txBody>
          <a:bodyPr anchorCtr="0" anchor="ctr" bIns="45700" lIns="45700" spcFirstLastPara="1" rIns="45700" wrap="square" tIns="45700">
            <a:normAutofit/>
          </a:bodyPr>
          <a:lstStyle>
            <a:lvl1pPr indent="-342900" lvl="0" marL="457200" algn="l">
              <a:lnSpc>
                <a:spcPct val="100000"/>
              </a:lnSpc>
              <a:spcBef>
                <a:spcPts val="600"/>
              </a:spcBef>
              <a:spcAft>
                <a:spcPts val="0"/>
              </a:spcAft>
              <a:buSzPts val="1800"/>
              <a:buChar char="▸"/>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27" name="Google Shape;627;p166"/>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 showMasterSp="0">
  <p:cSld name="Title and Text Left Multiple_Content Right">
    <p:bg>
      <p:bgPr>
        <a:solidFill>
          <a:srgbClr val="012838"/>
        </a:solidFill>
      </p:bgPr>
    </p:bg>
    <p:spTree>
      <p:nvGrpSpPr>
        <p:cNvPr id="628" name="Shape 628"/>
        <p:cNvGrpSpPr/>
        <p:nvPr/>
      </p:nvGrpSpPr>
      <p:grpSpPr>
        <a:xfrm>
          <a:off x="0" y="0"/>
          <a:ext cx="0" cy="0"/>
          <a:chOff x="0" y="0"/>
          <a:chExt cx="0" cy="0"/>
        </a:xfrm>
      </p:grpSpPr>
      <p:sp>
        <p:nvSpPr>
          <p:cNvPr id="629" name="Google Shape;629;p167"/>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630" name="Google Shape;630;p167"/>
          <p:cNvSpPr txBox="1"/>
          <p:nvPr>
            <p:ph type="title"/>
          </p:nvPr>
        </p:nvSpPr>
        <p:spPr>
          <a:xfrm>
            <a:off x="277934" y="295773"/>
            <a:ext cx="5498278" cy="1143001"/>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631" name="Google Shape;631;p167"/>
          <p:cNvSpPr txBox="1"/>
          <p:nvPr>
            <p:ph idx="1" type="body"/>
          </p:nvPr>
        </p:nvSpPr>
        <p:spPr>
          <a:xfrm>
            <a:off x="277934" y="2019063"/>
            <a:ext cx="5498278" cy="3848337"/>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1pPr>
            <a:lvl2pPr indent="-228600" lvl="1" marL="9144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2pPr>
            <a:lvl3pPr indent="-228600" lvl="2" marL="13716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3pPr>
            <a:lvl4pPr indent="-228600" lvl="3" marL="18288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4pPr>
            <a:lvl5pPr indent="-228600" lvl="4" marL="22860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cxnSp>
        <p:nvCxnSpPr>
          <p:cNvPr id="632" name="Google Shape;632;p167"/>
          <p:cNvCxnSpPr/>
          <p:nvPr/>
        </p:nvCxnSpPr>
        <p:spPr>
          <a:xfrm>
            <a:off x="406400" y="1476766"/>
            <a:ext cx="711200" cy="3"/>
          </a:xfrm>
          <a:prstGeom prst="straightConnector1">
            <a:avLst/>
          </a:prstGeom>
          <a:noFill/>
          <a:ln cap="flat" cmpd="sng" w="28575">
            <a:solidFill>
              <a:srgbClr val="FFFFFF"/>
            </a:solidFill>
            <a:prstDash val="solid"/>
            <a:miter lim="8000"/>
            <a:headEnd len="sm" w="sm" type="none"/>
            <a:tailEnd len="sm" w="sm" type="none"/>
          </a:ln>
        </p:spPr>
      </p:cxnSp>
      <p:sp>
        <p:nvSpPr>
          <p:cNvPr id="633" name="Google Shape;633;p167"/>
          <p:cNvSpPr/>
          <p:nvPr/>
        </p:nvSpPr>
        <p:spPr>
          <a:xfrm>
            <a:off x="0" y="6212925"/>
            <a:ext cx="12192000"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14" id="634" name="Google Shape;634;p167"/>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635" name="Google Shape;635;p167"/>
          <p:cNvSpPr/>
          <p:nvPr>
            <p:ph idx="2" type="pic"/>
          </p:nvPr>
        </p:nvSpPr>
        <p:spPr>
          <a:xfrm>
            <a:off x="6096000" y="0"/>
            <a:ext cx="6099048" cy="6217921"/>
          </a:xfrm>
          <a:prstGeom prst="rect">
            <a:avLst/>
          </a:prstGeom>
          <a:noFill/>
          <a:ln>
            <a:noFill/>
          </a:ln>
        </p:spPr>
      </p:sp>
      <p:sp>
        <p:nvSpPr>
          <p:cNvPr id="636" name="Google Shape;636;p167"/>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Text Right" showMasterSp="0">
  <p:cSld name="Title and Text Left Multiple_Text Right">
    <p:bg>
      <p:bgPr>
        <a:solidFill>
          <a:srgbClr val="012838"/>
        </a:solidFill>
      </p:bgPr>
    </p:bg>
    <p:spTree>
      <p:nvGrpSpPr>
        <p:cNvPr id="637" name="Shape 637"/>
        <p:cNvGrpSpPr/>
        <p:nvPr/>
      </p:nvGrpSpPr>
      <p:grpSpPr>
        <a:xfrm>
          <a:off x="0" y="0"/>
          <a:ext cx="0" cy="0"/>
          <a:chOff x="0" y="0"/>
          <a:chExt cx="0" cy="0"/>
        </a:xfrm>
      </p:grpSpPr>
      <p:sp>
        <p:nvSpPr>
          <p:cNvPr id="638" name="Google Shape;638;p168"/>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639" name="Google Shape;639;p168"/>
          <p:cNvSpPr/>
          <p:nvPr/>
        </p:nvSpPr>
        <p:spPr>
          <a:xfrm>
            <a:off x="6096000" y="-2"/>
            <a:ext cx="6096000" cy="6208774"/>
          </a:xfrm>
          <a:prstGeom prst="rect">
            <a:avLst/>
          </a:prstGeom>
          <a:solidFill>
            <a:srgbClr val="FFFFFF">
              <a:alpha val="10196"/>
            </a:srgbClr>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640" name="Google Shape;640;p168"/>
          <p:cNvSpPr txBox="1"/>
          <p:nvPr>
            <p:ph type="title"/>
          </p:nvPr>
        </p:nvSpPr>
        <p:spPr>
          <a:xfrm>
            <a:off x="277934" y="295773"/>
            <a:ext cx="5495546" cy="1143001"/>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641" name="Google Shape;641;p168"/>
          <p:cNvSpPr txBox="1"/>
          <p:nvPr>
            <p:ph idx="1" type="body"/>
          </p:nvPr>
        </p:nvSpPr>
        <p:spPr>
          <a:xfrm>
            <a:off x="277934" y="2019063"/>
            <a:ext cx="5498278" cy="3848337"/>
          </a:xfrm>
          <a:prstGeom prst="rect">
            <a:avLst/>
          </a:prstGeom>
          <a:noFill/>
          <a:ln>
            <a:noFill/>
          </a:ln>
        </p:spPr>
        <p:txBody>
          <a:bodyPr anchorCtr="0" anchor="t" bIns="45700" lIns="45700" spcFirstLastPara="1" rIns="45700" wrap="square" tIns="45700">
            <a:normAutofit/>
          </a:bodyPr>
          <a:lstStyle>
            <a:lvl1pPr indent="-228600" lvl="0" marL="4572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1pPr>
            <a:lvl2pPr indent="-228600" lvl="1" marL="9144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2pPr>
            <a:lvl3pPr indent="-228600" lvl="2" marL="13716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3pPr>
            <a:lvl4pPr indent="-228600" lvl="3" marL="18288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4pPr>
            <a:lvl5pPr indent="-228600" lvl="4" marL="2286000" algn="l">
              <a:lnSpc>
                <a:spcPct val="90000"/>
              </a:lnSpc>
              <a:spcBef>
                <a:spcPts val="1000"/>
              </a:spcBef>
              <a:spcAft>
                <a:spcPts val="0"/>
              </a:spcAft>
              <a:buClr>
                <a:srgbClr val="FFFFFF"/>
              </a:buClr>
              <a:buSzPts val="2800"/>
              <a:buFont typeface="Arial"/>
              <a:buNone/>
              <a:defRPr>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cxnSp>
        <p:nvCxnSpPr>
          <p:cNvPr id="642" name="Google Shape;642;p168"/>
          <p:cNvCxnSpPr/>
          <p:nvPr/>
        </p:nvCxnSpPr>
        <p:spPr>
          <a:xfrm>
            <a:off x="406400" y="1476766"/>
            <a:ext cx="711200" cy="3"/>
          </a:xfrm>
          <a:prstGeom prst="straightConnector1">
            <a:avLst/>
          </a:prstGeom>
          <a:noFill/>
          <a:ln cap="flat" cmpd="sng" w="28575">
            <a:solidFill>
              <a:srgbClr val="FFFFFF"/>
            </a:solidFill>
            <a:prstDash val="solid"/>
            <a:miter lim="8000"/>
            <a:headEnd len="sm" w="sm" type="none"/>
            <a:tailEnd len="sm" w="sm" type="none"/>
          </a:ln>
        </p:spPr>
      </p:cxnSp>
      <p:sp>
        <p:nvSpPr>
          <p:cNvPr id="643" name="Google Shape;643;p168"/>
          <p:cNvSpPr txBox="1"/>
          <p:nvPr>
            <p:ph idx="2" type="body"/>
          </p:nvPr>
        </p:nvSpPr>
        <p:spPr>
          <a:xfrm>
            <a:off x="6418522" y="419100"/>
            <a:ext cx="5495546" cy="5448300"/>
          </a:xfrm>
          <a:prstGeom prst="rect">
            <a:avLst/>
          </a:prstGeom>
          <a:noFill/>
          <a:ln>
            <a:noFill/>
          </a:ln>
        </p:spPr>
        <p:txBody>
          <a:bodyPr anchorCtr="0" anchor="ctr" bIns="45700" lIns="45700" spcFirstLastPara="1" rIns="45700" wrap="square" tIns="45700">
            <a:normAutofit/>
          </a:bodyPr>
          <a:lstStyle>
            <a:lvl1pPr indent="-342900" lvl="0" marL="457200" algn="l">
              <a:lnSpc>
                <a:spcPct val="100000"/>
              </a:lnSpc>
              <a:spcBef>
                <a:spcPts val="600"/>
              </a:spcBef>
              <a:spcAft>
                <a:spcPts val="0"/>
              </a:spcAft>
              <a:buSzPts val="1800"/>
              <a:buChar char="▸"/>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44" name="Google Shape;644;p168"/>
          <p:cNvSpPr/>
          <p:nvPr/>
        </p:nvSpPr>
        <p:spPr>
          <a:xfrm>
            <a:off x="0" y="6212925"/>
            <a:ext cx="12192000"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15" id="645" name="Google Shape;645;p168"/>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646" name="Google Shape;646;p168"/>
          <p:cNvSpPr txBox="1"/>
          <p:nvPr>
            <p:ph idx="12" type="sldNum"/>
          </p:nvPr>
        </p:nvSpPr>
        <p:spPr>
          <a:xfrm>
            <a:off x="11537347" y="6406786"/>
            <a:ext cx="273654" cy="264253"/>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a:solidFill>
                  <a:srgbClr val="333333"/>
                </a:solidFill>
              </a:defRPr>
            </a:lvl1pPr>
            <a:lvl2pPr indent="0" lvl="1" marL="0" algn="r">
              <a:spcBef>
                <a:spcPts val="0"/>
              </a:spcBef>
              <a:buNone/>
              <a:defRPr b="1">
                <a:solidFill>
                  <a:srgbClr val="333333"/>
                </a:solidFill>
              </a:defRPr>
            </a:lvl2pPr>
            <a:lvl3pPr indent="0" lvl="2" marL="0" algn="r">
              <a:spcBef>
                <a:spcPts val="0"/>
              </a:spcBef>
              <a:buNone/>
              <a:defRPr b="1">
                <a:solidFill>
                  <a:srgbClr val="333333"/>
                </a:solidFill>
              </a:defRPr>
            </a:lvl3pPr>
            <a:lvl4pPr indent="0" lvl="3" marL="0" algn="r">
              <a:spcBef>
                <a:spcPts val="0"/>
              </a:spcBef>
              <a:buNone/>
              <a:defRPr b="1">
                <a:solidFill>
                  <a:srgbClr val="333333"/>
                </a:solidFill>
              </a:defRPr>
            </a:lvl4pPr>
            <a:lvl5pPr indent="0" lvl="4" marL="0" algn="r">
              <a:spcBef>
                <a:spcPts val="0"/>
              </a:spcBef>
              <a:buNone/>
              <a:defRPr b="1">
                <a:solidFill>
                  <a:srgbClr val="333333"/>
                </a:solidFill>
              </a:defRPr>
            </a:lvl5pPr>
            <a:lvl6pPr indent="0" lvl="5" marL="0" algn="r">
              <a:spcBef>
                <a:spcPts val="0"/>
              </a:spcBef>
              <a:buNone/>
              <a:defRPr b="1">
                <a:solidFill>
                  <a:srgbClr val="333333"/>
                </a:solidFill>
              </a:defRPr>
            </a:lvl6pPr>
            <a:lvl7pPr indent="0" lvl="6" marL="0" algn="r">
              <a:spcBef>
                <a:spcPts val="0"/>
              </a:spcBef>
              <a:buNone/>
              <a:defRPr b="1">
                <a:solidFill>
                  <a:srgbClr val="333333"/>
                </a:solidFill>
              </a:defRPr>
            </a:lvl7pPr>
            <a:lvl8pPr indent="0" lvl="7" marL="0" algn="r">
              <a:spcBef>
                <a:spcPts val="0"/>
              </a:spcBef>
              <a:buNone/>
              <a:defRPr b="1">
                <a:solidFill>
                  <a:srgbClr val="333333"/>
                </a:solidFill>
              </a:defRPr>
            </a:lvl8pPr>
            <a:lvl9pPr indent="0" lvl="8" marL="0" algn="r">
              <a:spcBef>
                <a:spcPts val="0"/>
              </a:spcBef>
              <a:buNone/>
              <a:defRPr b="1">
                <a:solidFill>
                  <a:srgbClr val="333333"/>
                </a:solidFill>
              </a:defRPr>
            </a:lvl9pPr>
          </a:lstStyle>
          <a:p>
            <a:pPr indent="0" lvl="0" marL="0" rtl="0" algn="r">
              <a:spcBef>
                <a:spcPts val="0"/>
              </a:spcBef>
              <a:spcAft>
                <a:spcPts val="0"/>
              </a:spcAft>
              <a:buNone/>
            </a:pPr>
            <a:fld id="{00000000-1234-1234-1234-123412341234}" type="slidenum">
              <a:rPr lang="en-US"/>
              <a:t>‹#›</a:t>
            </a:fld>
            <a:endParaRPr sz="1200">
              <a:latin typeface="Arial"/>
              <a:ea typeface="Arial"/>
              <a:cs typeface="Arial"/>
              <a:sym typeface="Arial"/>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Large Image" showMasterSp="0">
  <p:cSld name="2_Title and Large Image">
    <p:bg>
      <p:bgPr>
        <a:solidFill>
          <a:srgbClr val="012838"/>
        </a:solidFill>
      </p:bgPr>
    </p:bg>
    <p:spTree>
      <p:nvGrpSpPr>
        <p:cNvPr id="647" name="Shape 647"/>
        <p:cNvGrpSpPr/>
        <p:nvPr/>
      </p:nvGrpSpPr>
      <p:grpSpPr>
        <a:xfrm>
          <a:off x="0" y="0"/>
          <a:ext cx="0" cy="0"/>
          <a:chOff x="0" y="0"/>
          <a:chExt cx="0" cy="0"/>
        </a:xfrm>
      </p:grpSpPr>
      <p:sp>
        <p:nvSpPr>
          <p:cNvPr id="648" name="Google Shape;648;p169"/>
          <p:cNvSpPr/>
          <p:nvPr/>
        </p:nvSpPr>
        <p:spPr>
          <a:xfrm rot="10800000">
            <a:off x="-3"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649" name="Google Shape;649;p169"/>
          <p:cNvSpPr/>
          <p:nvPr/>
        </p:nvSpPr>
        <p:spPr>
          <a:xfrm>
            <a:off x="-4" y="6212925"/>
            <a:ext cx="12192005" cy="645076"/>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650" name="Google Shape;650;p169"/>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pic>
        <p:nvPicPr>
          <p:cNvPr descr="Picture 9" id="651" name="Google Shape;651;p169"/>
          <p:cNvPicPr preferRelativeResize="0"/>
          <p:nvPr/>
        </p:nvPicPr>
        <p:blipFill rotWithShape="1">
          <a:blip r:embed="rId2">
            <a:alphaModFix/>
          </a:blip>
          <a:srcRect b="0" l="0" r="0" t="0"/>
          <a:stretch/>
        </p:blipFill>
        <p:spPr>
          <a:xfrm>
            <a:off x="392429" y="6410997"/>
            <a:ext cx="1607822" cy="248929"/>
          </a:xfrm>
          <a:prstGeom prst="rect">
            <a:avLst/>
          </a:prstGeom>
          <a:noFill/>
          <a:ln>
            <a:noFill/>
          </a:ln>
        </p:spPr>
      </p:pic>
      <p:sp>
        <p:nvSpPr>
          <p:cNvPr id="652" name="Google Shape;652;p169"/>
          <p:cNvSpPr txBox="1"/>
          <p:nvPr/>
        </p:nvSpPr>
        <p:spPr>
          <a:xfrm>
            <a:off x="190500" y="6515100"/>
            <a:ext cx="1598613" cy="137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737373"/>
                </a:solidFill>
                <a:latin typeface="Calibri"/>
                <a:ea typeface="Calibri"/>
                <a:cs typeface="Calibri"/>
                <a:sym typeface="Calibri"/>
              </a:rPr>
              <a:t>Caterpillar: Confidential Green</a:t>
            </a:r>
            <a:endParaRPr/>
          </a:p>
        </p:txBody>
      </p:sp>
      <p:sp>
        <p:nvSpPr>
          <p:cNvPr id="653" name="Google Shape;653;p169"/>
          <p:cNvSpPr/>
          <p:nvPr>
            <p:ph idx="2" type="pic"/>
          </p:nvPr>
        </p:nvSpPr>
        <p:spPr>
          <a:xfrm>
            <a:off x="0" y="1142999"/>
            <a:ext cx="12192000" cy="5084065"/>
          </a:xfrm>
          <a:prstGeom prst="rect">
            <a:avLst/>
          </a:prstGeom>
          <a:noFill/>
          <a:ln>
            <a:noFill/>
          </a:ln>
        </p:spPr>
      </p:sp>
      <p:sp>
        <p:nvSpPr>
          <p:cNvPr id="654" name="Google Shape;654;p169"/>
          <p:cNvSpPr/>
          <p:nvPr/>
        </p:nvSpPr>
        <p:spPr>
          <a:xfrm>
            <a:off x="0" y="-1"/>
            <a:ext cx="12192000" cy="1143001"/>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655" name="Google Shape;655;p169"/>
          <p:cNvSpPr txBox="1"/>
          <p:nvPr>
            <p:ph type="title"/>
          </p:nvPr>
        </p:nvSpPr>
        <p:spPr>
          <a:xfrm>
            <a:off x="277931" y="295773"/>
            <a:ext cx="11647369" cy="64507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cxnSp>
        <p:nvCxnSpPr>
          <p:cNvPr id="656" name="Google Shape;656;p169"/>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sp>
        <p:nvSpPr>
          <p:cNvPr id="657" name="Google Shape;657;p169"/>
          <p:cNvSpPr txBox="1"/>
          <p:nvPr>
            <p:ph idx="12" type="sldNum"/>
          </p:nvPr>
        </p:nvSpPr>
        <p:spPr>
          <a:xfrm>
            <a:off x="11452589" y="6363582"/>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rgbClr val="012838"/>
        </a:solidFill>
      </p:bgPr>
    </p:bg>
    <p:spTree>
      <p:nvGrpSpPr>
        <p:cNvPr id="658" name="Shape 658"/>
        <p:cNvGrpSpPr/>
        <p:nvPr/>
      </p:nvGrpSpPr>
      <p:grpSpPr>
        <a:xfrm>
          <a:off x="0" y="0"/>
          <a:ext cx="0" cy="0"/>
          <a:chOff x="0" y="0"/>
          <a:chExt cx="0" cy="0"/>
        </a:xfrm>
      </p:grpSpPr>
      <p:sp>
        <p:nvSpPr>
          <p:cNvPr id="659" name="Google Shape;659;p170"/>
          <p:cNvSpPr/>
          <p:nvPr/>
        </p:nvSpPr>
        <p:spPr>
          <a:xfrm rot="10800000">
            <a:off x="-1" y="-1"/>
            <a:ext cx="12192004" cy="6858002"/>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cxnSp>
        <p:nvCxnSpPr>
          <p:cNvPr id="660" name="Google Shape;660;p170"/>
          <p:cNvCxnSpPr/>
          <p:nvPr/>
        </p:nvCxnSpPr>
        <p:spPr>
          <a:xfrm>
            <a:off x="406401" y="989878"/>
            <a:ext cx="711202" cy="3"/>
          </a:xfrm>
          <a:prstGeom prst="straightConnector1">
            <a:avLst/>
          </a:prstGeom>
          <a:noFill/>
          <a:ln cap="flat" cmpd="sng" w="28575">
            <a:solidFill>
              <a:srgbClr val="FFFFFF"/>
            </a:solidFill>
            <a:prstDash val="solid"/>
            <a:miter lim="8000"/>
            <a:headEnd len="sm" w="sm" type="none"/>
            <a:tailEnd len="sm" w="sm" type="none"/>
          </a:ln>
        </p:spPr>
      </p:cxnSp>
      <p:sp>
        <p:nvSpPr>
          <p:cNvPr id="661" name="Google Shape;661;p170"/>
          <p:cNvSpPr/>
          <p:nvPr>
            <p:ph idx="2" type="pic"/>
          </p:nvPr>
        </p:nvSpPr>
        <p:spPr>
          <a:xfrm>
            <a:off x="0" y="1143000"/>
            <a:ext cx="12192000" cy="5714999"/>
          </a:xfrm>
          <a:prstGeom prst="rect">
            <a:avLst/>
          </a:prstGeom>
          <a:noFill/>
          <a:ln>
            <a:noFill/>
          </a:ln>
        </p:spPr>
      </p:sp>
      <p:sp>
        <p:nvSpPr>
          <p:cNvPr id="662" name="Google Shape;662;p170"/>
          <p:cNvSpPr/>
          <p:nvPr/>
        </p:nvSpPr>
        <p:spPr>
          <a:xfrm>
            <a:off x="0" y="-1"/>
            <a:ext cx="12192000" cy="1143001"/>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663" name="Google Shape;663;p170"/>
          <p:cNvSpPr txBox="1"/>
          <p:nvPr>
            <p:ph type="title"/>
          </p:nvPr>
        </p:nvSpPr>
        <p:spPr>
          <a:xfrm>
            <a:off x="277931" y="295773"/>
            <a:ext cx="11647369" cy="645076"/>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cxnSp>
        <p:nvCxnSpPr>
          <p:cNvPr id="664" name="Google Shape;664;p170"/>
          <p:cNvCxnSpPr/>
          <p:nvPr/>
        </p:nvCxnSpPr>
        <p:spPr>
          <a:xfrm>
            <a:off x="406400" y="989878"/>
            <a:ext cx="711200" cy="3"/>
          </a:xfrm>
          <a:prstGeom prst="straightConnector1">
            <a:avLst/>
          </a:prstGeom>
          <a:noFill/>
          <a:ln cap="flat" cmpd="sng" w="28575">
            <a:solidFill>
              <a:srgbClr val="FFFFFF"/>
            </a:solidFill>
            <a:prstDash val="solid"/>
            <a:miter lim="8000"/>
            <a:headEnd len="sm" w="sm" type="none"/>
            <a:tailEnd len="sm" w="sm" type="none"/>
          </a:ln>
        </p:spPr>
      </p:cxnSp>
      <p:sp>
        <p:nvSpPr>
          <p:cNvPr id="665" name="Google Shape;665;p170"/>
          <p:cNvSpPr txBox="1"/>
          <p:nvPr>
            <p:ph idx="12" type="sldNum"/>
          </p:nvPr>
        </p:nvSpPr>
        <p:spPr>
          <a:xfrm>
            <a:off x="8379189" y="6181020"/>
            <a:ext cx="358411" cy="35066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FFFFFF"/>
                </a:solidFill>
              </a:defRPr>
            </a:lvl1pPr>
            <a:lvl2pPr indent="0" lvl="1" marL="0" algn="r">
              <a:spcBef>
                <a:spcPts val="0"/>
              </a:spcBef>
              <a:buNone/>
              <a:defRPr b="1" sz="1800">
                <a:solidFill>
                  <a:srgbClr val="FFFFFF"/>
                </a:solidFill>
              </a:defRPr>
            </a:lvl2pPr>
            <a:lvl3pPr indent="0" lvl="2" marL="0" algn="r">
              <a:spcBef>
                <a:spcPts val="0"/>
              </a:spcBef>
              <a:buNone/>
              <a:defRPr b="1" sz="1800">
                <a:solidFill>
                  <a:srgbClr val="FFFFFF"/>
                </a:solidFill>
              </a:defRPr>
            </a:lvl3pPr>
            <a:lvl4pPr indent="0" lvl="3" marL="0" algn="r">
              <a:spcBef>
                <a:spcPts val="0"/>
              </a:spcBef>
              <a:buNone/>
              <a:defRPr b="1" sz="1800">
                <a:solidFill>
                  <a:srgbClr val="FFFFFF"/>
                </a:solidFill>
              </a:defRPr>
            </a:lvl4pPr>
            <a:lvl5pPr indent="0" lvl="4" marL="0" algn="r">
              <a:spcBef>
                <a:spcPts val="0"/>
              </a:spcBef>
              <a:buNone/>
              <a:defRPr b="1" sz="1800">
                <a:solidFill>
                  <a:srgbClr val="FFFFFF"/>
                </a:solidFill>
              </a:defRPr>
            </a:lvl5pPr>
            <a:lvl6pPr indent="0" lvl="5" marL="0" algn="r">
              <a:spcBef>
                <a:spcPts val="0"/>
              </a:spcBef>
              <a:buNone/>
              <a:defRPr b="1" sz="1800">
                <a:solidFill>
                  <a:srgbClr val="FFFFFF"/>
                </a:solidFill>
              </a:defRPr>
            </a:lvl6pPr>
            <a:lvl7pPr indent="0" lvl="6" marL="0" algn="r">
              <a:spcBef>
                <a:spcPts val="0"/>
              </a:spcBef>
              <a:buNone/>
              <a:defRPr b="1" sz="1800">
                <a:solidFill>
                  <a:srgbClr val="FFFFFF"/>
                </a:solidFill>
              </a:defRPr>
            </a:lvl7pPr>
            <a:lvl8pPr indent="0" lvl="7" marL="0" algn="r">
              <a:spcBef>
                <a:spcPts val="0"/>
              </a:spcBef>
              <a:buNone/>
              <a:defRPr b="1" sz="1800">
                <a:solidFill>
                  <a:srgbClr val="FFFFFF"/>
                </a:solidFill>
              </a:defRPr>
            </a:lvl8pPr>
            <a:lvl9pPr indent="0" lvl="8" marL="0" algn="r">
              <a:spcBef>
                <a:spcPts val="0"/>
              </a:spcBef>
              <a:buNone/>
              <a:defRPr b="1" sz="1800">
                <a:solidFill>
                  <a:srgbClr val="FFFFFF"/>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ed Content">
  <p:cSld name="Title &amp; Bulleted Content">
    <p:spTree>
      <p:nvGrpSpPr>
        <p:cNvPr id="666" name="Shape 666"/>
        <p:cNvGrpSpPr/>
        <p:nvPr/>
      </p:nvGrpSpPr>
      <p:grpSpPr>
        <a:xfrm>
          <a:off x="0" y="0"/>
          <a:ext cx="0" cy="0"/>
          <a:chOff x="0" y="0"/>
          <a:chExt cx="0" cy="0"/>
        </a:xfrm>
      </p:grpSpPr>
      <p:sp>
        <p:nvSpPr>
          <p:cNvPr id="667" name="Google Shape;667;p171"/>
          <p:cNvSpPr txBox="1"/>
          <p:nvPr>
            <p:ph type="title"/>
          </p:nvPr>
        </p:nvSpPr>
        <p:spPr>
          <a:xfrm>
            <a:off x="304800" y="533400"/>
            <a:ext cx="11484000" cy="645076"/>
          </a:xfrm>
          <a:prstGeom prst="rect">
            <a:avLst/>
          </a:prstGeom>
          <a:noFill/>
          <a:ln>
            <a:noFill/>
          </a:ln>
        </p:spPr>
        <p:txBody>
          <a:bodyPr anchorCtr="0" anchor="t" bIns="45700" lIns="45700" spcFirstLastPara="1" rIns="45700" wrap="square" tIns="45700">
            <a:normAutofit/>
          </a:bodyPr>
          <a:lstStyle>
            <a:lvl1pPr lvl="0" algn="l">
              <a:lnSpc>
                <a:spcPct val="100000"/>
              </a:lnSpc>
              <a:spcBef>
                <a:spcPts val="0"/>
              </a:spcBef>
              <a:spcAft>
                <a:spcPts val="0"/>
              </a:spcAft>
              <a:buClr>
                <a:srgbClr val="595959"/>
              </a:buClr>
              <a:buSzPts val="1800"/>
              <a:buNone/>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668" name="Google Shape;668;p171"/>
          <p:cNvSpPr txBox="1"/>
          <p:nvPr>
            <p:ph idx="1" type="body"/>
          </p:nvPr>
        </p:nvSpPr>
        <p:spPr>
          <a:xfrm>
            <a:off x="354000" y="1604154"/>
            <a:ext cx="11484000" cy="4568046"/>
          </a:xfrm>
          <a:prstGeom prst="rect">
            <a:avLst/>
          </a:prstGeom>
          <a:noFill/>
          <a:ln>
            <a:noFill/>
          </a:ln>
        </p:spPr>
        <p:txBody>
          <a:bodyPr anchorCtr="0" anchor="t" bIns="45700" lIns="45700" spcFirstLastPara="1" rIns="45700" wrap="square" tIns="45700">
            <a:normAutofit/>
          </a:bodyPr>
          <a:lstStyle>
            <a:lvl1pPr indent="-342900" lvl="0" marL="457200" algn="l">
              <a:lnSpc>
                <a:spcPct val="100000"/>
              </a:lnSpc>
              <a:spcBef>
                <a:spcPts val="600"/>
              </a:spcBef>
              <a:spcAft>
                <a:spcPts val="0"/>
              </a:spcAft>
              <a:buSzPts val="1800"/>
              <a:buChar char="▸"/>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69" name="Google Shape;669;p171"/>
          <p:cNvSpPr txBox="1"/>
          <p:nvPr>
            <p:ph idx="12" type="sldNum"/>
          </p:nvPr>
        </p:nvSpPr>
        <p:spPr>
          <a:xfrm>
            <a:off x="8463946" y="6224224"/>
            <a:ext cx="273654" cy="264253"/>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light bkgd" showMasterSp="0">
  <p:cSld name="Title Slide-light bkgd">
    <p:spTree>
      <p:nvGrpSpPr>
        <p:cNvPr id="670" name="Shape 670"/>
        <p:cNvGrpSpPr/>
        <p:nvPr/>
      </p:nvGrpSpPr>
      <p:grpSpPr>
        <a:xfrm>
          <a:off x="0" y="0"/>
          <a:ext cx="0" cy="0"/>
          <a:chOff x="0" y="0"/>
          <a:chExt cx="0" cy="0"/>
        </a:xfrm>
      </p:grpSpPr>
      <p:cxnSp>
        <p:nvCxnSpPr>
          <p:cNvPr id="671" name="Google Shape;671;p172"/>
          <p:cNvCxnSpPr/>
          <p:nvPr/>
        </p:nvCxnSpPr>
        <p:spPr>
          <a:xfrm>
            <a:off x="1422400" y="2743200"/>
            <a:ext cx="9347200" cy="0"/>
          </a:xfrm>
          <a:prstGeom prst="straightConnector1">
            <a:avLst/>
          </a:prstGeom>
          <a:noFill/>
          <a:ln cap="flat" cmpd="sng" w="9525">
            <a:solidFill>
              <a:srgbClr val="A9B2B1"/>
            </a:solidFill>
            <a:prstDash val="solid"/>
            <a:round/>
            <a:headEnd len="sm" w="sm" type="none"/>
            <a:tailEnd len="sm" w="sm" type="none"/>
          </a:ln>
        </p:spPr>
      </p:cxnSp>
      <p:sp>
        <p:nvSpPr>
          <p:cNvPr id="672" name="Google Shape;672;p172"/>
          <p:cNvSpPr txBox="1"/>
          <p:nvPr>
            <p:ph type="title"/>
          </p:nvPr>
        </p:nvSpPr>
        <p:spPr>
          <a:xfrm>
            <a:off x="838200" y="3200400"/>
            <a:ext cx="10515600" cy="533402"/>
          </a:xfrm>
          <a:prstGeom prst="rect">
            <a:avLst/>
          </a:prstGeom>
          <a:noFill/>
          <a:ln>
            <a:noFill/>
          </a:ln>
        </p:spPr>
        <p:txBody>
          <a:bodyPr anchorCtr="0" anchor="t" bIns="45700" lIns="45700" spcFirstLastPara="1" rIns="45700" wrap="square" tIns="45700">
            <a:normAutofit/>
          </a:bodyPr>
          <a:lstStyle>
            <a:lvl1pPr lvl="0" algn="ctr">
              <a:lnSpc>
                <a:spcPct val="100000"/>
              </a:lnSpc>
              <a:spcBef>
                <a:spcPts val="0"/>
              </a:spcBef>
              <a:spcAft>
                <a:spcPts val="0"/>
              </a:spcAft>
              <a:buClr>
                <a:srgbClr val="595959"/>
              </a:buClr>
              <a:buSzPts val="2600"/>
              <a:buFont typeface="Open Sans"/>
              <a:buNone/>
              <a:defRPr sz="2600">
                <a:latin typeface="Open Sans"/>
                <a:ea typeface="Open Sans"/>
                <a:cs typeface="Open Sans"/>
                <a:sym typeface="Open Sans"/>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673" name="Google Shape;673;p172"/>
          <p:cNvSpPr txBox="1"/>
          <p:nvPr>
            <p:ph idx="1" type="body"/>
          </p:nvPr>
        </p:nvSpPr>
        <p:spPr>
          <a:xfrm>
            <a:off x="2197100" y="4038600"/>
            <a:ext cx="7797800" cy="914400"/>
          </a:xfrm>
          <a:prstGeom prst="rect">
            <a:avLst/>
          </a:prstGeom>
          <a:noFill/>
          <a:ln>
            <a:noFill/>
          </a:ln>
        </p:spPr>
        <p:txBody>
          <a:bodyPr anchorCtr="0" anchor="t" bIns="45700" lIns="45700" spcFirstLastPara="1" rIns="45700" wrap="square" tIns="45700">
            <a:normAutofit/>
          </a:bodyPr>
          <a:lstStyle>
            <a:lvl1pPr indent="-228600" lvl="0" marL="457200" algn="ctr">
              <a:lnSpc>
                <a:spcPct val="100000"/>
              </a:lnSpc>
              <a:spcBef>
                <a:spcPts val="400"/>
              </a:spcBef>
              <a:spcAft>
                <a:spcPts val="0"/>
              </a:spcAft>
              <a:buClr>
                <a:srgbClr val="595959"/>
              </a:buClr>
              <a:buSzPts val="2000"/>
              <a:buFont typeface="Open Sans"/>
              <a:buNone/>
              <a:defRPr sz="2000"/>
            </a:lvl1pPr>
            <a:lvl2pPr indent="-330200" lvl="1" marL="914400" algn="ctr">
              <a:lnSpc>
                <a:spcPct val="100000"/>
              </a:lnSpc>
              <a:spcBef>
                <a:spcPts val="400"/>
              </a:spcBef>
              <a:spcAft>
                <a:spcPts val="0"/>
              </a:spcAft>
              <a:buClr>
                <a:srgbClr val="595959"/>
              </a:buClr>
              <a:buSzPts val="1600"/>
              <a:buFont typeface="Open Sans"/>
              <a:buChar char="▪"/>
              <a:defRPr sz="2000"/>
            </a:lvl2pPr>
            <a:lvl3pPr indent="-355600" lvl="2" marL="1371600" algn="ctr">
              <a:lnSpc>
                <a:spcPct val="100000"/>
              </a:lnSpc>
              <a:spcBef>
                <a:spcPts val="400"/>
              </a:spcBef>
              <a:spcAft>
                <a:spcPts val="0"/>
              </a:spcAft>
              <a:buClr>
                <a:srgbClr val="595959"/>
              </a:buClr>
              <a:buSzPts val="2000"/>
              <a:buFont typeface="Open Sans"/>
              <a:buChar char="•"/>
              <a:defRPr sz="2000"/>
            </a:lvl3pPr>
            <a:lvl4pPr indent="-355600" lvl="3" marL="1828800" algn="ctr">
              <a:lnSpc>
                <a:spcPct val="100000"/>
              </a:lnSpc>
              <a:spcBef>
                <a:spcPts val="400"/>
              </a:spcBef>
              <a:spcAft>
                <a:spcPts val="0"/>
              </a:spcAft>
              <a:buClr>
                <a:srgbClr val="595959"/>
              </a:buClr>
              <a:buSzPts val="2000"/>
              <a:buFont typeface="Open Sans"/>
              <a:buChar char="✓"/>
              <a:defRPr sz="2000"/>
            </a:lvl4pPr>
            <a:lvl5pPr indent="-355600" lvl="4" marL="2286000" algn="ctr">
              <a:lnSpc>
                <a:spcPct val="100000"/>
              </a:lnSpc>
              <a:spcBef>
                <a:spcPts val="400"/>
              </a:spcBef>
              <a:spcAft>
                <a:spcPts val="0"/>
              </a:spcAft>
              <a:buClr>
                <a:srgbClr val="595959"/>
              </a:buClr>
              <a:buSzPts val="2000"/>
              <a:buFont typeface="Open Sans"/>
              <a:buChar char="o"/>
              <a:defRPr sz="2000"/>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pic>
        <p:nvPicPr>
          <p:cNvPr descr="Picture 16" id="674" name="Google Shape;674;p172"/>
          <p:cNvPicPr preferRelativeResize="0"/>
          <p:nvPr/>
        </p:nvPicPr>
        <p:blipFill rotWithShape="1">
          <a:blip r:embed="rId2">
            <a:alphaModFix/>
          </a:blip>
          <a:srcRect b="0" l="0" r="0" t="0"/>
          <a:stretch/>
        </p:blipFill>
        <p:spPr>
          <a:xfrm>
            <a:off x="4573523" y="1677404"/>
            <a:ext cx="3044954" cy="694945"/>
          </a:xfrm>
          <a:prstGeom prst="rect">
            <a:avLst/>
          </a:prstGeom>
          <a:noFill/>
          <a:ln>
            <a:noFill/>
          </a:ln>
        </p:spPr>
      </p:pic>
      <p:sp>
        <p:nvSpPr>
          <p:cNvPr id="675" name="Google Shape;675;p172"/>
          <p:cNvSpPr txBox="1"/>
          <p:nvPr>
            <p:ph idx="12" type="sldNum"/>
          </p:nvPr>
        </p:nvSpPr>
        <p:spPr>
          <a:xfrm>
            <a:off x="8463946" y="6224224"/>
            <a:ext cx="273654" cy="264253"/>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dark bkgd" showMasterSp="0">
  <p:cSld name="Title Slide-dark bkgd">
    <p:bg>
      <p:bgPr>
        <a:blipFill>
          <a:blip r:embed="rId2">
            <a:alphaModFix/>
          </a:blip>
          <a:stretch>
            <a:fillRect/>
          </a:stretch>
        </a:blipFill>
      </p:bgPr>
    </p:bg>
    <p:spTree>
      <p:nvGrpSpPr>
        <p:cNvPr id="676" name="Shape 676"/>
        <p:cNvGrpSpPr/>
        <p:nvPr/>
      </p:nvGrpSpPr>
      <p:grpSpPr>
        <a:xfrm>
          <a:off x="0" y="0"/>
          <a:ext cx="0" cy="0"/>
          <a:chOff x="0" y="0"/>
          <a:chExt cx="0" cy="0"/>
        </a:xfrm>
      </p:grpSpPr>
      <p:sp>
        <p:nvSpPr>
          <p:cNvPr id="677" name="Google Shape;677;p173"/>
          <p:cNvSpPr/>
          <p:nvPr/>
        </p:nvSpPr>
        <p:spPr>
          <a:xfrm rot="10800000">
            <a:off x="-6282" y="0"/>
            <a:ext cx="12204566" cy="6858001"/>
          </a:xfrm>
          <a:prstGeom prst="rect">
            <a:avLst/>
          </a:prstGeom>
          <a:gradFill>
            <a:gsLst>
              <a:gs pos="0">
                <a:srgbClr val="1C2E44"/>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7" id="678" name="Google Shape;678;p173"/>
          <p:cNvPicPr preferRelativeResize="0"/>
          <p:nvPr/>
        </p:nvPicPr>
        <p:blipFill rotWithShape="1">
          <a:blip r:embed="rId3">
            <a:alphaModFix/>
          </a:blip>
          <a:srcRect b="0" l="0" r="0" t="0"/>
          <a:stretch/>
        </p:blipFill>
        <p:spPr>
          <a:xfrm>
            <a:off x="4573523" y="1671826"/>
            <a:ext cx="3044953" cy="694945"/>
          </a:xfrm>
          <a:prstGeom prst="rect">
            <a:avLst/>
          </a:prstGeom>
          <a:noFill/>
          <a:ln>
            <a:noFill/>
          </a:ln>
        </p:spPr>
      </p:pic>
      <p:cxnSp>
        <p:nvCxnSpPr>
          <p:cNvPr id="679" name="Google Shape;679;p173"/>
          <p:cNvCxnSpPr/>
          <p:nvPr/>
        </p:nvCxnSpPr>
        <p:spPr>
          <a:xfrm>
            <a:off x="1422400" y="2743200"/>
            <a:ext cx="9347200" cy="0"/>
          </a:xfrm>
          <a:prstGeom prst="straightConnector1">
            <a:avLst/>
          </a:prstGeom>
          <a:noFill/>
          <a:ln cap="flat" cmpd="sng" w="9525">
            <a:solidFill>
              <a:srgbClr val="FFFFFF"/>
            </a:solidFill>
            <a:prstDash val="solid"/>
            <a:round/>
            <a:headEnd len="sm" w="sm" type="none"/>
            <a:tailEnd len="sm" w="sm" type="none"/>
          </a:ln>
        </p:spPr>
      </p:cxnSp>
      <p:sp>
        <p:nvSpPr>
          <p:cNvPr id="680" name="Google Shape;680;p173"/>
          <p:cNvSpPr txBox="1"/>
          <p:nvPr>
            <p:ph type="title"/>
          </p:nvPr>
        </p:nvSpPr>
        <p:spPr>
          <a:xfrm>
            <a:off x="838200" y="3200400"/>
            <a:ext cx="10515600" cy="685794"/>
          </a:xfrm>
          <a:prstGeom prst="rect">
            <a:avLst/>
          </a:prstGeom>
          <a:noFill/>
          <a:ln>
            <a:noFill/>
          </a:ln>
        </p:spPr>
        <p:txBody>
          <a:bodyPr anchorCtr="0" anchor="t" bIns="45700" lIns="45700" spcFirstLastPara="1" rIns="45700" wrap="square" tIns="45700">
            <a:normAutofit/>
          </a:bodyPr>
          <a:lstStyle>
            <a:lvl1pPr lvl="0" algn="ctr">
              <a:lnSpc>
                <a:spcPct val="100000"/>
              </a:lnSpc>
              <a:spcBef>
                <a:spcPts val="0"/>
              </a:spcBef>
              <a:spcAft>
                <a:spcPts val="0"/>
              </a:spcAft>
              <a:buClr>
                <a:srgbClr val="FFF0A0"/>
              </a:buClr>
              <a:buSzPts val="4000"/>
              <a:buFont typeface="Open Sans"/>
              <a:buNone/>
              <a:defRPr sz="4000">
                <a:solidFill>
                  <a:srgbClr val="FFF0A0"/>
                </a:solidFill>
                <a:latin typeface="Open Sans"/>
                <a:ea typeface="Open Sans"/>
                <a:cs typeface="Open Sans"/>
                <a:sym typeface="Open Sans"/>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681" name="Google Shape;681;p173"/>
          <p:cNvSpPr txBox="1"/>
          <p:nvPr>
            <p:ph idx="1" type="body"/>
          </p:nvPr>
        </p:nvSpPr>
        <p:spPr>
          <a:xfrm>
            <a:off x="2197100" y="4038600"/>
            <a:ext cx="7797800" cy="914400"/>
          </a:xfrm>
          <a:prstGeom prst="rect">
            <a:avLst/>
          </a:prstGeom>
          <a:noFill/>
          <a:ln>
            <a:noFill/>
          </a:ln>
        </p:spPr>
        <p:txBody>
          <a:bodyPr anchorCtr="0" anchor="t" bIns="45700" lIns="45700" spcFirstLastPara="1" rIns="45700" wrap="square" tIns="45700">
            <a:normAutofit/>
          </a:bodyPr>
          <a:lstStyle>
            <a:lvl1pPr indent="-228600" lvl="0" marL="457200" algn="ctr">
              <a:lnSpc>
                <a:spcPct val="100000"/>
              </a:lnSpc>
              <a:spcBef>
                <a:spcPts val="700"/>
              </a:spcBef>
              <a:spcAft>
                <a:spcPts val="0"/>
              </a:spcAft>
              <a:buClr>
                <a:srgbClr val="EBEBEB"/>
              </a:buClr>
              <a:buSzPts val="3000"/>
              <a:buFont typeface="Open Sans"/>
              <a:buNone/>
              <a:defRPr sz="3000">
                <a:solidFill>
                  <a:srgbClr val="EBEBEB"/>
                </a:solidFill>
              </a:defRPr>
            </a:lvl1pPr>
            <a:lvl2pPr indent="-381000" lvl="1" marL="914400" algn="ctr">
              <a:lnSpc>
                <a:spcPct val="100000"/>
              </a:lnSpc>
              <a:spcBef>
                <a:spcPts val="700"/>
              </a:spcBef>
              <a:spcAft>
                <a:spcPts val="0"/>
              </a:spcAft>
              <a:buClr>
                <a:srgbClr val="EBEBEB"/>
              </a:buClr>
              <a:buSzPts val="2400"/>
              <a:buFont typeface="Open Sans"/>
              <a:buChar char="▪"/>
              <a:defRPr sz="3000">
                <a:solidFill>
                  <a:srgbClr val="EBEBEB"/>
                </a:solidFill>
              </a:defRPr>
            </a:lvl2pPr>
            <a:lvl3pPr indent="-419100" lvl="2" marL="1371600" algn="ctr">
              <a:lnSpc>
                <a:spcPct val="100000"/>
              </a:lnSpc>
              <a:spcBef>
                <a:spcPts val="700"/>
              </a:spcBef>
              <a:spcAft>
                <a:spcPts val="0"/>
              </a:spcAft>
              <a:buClr>
                <a:srgbClr val="EBEBEB"/>
              </a:buClr>
              <a:buSzPts val="3000"/>
              <a:buFont typeface="Open Sans"/>
              <a:buChar char="•"/>
              <a:defRPr sz="3000">
                <a:solidFill>
                  <a:srgbClr val="EBEBEB"/>
                </a:solidFill>
              </a:defRPr>
            </a:lvl3pPr>
            <a:lvl4pPr indent="-419100" lvl="3" marL="1828800" algn="ctr">
              <a:lnSpc>
                <a:spcPct val="100000"/>
              </a:lnSpc>
              <a:spcBef>
                <a:spcPts val="700"/>
              </a:spcBef>
              <a:spcAft>
                <a:spcPts val="0"/>
              </a:spcAft>
              <a:buClr>
                <a:srgbClr val="EBEBEB"/>
              </a:buClr>
              <a:buSzPts val="3000"/>
              <a:buFont typeface="Open Sans"/>
              <a:buChar char="✓"/>
              <a:defRPr sz="3000">
                <a:solidFill>
                  <a:srgbClr val="EBEBEB"/>
                </a:solidFill>
              </a:defRPr>
            </a:lvl4pPr>
            <a:lvl5pPr indent="-419100" lvl="4" marL="2286000" algn="ctr">
              <a:lnSpc>
                <a:spcPct val="100000"/>
              </a:lnSpc>
              <a:spcBef>
                <a:spcPts val="700"/>
              </a:spcBef>
              <a:spcAft>
                <a:spcPts val="0"/>
              </a:spcAft>
              <a:buClr>
                <a:srgbClr val="EBEBEB"/>
              </a:buClr>
              <a:buSzPts val="3000"/>
              <a:buFont typeface="Open Sans"/>
              <a:buChar char="o"/>
              <a:defRPr sz="3000">
                <a:solidFill>
                  <a:srgbClr val="EBEBEB"/>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82" name="Google Shape;682;p173"/>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 No Title" showMasterSp="0">
  <p:cSld name="1_Custom - No Title">
    <p:spTree>
      <p:nvGrpSpPr>
        <p:cNvPr id="683" name="Shape 683"/>
        <p:cNvGrpSpPr/>
        <p:nvPr/>
      </p:nvGrpSpPr>
      <p:grpSpPr>
        <a:xfrm>
          <a:off x="0" y="0"/>
          <a:ext cx="0" cy="0"/>
          <a:chOff x="0" y="0"/>
          <a:chExt cx="0" cy="0"/>
        </a:xfrm>
      </p:grpSpPr>
      <p:sp>
        <p:nvSpPr>
          <p:cNvPr id="684" name="Google Shape;684;p174"/>
          <p:cNvSpPr/>
          <p:nvPr/>
        </p:nvSpPr>
        <p:spPr>
          <a:xfrm>
            <a:off x="0" y="6212925"/>
            <a:ext cx="12192000" cy="645075"/>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7" id="685" name="Google Shape;685;p174"/>
          <p:cNvPicPr preferRelativeResize="0"/>
          <p:nvPr/>
        </p:nvPicPr>
        <p:blipFill rotWithShape="1">
          <a:blip r:embed="rId2">
            <a:alphaModFix/>
          </a:blip>
          <a:srcRect b="0" l="0" r="0" t="0"/>
          <a:stretch/>
        </p:blipFill>
        <p:spPr>
          <a:xfrm>
            <a:off x="313559" y="6316626"/>
            <a:ext cx="1773873" cy="404849"/>
          </a:xfrm>
          <a:prstGeom prst="rect">
            <a:avLst/>
          </a:prstGeom>
          <a:noFill/>
          <a:ln>
            <a:noFill/>
          </a:ln>
        </p:spPr>
      </p:pic>
      <p:sp>
        <p:nvSpPr>
          <p:cNvPr id="686" name="Google Shape;686;p174"/>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showMasterSp="0">
  <p:cSld name="2_Title and Content">
    <p:bg>
      <p:bgPr>
        <a:blipFill rotWithShape="1">
          <a:blip r:embed="rId2">
            <a:alphaModFix/>
          </a:blip>
          <a:tile algn="tl" flip="none" tx="0" sx="100000" ty="0" sy="100000"/>
        </a:blipFill>
      </p:bgPr>
    </p:bg>
    <p:spTree>
      <p:nvGrpSpPr>
        <p:cNvPr id="687" name="Shape 687"/>
        <p:cNvGrpSpPr/>
        <p:nvPr/>
      </p:nvGrpSpPr>
      <p:grpSpPr>
        <a:xfrm>
          <a:off x="0" y="0"/>
          <a:ext cx="0" cy="0"/>
          <a:chOff x="0" y="0"/>
          <a:chExt cx="0" cy="0"/>
        </a:xfrm>
      </p:grpSpPr>
      <p:sp>
        <p:nvSpPr>
          <p:cNvPr id="688" name="Google Shape;688;p175"/>
          <p:cNvSpPr/>
          <p:nvPr/>
        </p:nvSpPr>
        <p:spPr>
          <a:xfrm>
            <a:off x="-3" y="6212925"/>
            <a:ext cx="12192003" cy="645075"/>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9" id="689" name="Google Shape;689;p175"/>
          <p:cNvPicPr preferRelativeResize="0"/>
          <p:nvPr/>
        </p:nvPicPr>
        <p:blipFill rotWithShape="1">
          <a:blip r:embed="rId3">
            <a:alphaModFix/>
          </a:blip>
          <a:srcRect b="0" l="0" r="0" t="0"/>
          <a:stretch/>
        </p:blipFill>
        <p:spPr>
          <a:xfrm>
            <a:off x="392429" y="6410997"/>
            <a:ext cx="1607821" cy="248928"/>
          </a:xfrm>
          <a:prstGeom prst="rect">
            <a:avLst/>
          </a:prstGeom>
          <a:noFill/>
          <a:ln>
            <a:noFill/>
          </a:ln>
        </p:spPr>
      </p:pic>
      <p:sp>
        <p:nvSpPr>
          <p:cNvPr id="690" name="Google Shape;690;p175"/>
          <p:cNvSpPr txBox="1"/>
          <p:nvPr>
            <p:ph type="title"/>
          </p:nvPr>
        </p:nvSpPr>
        <p:spPr>
          <a:xfrm>
            <a:off x="277934" y="295773"/>
            <a:ext cx="11647366" cy="649224"/>
          </a:xfrm>
          <a:prstGeom prst="rect">
            <a:avLst/>
          </a:prstGeom>
          <a:noFill/>
          <a:ln>
            <a:noFill/>
          </a:ln>
        </p:spPr>
        <p:txBody>
          <a:bodyPr anchorCtr="0" anchor="ctr" bIns="45700" lIns="45700" spcFirstLastPara="1" rIns="45700" wrap="square" tIns="45700">
            <a:normAutofit/>
          </a:bodyPr>
          <a:lstStyle>
            <a:lvl1pPr lvl="0" algn="l">
              <a:lnSpc>
                <a:spcPct val="90000"/>
              </a:lnSpc>
              <a:spcBef>
                <a:spcPts val="0"/>
              </a:spcBef>
              <a:spcAft>
                <a:spcPts val="0"/>
              </a:spcAft>
              <a:buClr>
                <a:srgbClr val="FEEE9F"/>
              </a:buClr>
              <a:buSzPts val="3600"/>
              <a:buFont typeface="Arial"/>
              <a:buNone/>
              <a:defRPr>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691" name="Google Shape;691;p175"/>
          <p:cNvSpPr txBox="1"/>
          <p:nvPr>
            <p:ph idx="1" type="body"/>
          </p:nvPr>
        </p:nvSpPr>
        <p:spPr>
          <a:xfrm>
            <a:off x="277933" y="1520042"/>
            <a:ext cx="11647368" cy="4358245"/>
          </a:xfrm>
          <a:prstGeom prst="rect">
            <a:avLst/>
          </a:prstGeom>
          <a:noFill/>
          <a:ln>
            <a:noFill/>
          </a:ln>
        </p:spPr>
        <p:txBody>
          <a:bodyPr anchorCtr="0" anchor="t" bIns="45700" lIns="45700" spcFirstLastPara="1" rIns="45700" wrap="square" tIns="45700">
            <a:normAutofit/>
          </a:bodyPr>
          <a:lstStyle>
            <a:lvl1pPr indent="-406400" lvl="0" marL="4572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1pPr>
            <a:lvl2pPr indent="-406400" lvl="1" marL="9144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2pPr>
            <a:lvl3pPr indent="-406400" lvl="2" marL="13716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3pPr>
            <a:lvl4pPr indent="-406400" lvl="3" marL="18288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4pPr>
            <a:lvl5pPr indent="-406400" lvl="4" marL="2286000" algn="l">
              <a:lnSpc>
                <a:spcPct val="90000"/>
              </a:lnSpc>
              <a:spcBef>
                <a:spcPts val="1000"/>
              </a:spcBef>
              <a:spcAft>
                <a:spcPts val="0"/>
              </a:spcAft>
              <a:buClr>
                <a:srgbClr val="FFFFFF"/>
              </a:buClr>
              <a:buSzPts val="2800"/>
              <a:buFont typeface="Arial"/>
              <a:buChar char="•"/>
              <a:defRPr>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92" name="Google Shape;692;p175"/>
          <p:cNvSpPr txBox="1"/>
          <p:nvPr>
            <p:ph idx="12" type="sldNum"/>
          </p:nvPr>
        </p:nvSpPr>
        <p:spPr>
          <a:xfrm>
            <a:off x="11452587" y="6363581"/>
            <a:ext cx="358413" cy="350663"/>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pacer Slide" showMasterSp="0">
  <p:cSld name="1_Spacer Slide">
    <p:bg>
      <p:bgPr>
        <a:blipFill rotWithShape="1">
          <a:blip r:embed="rId2">
            <a:alphaModFix/>
          </a:blip>
          <a:tile algn="tl" flip="none" tx="0" sx="100000" ty="0" sy="100000"/>
        </a:blipFill>
      </p:bgPr>
    </p:bg>
    <p:spTree>
      <p:nvGrpSpPr>
        <p:cNvPr id="693" name="Shape 693"/>
        <p:cNvGrpSpPr/>
        <p:nvPr/>
      </p:nvGrpSpPr>
      <p:grpSpPr>
        <a:xfrm>
          <a:off x="0" y="0"/>
          <a:ext cx="0" cy="0"/>
          <a:chOff x="0" y="0"/>
          <a:chExt cx="0" cy="0"/>
        </a:xfrm>
      </p:grpSpPr>
      <p:sp>
        <p:nvSpPr>
          <p:cNvPr id="694" name="Google Shape;694;p176"/>
          <p:cNvSpPr/>
          <p:nvPr/>
        </p:nvSpPr>
        <p:spPr>
          <a:xfrm>
            <a:off x="0" y="6212925"/>
            <a:ext cx="12192000" cy="645075"/>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9" id="695" name="Google Shape;695;p176"/>
          <p:cNvPicPr preferRelativeResize="0"/>
          <p:nvPr/>
        </p:nvPicPr>
        <p:blipFill rotWithShape="1">
          <a:blip r:embed="rId3">
            <a:alphaModFix/>
          </a:blip>
          <a:srcRect b="0" l="0" r="0" t="0"/>
          <a:stretch/>
        </p:blipFill>
        <p:spPr>
          <a:xfrm>
            <a:off x="392429" y="6410997"/>
            <a:ext cx="1607821" cy="248928"/>
          </a:xfrm>
          <a:prstGeom prst="rect">
            <a:avLst/>
          </a:prstGeom>
          <a:noFill/>
          <a:ln>
            <a:noFill/>
          </a:ln>
        </p:spPr>
      </p:pic>
      <p:sp>
        <p:nvSpPr>
          <p:cNvPr id="696" name="Google Shape;696;p176"/>
          <p:cNvSpPr txBox="1"/>
          <p:nvPr>
            <p:ph type="title"/>
          </p:nvPr>
        </p:nvSpPr>
        <p:spPr>
          <a:xfrm>
            <a:off x="1524000" y="2359916"/>
            <a:ext cx="9144000" cy="731521"/>
          </a:xfrm>
          <a:prstGeom prst="rect">
            <a:avLst/>
          </a:prstGeom>
          <a:noFill/>
          <a:ln>
            <a:noFill/>
          </a:ln>
        </p:spPr>
        <p:txBody>
          <a:bodyPr anchorCtr="0" anchor="b" bIns="45700" lIns="45700" spcFirstLastPara="1" rIns="45700" wrap="square" tIns="45700">
            <a:normAutofit/>
          </a:bodyPr>
          <a:lstStyle>
            <a:lvl1pPr lvl="0" algn="ctr">
              <a:lnSpc>
                <a:spcPct val="90000"/>
              </a:lnSpc>
              <a:spcBef>
                <a:spcPts val="0"/>
              </a:spcBef>
              <a:spcAft>
                <a:spcPts val="0"/>
              </a:spcAft>
              <a:buClr>
                <a:srgbClr val="FEEE9F"/>
              </a:buClr>
              <a:buSzPts val="5400"/>
              <a:buFont typeface="Arial"/>
              <a:buNone/>
              <a:defRPr sz="5400">
                <a:solidFill>
                  <a:srgbClr val="FEEE9F"/>
                </a:solidFill>
                <a:latin typeface="Arial"/>
                <a:ea typeface="Arial"/>
                <a:cs typeface="Arial"/>
                <a:sym typeface="Aria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697" name="Google Shape;697;p176"/>
          <p:cNvSpPr txBox="1"/>
          <p:nvPr>
            <p:ph idx="1" type="body"/>
          </p:nvPr>
        </p:nvSpPr>
        <p:spPr>
          <a:xfrm>
            <a:off x="1524000" y="3358503"/>
            <a:ext cx="9144000" cy="914401"/>
          </a:xfrm>
          <a:prstGeom prst="rect">
            <a:avLst/>
          </a:prstGeom>
          <a:noFill/>
          <a:ln>
            <a:noFill/>
          </a:ln>
        </p:spPr>
        <p:txBody>
          <a:bodyPr anchorCtr="0" anchor="t" bIns="45700" lIns="45700" spcFirstLastPara="1" rIns="45700" wrap="square" tIns="45700">
            <a:normAutofit/>
          </a:bodyPr>
          <a:lstStyle>
            <a:lvl1pPr indent="-228600" lvl="0" marL="4572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1pPr>
            <a:lvl2pPr indent="-228600" lvl="1" marL="9144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2pPr>
            <a:lvl3pPr indent="-228600" lvl="2" marL="13716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3pPr>
            <a:lvl4pPr indent="-228600" lvl="3" marL="18288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4pPr>
            <a:lvl5pPr indent="-228600" lvl="4" marL="2286000" algn="ctr">
              <a:lnSpc>
                <a:spcPct val="90000"/>
              </a:lnSpc>
              <a:spcBef>
                <a:spcPts val="1000"/>
              </a:spcBef>
              <a:spcAft>
                <a:spcPts val="0"/>
              </a:spcAft>
              <a:buClr>
                <a:srgbClr val="FFFFFF"/>
              </a:buClr>
              <a:buSzPts val="3600"/>
              <a:buFont typeface="Arial"/>
              <a:buNone/>
              <a:defRPr sz="3600">
                <a:solidFill>
                  <a:srgbClr val="FFFFFF"/>
                </a:solidFill>
                <a:latin typeface="Arial"/>
                <a:ea typeface="Arial"/>
                <a:cs typeface="Arial"/>
                <a:sym typeface="Aria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698" name="Google Shape;698;p176"/>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 No Title" showMasterSp="0">
  <p:cSld name="Custom - No Title">
    <p:spTree>
      <p:nvGrpSpPr>
        <p:cNvPr id="699" name="Shape 699"/>
        <p:cNvGrpSpPr/>
        <p:nvPr/>
      </p:nvGrpSpPr>
      <p:grpSpPr>
        <a:xfrm>
          <a:off x="0" y="0"/>
          <a:ext cx="0" cy="0"/>
          <a:chOff x="0" y="0"/>
          <a:chExt cx="0" cy="0"/>
        </a:xfrm>
      </p:grpSpPr>
      <p:sp>
        <p:nvSpPr>
          <p:cNvPr id="700" name="Google Shape;700;p177"/>
          <p:cNvSpPr/>
          <p:nvPr/>
        </p:nvSpPr>
        <p:spPr>
          <a:xfrm>
            <a:off x="0" y="6212925"/>
            <a:ext cx="12192000" cy="645075"/>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7" id="701" name="Google Shape;701;p177"/>
          <p:cNvPicPr preferRelativeResize="0"/>
          <p:nvPr/>
        </p:nvPicPr>
        <p:blipFill rotWithShape="1">
          <a:blip r:embed="rId2">
            <a:alphaModFix/>
          </a:blip>
          <a:srcRect b="0" l="0" r="0" t="0"/>
          <a:stretch/>
        </p:blipFill>
        <p:spPr>
          <a:xfrm>
            <a:off x="313559" y="6316626"/>
            <a:ext cx="1773873" cy="404849"/>
          </a:xfrm>
          <a:prstGeom prst="rect">
            <a:avLst/>
          </a:prstGeom>
          <a:noFill/>
          <a:ln>
            <a:noFill/>
          </a:ln>
        </p:spPr>
      </p:pic>
      <p:sp>
        <p:nvSpPr>
          <p:cNvPr id="702" name="Google Shape;702;p177"/>
          <p:cNvSpPr txBox="1"/>
          <p:nvPr>
            <p:ph idx="1" type="body"/>
          </p:nvPr>
        </p:nvSpPr>
        <p:spPr>
          <a:xfrm>
            <a:off x="7518000" y="6400800"/>
            <a:ext cx="4320000" cy="288001"/>
          </a:xfrm>
          <a:prstGeom prst="rect">
            <a:avLst/>
          </a:prstGeom>
          <a:noFill/>
          <a:ln>
            <a:noFill/>
          </a:ln>
        </p:spPr>
        <p:txBody>
          <a:bodyPr anchorCtr="0" anchor="ctr" bIns="45700" lIns="45700" spcFirstLastPara="1" rIns="45700" wrap="square" tIns="45700">
            <a:normAutofit/>
          </a:bodyPr>
          <a:lstStyle>
            <a:lvl1pPr indent="-228600" lvl="0" marL="457200" algn="r">
              <a:lnSpc>
                <a:spcPct val="100000"/>
              </a:lnSpc>
              <a:spcBef>
                <a:spcPts val="200"/>
              </a:spcBef>
              <a:spcAft>
                <a:spcPts val="0"/>
              </a:spcAft>
              <a:buClr>
                <a:srgbClr val="FFFFFF"/>
              </a:buClr>
              <a:buSzPts val="1200"/>
              <a:buFont typeface="Open Sans"/>
              <a:buNone/>
              <a:defRPr sz="1200">
                <a:solidFill>
                  <a:srgbClr val="FFFFFF"/>
                </a:solidFill>
              </a:defRPr>
            </a:lvl1pPr>
            <a:lvl2pPr indent="-289560" lvl="1" marL="914400" algn="r">
              <a:lnSpc>
                <a:spcPct val="100000"/>
              </a:lnSpc>
              <a:spcBef>
                <a:spcPts val="200"/>
              </a:spcBef>
              <a:spcAft>
                <a:spcPts val="0"/>
              </a:spcAft>
              <a:buClr>
                <a:srgbClr val="FFFFFF"/>
              </a:buClr>
              <a:buSzPts val="960"/>
              <a:buFont typeface="Open Sans"/>
              <a:buChar char="▪"/>
              <a:defRPr sz="1200">
                <a:solidFill>
                  <a:srgbClr val="FFFFFF"/>
                </a:solidFill>
              </a:defRPr>
            </a:lvl2pPr>
            <a:lvl3pPr indent="-304800" lvl="2" marL="1371600" algn="r">
              <a:lnSpc>
                <a:spcPct val="100000"/>
              </a:lnSpc>
              <a:spcBef>
                <a:spcPts val="200"/>
              </a:spcBef>
              <a:spcAft>
                <a:spcPts val="0"/>
              </a:spcAft>
              <a:buClr>
                <a:srgbClr val="FFFFFF"/>
              </a:buClr>
              <a:buSzPts val="1200"/>
              <a:buFont typeface="Open Sans"/>
              <a:buChar char="•"/>
              <a:defRPr sz="1200">
                <a:solidFill>
                  <a:srgbClr val="FFFFFF"/>
                </a:solidFill>
              </a:defRPr>
            </a:lvl3pPr>
            <a:lvl4pPr indent="-304800" lvl="3" marL="1828800" algn="r">
              <a:lnSpc>
                <a:spcPct val="100000"/>
              </a:lnSpc>
              <a:spcBef>
                <a:spcPts val="200"/>
              </a:spcBef>
              <a:spcAft>
                <a:spcPts val="0"/>
              </a:spcAft>
              <a:buClr>
                <a:srgbClr val="FFFFFF"/>
              </a:buClr>
              <a:buSzPts val="1200"/>
              <a:buFont typeface="Open Sans"/>
              <a:buChar char="✓"/>
              <a:defRPr sz="1200">
                <a:solidFill>
                  <a:srgbClr val="FFFFFF"/>
                </a:solidFill>
              </a:defRPr>
            </a:lvl4pPr>
            <a:lvl5pPr indent="-304800" lvl="4" marL="2286000" algn="r">
              <a:lnSpc>
                <a:spcPct val="100000"/>
              </a:lnSpc>
              <a:spcBef>
                <a:spcPts val="200"/>
              </a:spcBef>
              <a:spcAft>
                <a:spcPts val="0"/>
              </a:spcAft>
              <a:buClr>
                <a:srgbClr val="FFFFFF"/>
              </a:buClr>
              <a:buSzPts val="1200"/>
              <a:buFont typeface="Open Sans"/>
              <a:buChar char="o"/>
              <a:defRPr sz="1200">
                <a:solidFill>
                  <a:srgbClr val="FFFFFF"/>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703" name="Google Shape;703;p177"/>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p:cSld name="1_Blank">
    <p:bg>
      <p:bgPr>
        <a:solidFill>
          <a:srgbClr val="012838"/>
        </a:solidFill>
      </p:bgPr>
    </p:bg>
    <p:spTree>
      <p:nvGrpSpPr>
        <p:cNvPr id="704" name="Shape 704"/>
        <p:cNvGrpSpPr/>
        <p:nvPr/>
      </p:nvGrpSpPr>
      <p:grpSpPr>
        <a:xfrm>
          <a:off x="0" y="0"/>
          <a:ext cx="0" cy="0"/>
          <a:chOff x="0" y="0"/>
          <a:chExt cx="0" cy="0"/>
        </a:xfrm>
      </p:grpSpPr>
      <p:sp>
        <p:nvSpPr>
          <p:cNvPr id="705" name="Google Shape;705;p178"/>
          <p:cNvSpPr/>
          <p:nvPr/>
        </p:nvSpPr>
        <p:spPr>
          <a:xfrm rot="10800000">
            <a:off x="-1" y="0"/>
            <a:ext cx="12192001" cy="6858001"/>
          </a:xfrm>
          <a:prstGeom prst="rect">
            <a:avLst/>
          </a:prstGeom>
          <a:gradFill>
            <a:gsLst>
              <a:gs pos="0">
                <a:srgbClr val="012838"/>
              </a:gs>
              <a:gs pos="74000">
                <a:schemeClr val="accent6"/>
              </a:gs>
              <a:gs pos="100000">
                <a:schemeClr val="accent6"/>
              </a:gs>
            </a:gsLst>
            <a:lin ang="5400000" scaled="0"/>
          </a:gra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sp>
        <p:nvSpPr>
          <p:cNvPr id="706" name="Google Shape;706;p178"/>
          <p:cNvSpPr/>
          <p:nvPr/>
        </p:nvSpPr>
        <p:spPr>
          <a:xfrm>
            <a:off x="0" y="6212925"/>
            <a:ext cx="12192000" cy="645075"/>
          </a:xfrm>
          <a:prstGeom prst="rect">
            <a:avLst/>
          </a:prstGeom>
          <a:solidFill>
            <a:srgbClr val="F5F5F5"/>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9" id="707" name="Google Shape;707;p178"/>
          <p:cNvPicPr preferRelativeResize="0"/>
          <p:nvPr/>
        </p:nvPicPr>
        <p:blipFill rotWithShape="1">
          <a:blip r:embed="rId2">
            <a:alphaModFix/>
          </a:blip>
          <a:srcRect b="0" l="0" r="0" t="0"/>
          <a:stretch/>
        </p:blipFill>
        <p:spPr>
          <a:xfrm>
            <a:off x="392429" y="6410997"/>
            <a:ext cx="1607821" cy="248928"/>
          </a:xfrm>
          <a:prstGeom prst="rect">
            <a:avLst/>
          </a:prstGeom>
          <a:noFill/>
          <a:ln>
            <a:noFill/>
          </a:ln>
        </p:spPr>
      </p:pic>
      <p:sp>
        <p:nvSpPr>
          <p:cNvPr id="708" name="Google Shape;708;p178"/>
          <p:cNvSpPr txBox="1"/>
          <p:nvPr>
            <p:ph idx="12" type="sldNum"/>
          </p:nvPr>
        </p:nvSpPr>
        <p:spPr>
          <a:xfrm>
            <a:off x="11452587" y="6363581"/>
            <a:ext cx="358413" cy="350663"/>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b="1" sz="1800">
                <a:solidFill>
                  <a:srgbClr val="333333"/>
                </a:solidFill>
              </a:defRPr>
            </a:lvl1pPr>
            <a:lvl2pPr indent="0" lvl="1" marL="0" algn="r">
              <a:spcBef>
                <a:spcPts val="0"/>
              </a:spcBef>
              <a:buNone/>
              <a:defRPr b="1" sz="1800">
                <a:solidFill>
                  <a:srgbClr val="333333"/>
                </a:solidFill>
              </a:defRPr>
            </a:lvl2pPr>
            <a:lvl3pPr indent="0" lvl="2" marL="0" algn="r">
              <a:spcBef>
                <a:spcPts val="0"/>
              </a:spcBef>
              <a:buNone/>
              <a:defRPr b="1" sz="1800">
                <a:solidFill>
                  <a:srgbClr val="333333"/>
                </a:solidFill>
              </a:defRPr>
            </a:lvl3pPr>
            <a:lvl4pPr indent="0" lvl="3" marL="0" algn="r">
              <a:spcBef>
                <a:spcPts val="0"/>
              </a:spcBef>
              <a:buNone/>
              <a:defRPr b="1" sz="1800">
                <a:solidFill>
                  <a:srgbClr val="333333"/>
                </a:solidFill>
              </a:defRPr>
            </a:lvl4pPr>
            <a:lvl5pPr indent="0" lvl="4" marL="0" algn="r">
              <a:spcBef>
                <a:spcPts val="0"/>
              </a:spcBef>
              <a:buNone/>
              <a:defRPr b="1" sz="1800">
                <a:solidFill>
                  <a:srgbClr val="333333"/>
                </a:solidFill>
              </a:defRPr>
            </a:lvl5pPr>
            <a:lvl6pPr indent="0" lvl="5" marL="0" algn="r">
              <a:spcBef>
                <a:spcPts val="0"/>
              </a:spcBef>
              <a:buNone/>
              <a:defRPr b="1" sz="1800">
                <a:solidFill>
                  <a:srgbClr val="333333"/>
                </a:solidFill>
              </a:defRPr>
            </a:lvl6pPr>
            <a:lvl7pPr indent="0" lvl="6" marL="0" algn="r">
              <a:spcBef>
                <a:spcPts val="0"/>
              </a:spcBef>
              <a:buNone/>
              <a:defRPr b="1" sz="1800">
                <a:solidFill>
                  <a:srgbClr val="333333"/>
                </a:solidFill>
              </a:defRPr>
            </a:lvl7pPr>
            <a:lvl8pPr indent="0" lvl="7" marL="0" algn="r">
              <a:spcBef>
                <a:spcPts val="0"/>
              </a:spcBef>
              <a:buNone/>
              <a:defRPr b="1" sz="1800">
                <a:solidFill>
                  <a:srgbClr val="333333"/>
                </a:solidFill>
              </a:defRPr>
            </a:lvl8pPr>
            <a:lvl9pPr indent="0" lvl="8" marL="0" algn="r">
              <a:spcBef>
                <a:spcPts val="0"/>
              </a:spcBef>
              <a:buNone/>
              <a:defRPr b="1" sz="1800">
                <a:solidFill>
                  <a:srgbClr val="333333"/>
                </a:solidFill>
              </a:defRPr>
            </a:lvl9pPr>
          </a:lstStyle>
          <a:p>
            <a:pPr indent="0" lvl="0" marL="0" rtl="0" algn="r">
              <a:spcBef>
                <a:spcPts val="0"/>
              </a:spcBef>
              <a:spcAft>
                <a:spcPts val="0"/>
              </a:spcAft>
              <a:buNone/>
            </a:pPr>
            <a:fld id="{00000000-1234-1234-1234-123412341234}" type="slidenum">
              <a:rPr lang="en-US"/>
              <a:t>‹#›</a:t>
            </a:fld>
            <a:endParaRPr>
              <a:latin typeface="Arial"/>
              <a:ea typeface="Arial"/>
              <a:cs typeface="Arial"/>
              <a:sym typeface="Arial"/>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running copy" showMasterSp="0">
  <p:cSld name="Title + running copy">
    <p:spTree>
      <p:nvGrpSpPr>
        <p:cNvPr id="709" name="Shape 709"/>
        <p:cNvGrpSpPr/>
        <p:nvPr/>
      </p:nvGrpSpPr>
      <p:grpSpPr>
        <a:xfrm>
          <a:off x="0" y="0"/>
          <a:ext cx="0" cy="0"/>
          <a:chOff x="0" y="0"/>
          <a:chExt cx="0" cy="0"/>
        </a:xfrm>
      </p:grpSpPr>
      <p:sp>
        <p:nvSpPr>
          <p:cNvPr id="710" name="Google Shape;710;p179"/>
          <p:cNvSpPr/>
          <p:nvPr/>
        </p:nvSpPr>
        <p:spPr>
          <a:xfrm>
            <a:off x="0" y="6212925"/>
            <a:ext cx="12192000" cy="645075"/>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7" id="711" name="Google Shape;711;p179"/>
          <p:cNvPicPr preferRelativeResize="0"/>
          <p:nvPr/>
        </p:nvPicPr>
        <p:blipFill rotWithShape="1">
          <a:blip r:embed="rId2">
            <a:alphaModFix/>
          </a:blip>
          <a:srcRect b="0" l="0" r="0" t="0"/>
          <a:stretch/>
        </p:blipFill>
        <p:spPr>
          <a:xfrm>
            <a:off x="313559" y="6316626"/>
            <a:ext cx="1773873" cy="404849"/>
          </a:xfrm>
          <a:prstGeom prst="rect">
            <a:avLst/>
          </a:prstGeom>
          <a:noFill/>
          <a:ln>
            <a:noFill/>
          </a:ln>
        </p:spPr>
      </p:pic>
      <p:sp>
        <p:nvSpPr>
          <p:cNvPr id="712" name="Google Shape;712;p179"/>
          <p:cNvSpPr txBox="1"/>
          <p:nvPr>
            <p:ph type="title"/>
          </p:nvPr>
        </p:nvSpPr>
        <p:spPr>
          <a:xfrm>
            <a:off x="304800" y="533400"/>
            <a:ext cx="10972800" cy="646978"/>
          </a:xfrm>
          <a:prstGeom prst="rect">
            <a:avLst/>
          </a:prstGeom>
          <a:noFill/>
          <a:ln>
            <a:noFill/>
          </a:ln>
        </p:spPr>
        <p:txBody>
          <a:bodyPr anchorCtr="0" anchor="t" bIns="45700" lIns="45700" spcFirstLastPara="1" rIns="45700" wrap="square" tIns="45700">
            <a:normAutofit/>
          </a:bodyPr>
          <a:lstStyle>
            <a:lvl1pPr lvl="0" algn="l">
              <a:lnSpc>
                <a:spcPct val="100000"/>
              </a:lnSpc>
              <a:spcBef>
                <a:spcPts val="0"/>
              </a:spcBef>
              <a:spcAft>
                <a:spcPts val="0"/>
              </a:spcAft>
              <a:buClr>
                <a:srgbClr val="595959"/>
              </a:buClr>
              <a:buSzPts val="1800"/>
              <a:buNone/>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713" name="Google Shape;713;p179"/>
          <p:cNvSpPr txBox="1"/>
          <p:nvPr>
            <p:ph idx="1" type="body"/>
          </p:nvPr>
        </p:nvSpPr>
        <p:spPr>
          <a:xfrm>
            <a:off x="354000" y="1604155"/>
            <a:ext cx="11484000" cy="4339445"/>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600"/>
              </a:spcBef>
              <a:spcAft>
                <a:spcPts val="0"/>
              </a:spcAft>
              <a:buClr>
                <a:srgbClr val="595959"/>
              </a:buClr>
              <a:buSzPts val="1800"/>
              <a:buNone/>
              <a:defRPr/>
            </a:lvl1pPr>
            <a:lvl2pPr indent="-228600" lvl="1" marL="914400" algn="l">
              <a:lnSpc>
                <a:spcPct val="100000"/>
              </a:lnSpc>
              <a:spcBef>
                <a:spcPts val="600"/>
              </a:spcBef>
              <a:spcAft>
                <a:spcPts val="0"/>
              </a:spcAft>
              <a:buClr>
                <a:srgbClr val="595959"/>
              </a:buClr>
              <a:buSzPts val="1800"/>
              <a:buNone/>
              <a:defRPr/>
            </a:lvl2pPr>
            <a:lvl3pPr indent="-228600" lvl="2" marL="1371600" algn="l">
              <a:lnSpc>
                <a:spcPct val="100000"/>
              </a:lnSpc>
              <a:spcBef>
                <a:spcPts val="600"/>
              </a:spcBef>
              <a:spcAft>
                <a:spcPts val="0"/>
              </a:spcAft>
              <a:buClr>
                <a:srgbClr val="595959"/>
              </a:buClr>
              <a:buSzPts val="1800"/>
              <a:buNone/>
              <a:defRPr/>
            </a:lvl3pPr>
            <a:lvl4pPr indent="-228600" lvl="3" marL="1828800" algn="l">
              <a:lnSpc>
                <a:spcPct val="100000"/>
              </a:lnSpc>
              <a:spcBef>
                <a:spcPts val="600"/>
              </a:spcBef>
              <a:spcAft>
                <a:spcPts val="0"/>
              </a:spcAft>
              <a:buClr>
                <a:srgbClr val="595959"/>
              </a:buClr>
              <a:buSzPts val="1800"/>
              <a:buNone/>
              <a:defRPr/>
            </a:lvl4pPr>
            <a:lvl5pPr indent="-228600" lvl="4" marL="2286000" algn="l">
              <a:lnSpc>
                <a:spcPct val="100000"/>
              </a:lnSpc>
              <a:spcBef>
                <a:spcPts val="600"/>
              </a:spcBef>
              <a:spcAft>
                <a:spcPts val="0"/>
              </a:spcAft>
              <a:buClr>
                <a:srgbClr val="595959"/>
              </a:buClr>
              <a:buSzPts val="1800"/>
              <a:buNone/>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cxnSp>
        <p:nvCxnSpPr>
          <p:cNvPr id="714" name="Google Shape;714;p179"/>
          <p:cNvCxnSpPr/>
          <p:nvPr/>
        </p:nvCxnSpPr>
        <p:spPr>
          <a:xfrm>
            <a:off x="406400" y="1256579"/>
            <a:ext cx="711200" cy="1"/>
          </a:xfrm>
          <a:prstGeom prst="straightConnector1">
            <a:avLst/>
          </a:prstGeom>
          <a:noFill/>
          <a:ln cap="flat" cmpd="sng" w="28575">
            <a:solidFill>
              <a:srgbClr val="800000"/>
            </a:solidFill>
            <a:prstDash val="solid"/>
            <a:round/>
            <a:headEnd len="sm" w="sm" type="none"/>
            <a:tailEnd len="sm" w="sm" type="none"/>
          </a:ln>
        </p:spPr>
      </p:cxnSp>
      <p:sp>
        <p:nvSpPr>
          <p:cNvPr id="715" name="Google Shape;715;p179"/>
          <p:cNvSpPr txBox="1"/>
          <p:nvPr>
            <p:ph idx="2" type="body"/>
          </p:nvPr>
        </p:nvSpPr>
        <p:spPr>
          <a:xfrm>
            <a:off x="7518000" y="6400800"/>
            <a:ext cx="4320000" cy="288001"/>
          </a:xfrm>
          <a:prstGeom prst="rect">
            <a:avLst/>
          </a:prstGeom>
          <a:noFill/>
          <a:ln>
            <a:noFill/>
          </a:ln>
        </p:spPr>
        <p:txBody>
          <a:bodyPr anchorCtr="0" anchor="ctr" bIns="45700" lIns="45700" spcFirstLastPara="1" rIns="45700" wrap="square" tIns="45700">
            <a:normAutofit/>
          </a:bodyPr>
          <a:lstStyle>
            <a:lvl1pPr indent="-228600" lvl="0" marL="457200" algn="r">
              <a:lnSpc>
                <a:spcPct val="100000"/>
              </a:lnSpc>
              <a:spcBef>
                <a:spcPts val="200"/>
              </a:spcBef>
              <a:spcAft>
                <a:spcPts val="0"/>
              </a:spcAft>
              <a:buClr>
                <a:srgbClr val="FFFFFF"/>
              </a:buClr>
              <a:buSzPts val="1200"/>
              <a:buFont typeface="Open Sans"/>
              <a:buNone/>
              <a:defRPr sz="1200">
                <a:solidFill>
                  <a:srgbClr val="FFFFFF"/>
                </a:solidFil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716" name="Google Shape;716;p179"/>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s--copy" showMasterSp="0">
  <p:cSld name="2 cols--copy">
    <p:spTree>
      <p:nvGrpSpPr>
        <p:cNvPr id="717" name="Shape 717"/>
        <p:cNvGrpSpPr/>
        <p:nvPr/>
      </p:nvGrpSpPr>
      <p:grpSpPr>
        <a:xfrm>
          <a:off x="0" y="0"/>
          <a:ext cx="0" cy="0"/>
          <a:chOff x="0" y="0"/>
          <a:chExt cx="0" cy="0"/>
        </a:xfrm>
      </p:grpSpPr>
      <p:sp>
        <p:nvSpPr>
          <p:cNvPr id="718" name="Google Shape;718;p180"/>
          <p:cNvSpPr/>
          <p:nvPr/>
        </p:nvSpPr>
        <p:spPr>
          <a:xfrm>
            <a:off x="0" y="6212925"/>
            <a:ext cx="12192000" cy="645075"/>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7" id="719" name="Google Shape;719;p180"/>
          <p:cNvPicPr preferRelativeResize="0"/>
          <p:nvPr/>
        </p:nvPicPr>
        <p:blipFill rotWithShape="1">
          <a:blip r:embed="rId2">
            <a:alphaModFix/>
          </a:blip>
          <a:srcRect b="0" l="0" r="0" t="0"/>
          <a:stretch/>
        </p:blipFill>
        <p:spPr>
          <a:xfrm>
            <a:off x="313559" y="6316626"/>
            <a:ext cx="1773873" cy="404849"/>
          </a:xfrm>
          <a:prstGeom prst="rect">
            <a:avLst/>
          </a:prstGeom>
          <a:noFill/>
          <a:ln>
            <a:noFill/>
          </a:ln>
        </p:spPr>
      </p:pic>
      <p:sp>
        <p:nvSpPr>
          <p:cNvPr id="720" name="Google Shape;720;p180"/>
          <p:cNvSpPr txBox="1"/>
          <p:nvPr>
            <p:ph type="title"/>
          </p:nvPr>
        </p:nvSpPr>
        <p:spPr>
          <a:xfrm>
            <a:off x="304800" y="609600"/>
            <a:ext cx="10972800" cy="762000"/>
          </a:xfrm>
          <a:prstGeom prst="rect">
            <a:avLst/>
          </a:prstGeom>
          <a:noFill/>
          <a:ln>
            <a:noFill/>
          </a:ln>
        </p:spPr>
        <p:txBody>
          <a:bodyPr anchorCtr="0" anchor="t" bIns="45700" lIns="45700" spcFirstLastPara="1" rIns="45700" wrap="square" tIns="45700">
            <a:normAutofit/>
          </a:bodyPr>
          <a:lstStyle>
            <a:lvl1pPr lvl="0" algn="l">
              <a:lnSpc>
                <a:spcPct val="100000"/>
              </a:lnSpc>
              <a:spcBef>
                <a:spcPts val="0"/>
              </a:spcBef>
              <a:spcAft>
                <a:spcPts val="0"/>
              </a:spcAft>
              <a:buClr>
                <a:srgbClr val="595959"/>
              </a:buClr>
              <a:buSzPts val="3000"/>
              <a:buFont typeface="Open Sans Light"/>
              <a:buNone/>
              <a:defRPr sz="3000"/>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cxnSp>
        <p:nvCxnSpPr>
          <p:cNvPr id="721" name="Google Shape;721;p180"/>
          <p:cNvCxnSpPr/>
          <p:nvPr/>
        </p:nvCxnSpPr>
        <p:spPr>
          <a:xfrm>
            <a:off x="406400" y="1256579"/>
            <a:ext cx="711200" cy="1"/>
          </a:xfrm>
          <a:prstGeom prst="straightConnector1">
            <a:avLst/>
          </a:prstGeom>
          <a:noFill/>
          <a:ln cap="flat" cmpd="sng" w="28575">
            <a:solidFill>
              <a:srgbClr val="800000"/>
            </a:solidFill>
            <a:prstDash val="solid"/>
            <a:round/>
            <a:headEnd len="sm" w="sm" type="none"/>
            <a:tailEnd len="sm" w="sm" type="none"/>
          </a:ln>
        </p:spPr>
      </p:cxnSp>
      <p:sp>
        <p:nvSpPr>
          <p:cNvPr id="722" name="Google Shape;722;p180"/>
          <p:cNvSpPr txBox="1"/>
          <p:nvPr>
            <p:ph idx="1" type="body"/>
          </p:nvPr>
        </p:nvSpPr>
        <p:spPr>
          <a:xfrm>
            <a:off x="609600" y="1600200"/>
            <a:ext cx="5181600" cy="50292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500"/>
              </a:spcBef>
              <a:spcAft>
                <a:spcPts val="0"/>
              </a:spcAft>
              <a:buClr>
                <a:srgbClr val="132E3E"/>
              </a:buClr>
              <a:buSzPts val="2200"/>
              <a:buFont typeface="Open Sans"/>
              <a:buNone/>
              <a:defRPr sz="2200">
                <a:solidFill>
                  <a:srgbClr val="132E3E"/>
                </a:solidFill>
              </a:defRPr>
            </a:lvl1pPr>
            <a:lvl2pPr indent="-228600" lvl="1" marL="914400" algn="l">
              <a:lnSpc>
                <a:spcPct val="100000"/>
              </a:lnSpc>
              <a:spcBef>
                <a:spcPts val="500"/>
              </a:spcBef>
              <a:spcAft>
                <a:spcPts val="0"/>
              </a:spcAft>
              <a:buClr>
                <a:srgbClr val="132E3E"/>
              </a:buClr>
              <a:buSzPts val="2200"/>
              <a:buFont typeface="Open Sans"/>
              <a:buNone/>
              <a:defRPr sz="2200">
                <a:solidFill>
                  <a:srgbClr val="132E3E"/>
                </a:solidFill>
              </a:defRPr>
            </a:lvl2pPr>
            <a:lvl3pPr indent="-228600" lvl="2" marL="1371600" algn="l">
              <a:lnSpc>
                <a:spcPct val="100000"/>
              </a:lnSpc>
              <a:spcBef>
                <a:spcPts val="500"/>
              </a:spcBef>
              <a:spcAft>
                <a:spcPts val="0"/>
              </a:spcAft>
              <a:buClr>
                <a:srgbClr val="132E3E"/>
              </a:buClr>
              <a:buSzPts val="2200"/>
              <a:buFont typeface="Open Sans"/>
              <a:buNone/>
              <a:defRPr sz="2200">
                <a:solidFill>
                  <a:srgbClr val="132E3E"/>
                </a:solidFill>
              </a:defRPr>
            </a:lvl3pPr>
            <a:lvl4pPr indent="-228600" lvl="3" marL="1828800" algn="l">
              <a:lnSpc>
                <a:spcPct val="100000"/>
              </a:lnSpc>
              <a:spcBef>
                <a:spcPts val="500"/>
              </a:spcBef>
              <a:spcAft>
                <a:spcPts val="0"/>
              </a:spcAft>
              <a:buClr>
                <a:srgbClr val="132E3E"/>
              </a:buClr>
              <a:buSzPts val="2200"/>
              <a:buFont typeface="Open Sans"/>
              <a:buNone/>
              <a:defRPr sz="2200">
                <a:solidFill>
                  <a:srgbClr val="132E3E"/>
                </a:solidFill>
              </a:defRPr>
            </a:lvl4pPr>
            <a:lvl5pPr indent="-228600" lvl="4" marL="2286000" algn="l">
              <a:lnSpc>
                <a:spcPct val="100000"/>
              </a:lnSpc>
              <a:spcBef>
                <a:spcPts val="500"/>
              </a:spcBef>
              <a:spcAft>
                <a:spcPts val="0"/>
              </a:spcAft>
              <a:buClr>
                <a:srgbClr val="132E3E"/>
              </a:buClr>
              <a:buSzPts val="2200"/>
              <a:buFont typeface="Open Sans"/>
              <a:buNone/>
              <a:defRPr sz="2200">
                <a:solidFill>
                  <a:srgbClr val="132E3E"/>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723" name="Google Shape;723;p180"/>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mp; Bulleted Content - Dark backgrounds" showMasterSp="0">
  <p:cSld name="1_Title &amp; Bulleted Content - Dark backgrounds">
    <p:spTree>
      <p:nvGrpSpPr>
        <p:cNvPr id="724" name="Shape 724"/>
        <p:cNvGrpSpPr/>
        <p:nvPr/>
      </p:nvGrpSpPr>
      <p:grpSpPr>
        <a:xfrm>
          <a:off x="0" y="0"/>
          <a:ext cx="0" cy="0"/>
          <a:chOff x="0" y="0"/>
          <a:chExt cx="0" cy="0"/>
        </a:xfrm>
      </p:grpSpPr>
      <p:sp>
        <p:nvSpPr>
          <p:cNvPr id="725" name="Google Shape;725;p181"/>
          <p:cNvSpPr/>
          <p:nvPr/>
        </p:nvSpPr>
        <p:spPr>
          <a:xfrm>
            <a:off x="0" y="6212925"/>
            <a:ext cx="12192000" cy="645075"/>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sz="1800">
              <a:solidFill>
                <a:schemeClr val="dk1"/>
              </a:solidFill>
              <a:latin typeface="Helvetica Neue"/>
              <a:ea typeface="Helvetica Neue"/>
              <a:cs typeface="Helvetica Neue"/>
              <a:sym typeface="Helvetica Neue"/>
            </a:endParaRPr>
          </a:p>
        </p:txBody>
      </p:sp>
      <p:pic>
        <p:nvPicPr>
          <p:cNvPr descr="Picture 7" id="726" name="Google Shape;726;p181"/>
          <p:cNvPicPr preferRelativeResize="0"/>
          <p:nvPr/>
        </p:nvPicPr>
        <p:blipFill rotWithShape="1">
          <a:blip r:embed="rId2">
            <a:alphaModFix/>
          </a:blip>
          <a:srcRect b="0" l="0" r="0" t="0"/>
          <a:stretch/>
        </p:blipFill>
        <p:spPr>
          <a:xfrm>
            <a:off x="313559" y="6316626"/>
            <a:ext cx="1773873" cy="404849"/>
          </a:xfrm>
          <a:prstGeom prst="rect">
            <a:avLst/>
          </a:prstGeom>
          <a:noFill/>
          <a:ln>
            <a:noFill/>
          </a:ln>
        </p:spPr>
      </p:pic>
      <p:cxnSp>
        <p:nvCxnSpPr>
          <p:cNvPr id="727" name="Google Shape;727;p181"/>
          <p:cNvCxnSpPr/>
          <p:nvPr/>
        </p:nvCxnSpPr>
        <p:spPr>
          <a:xfrm>
            <a:off x="406400" y="1256579"/>
            <a:ext cx="711200" cy="1"/>
          </a:xfrm>
          <a:prstGeom prst="straightConnector1">
            <a:avLst/>
          </a:prstGeom>
          <a:noFill/>
          <a:ln cap="flat" cmpd="sng" w="28575">
            <a:solidFill>
              <a:srgbClr val="FFFFFF"/>
            </a:solidFill>
            <a:prstDash val="solid"/>
            <a:round/>
            <a:headEnd len="sm" w="sm" type="none"/>
            <a:tailEnd len="sm" w="sm" type="none"/>
          </a:ln>
        </p:spPr>
      </p:cxnSp>
      <p:sp>
        <p:nvSpPr>
          <p:cNvPr id="728" name="Google Shape;728;p181"/>
          <p:cNvSpPr txBox="1"/>
          <p:nvPr>
            <p:ph type="title"/>
          </p:nvPr>
        </p:nvSpPr>
        <p:spPr>
          <a:xfrm>
            <a:off x="304800" y="533400"/>
            <a:ext cx="11484000" cy="645076"/>
          </a:xfrm>
          <a:prstGeom prst="rect">
            <a:avLst/>
          </a:prstGeom>
          <a:noFill/>
          <a:ln>
            <a:noFill/>
          </a:ln>
        </p:spPr>
        <p:txBody>
          <a:bodyPr anchorCtr="0" anchor="t" bIns="45700" lIns="45700" spcFirstLastPara="1" rIns="45700" wrap="square" tIns="45700">
            <a:normAutofit/>
          </a:bodyPr>
          <a:lstStyle>
            <a:lvl1pPr lvl="0" algn="l">
              <a:lnSpc>
                <a:spcPct val="100000"/>
              </a:lnSpc>
              <a:spcBef>
                <a:spcPts val="0"/>
              </a:spcBef>
              <a:spcAft>
                <a:spcPts val="0"/>
              </a:spcAft>
              <a:buClr>
                <a:srgbClr val="FEEE9F"/>
              </a:buClr>
              <a:buSzPts val="3600"/>
              <a:buFont typeface="Open Sans Light"/>
              <a:buNone/>
              <a:defRPr>
                <a:solidFill>
                  <a:srgbClr val="FEEE9F"/>
                </a:solidFill>
              </a:defRPr>
            </a:lvl1pPr>
            <a:lvl2pPr lvl="1" algn="l">
              <a:lnSpc>
                <a:spcPct val="100000"/>
              </a:lnSpc>
              <a:spcBef>
                <a:spcPts val="0"/>
              </a:spcBef>
              <a:spcAft>
                <a:spcPts val="0"/>
              </a:spcAft>
              <a:buClr>
                <a:srgbClr val="595959"/>
              </a:buClr>
              <a:buSzPts val="1800"/>
              <a:buNone/>
              <a:defRPr/>
            </a:lvl2pPr>
            <a:lvl3pPr lvl="2" algn="l">
              <a:lnSpc>
                <a:spcPct val="100000"/>
              </a:lnSpc>
              <a:spcBef>
                <a:spcPts val="0"/>
              </a:spcBef>
              <a:spcAft>
                <a:spcPts val="0"/>
              </a:spcAft>
              <a:buClr>
                <a:srgbClr val="595959"/>
              </a:buClr>
              <a:buSzPts val="1800"/>
              <a:buNone/>
              <a:defRPr/>
            </a:lvl3pPr>
            <a:lvl4pPr lvl="3" algn="l">
              <a:lnSpc>
                <a:spcPct val="100000"/>
              </a:lnSpc>
              <a:spcBef>
                <a:spcPts val="0"/>
              </a:spcBef>
              <a:spcAft>
                <a:spcPts val="0"/>
              </a:spcAft>
              <a:buClr>
                <a:srgbClr val="595959"/>
              </a:buClr>
              <a:buSzPts val="1800"/>
              <a:buNone/>
              <a:defRPr/>
            </a:lvl4pPr>
            <a:lvl5pPr lvl="4" algn="l">
              <a:lnSpc>
                <a:spcPct val="100000"/>
              </a:lnSpc>
              <a:spcBef>
                <a:spcPts val="0"/>
              </a:spcBef>
              <a:spcAft>
                <a:spcPts val="0"/>
              </a:spcAft>
              <a:buClr>
                <a:srgbClr val="595959"/>
              </a:buClr>
              <a:buSzPts val="1800"/>
              <a:buNone/>
              <a:defRPr/>
            </a:lvl5pPr>
            <a:lvl6pPr lvl="5" algn="l">
              <a:lnSpc>
                <a:spcPct val="100000"/>
              </a:lnSpc>
              <a:spcBef>
                <a:spcPts val="0"/>
              </a:spcBef>
              <a:spcAft>
                <a:spcPts val="0"/>
              </a:spcAft>
              <a:buClr>
                <a:srgbClr val="595959"/>
              </a:buClr>
              <a:buSzPts val="1800"/>
              <a:buNone/>
              <a:defRPr/>
            </a:lvl6pPr>
            <a:lvl7pPr lvl="6" algn="l">
              <a:lnSpc>
                <a:spcPct val="100000"/>
              </a:lnSpc>
              <a:spcBef>
                <a:spcPts val="0"/>
              </a:spcBef>
              <a:spcAft>
                <a:spcPts val="0"/>
              </a:spcAft>
              <a:buClr>
                <a:srgbClr val="595959"/>
              </a:buClr>
              <a:buSzPts val="1800"/>
              <a:buNone/>
              <a:defRPr/>
            </a:lvl7pPr>
            <a:lvl8pPr lvl="7" algn="l">
              <a:lnSpc>
                <a:spcPct val="100000"/>
              </a:lnSpc>
              <a:spcBef>
                <a:spcPts val="0"/>
              </a:spcBef>
              <a:spcAft>
                <a:spcPts val="0"/>
              </a:spcAft>
              <a:buClr>
                <a:srgbClr val="595959"/>
              </a:buClr>
              <a:buSzPts val="1800"/>
              <a:buNone/>
              <a:defRPr/>
            </a:lvl8pPr>
            <a:lvl9pPr lvl="8" algn="l">
              <a:lnSpc>
                <a:spcPct val="100000"/>
              </a:lnSpc>
              <a:spcBef>
                <a:spcPts val="0"/>
              </a:spcBef>
              <a:spcAft>
                <a:spcPts val="0"/>
              </a:spcAft>
              <a:buClr>
                <a:srgbClr val="595959"/>
              </a:buClr>
              <a:buSzPts val="1800"/>
              <a:buNone/>
              <a:defRPr/>
            </a:lvl9pPr>
          </a:lstStyle>
          <a:p/>
        </p:txBody>
      </p:sp>
      <p:sp>
        <p:nvSpPr>
          <p:cNvPr id="729" name="Google Shape;729;p181"/>
          <p:cNvSpPr txBox="1"/>
          <p:nvPr>
            <p:ph idx="1" type="body"/>
          </p:nvPr>
        </p:nvSpPr>
        <p:spPr>
          <a:xfrm>
            <a:off x="354000" y="1604155"/>
            <a:ext cx="11484000" cy="4568045"/>
          </a:xfrm>
          <a:prstGeom prst="rect">
            <a:avLst/>
          </a:prstGeom>
          <a:noFill/>
          <a:ln>
            <a:noFill/>
          </a:ln>
        </p:spPr>
        <p:txBody>
          <a:bodyPr anchorCtr="0" anchor="t" bIns="45700" lIns="45700" spcFirstLastPara="1" rIns="45700" wrap="square" tIns="45700">
            <a:normAutofit/>
          </a:bodyPr>
          <a:lstStyle>
            <a:lvl1pPr indent="-406400" lvl="0" marL="457200" algn="l">
              <a:lnSpc>
                <a:spcPct val="100000"/>
              </a:lnSpc>
              <a:spcBef>
                <a:spcPts val="600"/>
              </a:spcBef>
              <a:spcAft>
                <a:spcPts val="0"/>
              </a:spcAft>
              <a:buClr>
                <a:srgbClr val="FFFFFF"/>
              </a:buClr>
              <a:buSzPts val="2800"/>
              <a:buChar char="▸"/>
              <a:defRPr>
                <a:solidFill>
                  <a:srgbClr val="FFFFFF"/>
                </a:solidFill>
              </a:defRPr>
            </a:lvl1pPr>
            <a:lvl2pPr indent="-370840" lvl="1" marL="914400" algn="l">
              <a:lnSpc>
                <a:spcPct val="100000"/>
              </a:lnSpc>
              <a:spcBef>
                <a:spcPts val="600"/>
              </a:spcBef>
              <a:spcAft>
                <a:spcPts val="0"/>
              </a:spcAft>
              <a:buClr>
                <a:srgbClr val="FFFFFF"/>
              </a:buClr>
              <a:buSzPts val="2240"/>
              <a:buChar char="▪"/>
              <a:defRPr>
                <a:solidFill>
                  <a:srgbClr val="FFFFFF"/>
                </a:solidFill>
              </a:defRPr>
            </a:lvl2pPr>
            <a:lvl3pPr indent="-406400" lvl="2" marL="1371600" algn="l">
              <a:lnSpc>
                <a:spcPct val="100000"/>
              </a:lnSpc>
              <a:spcBef>
                <a:spcPts val="600"/>
              </a:spcBef>
              <a:spcAft>
                <a:spcPts val="0"/>
              </a:spcAft>
              <a:buClr>
                <a:srgbClr val="FFFFFF"/>
              </a:buClr>
              <a:buSzPts val="2800"/>
              <a:buChar char="•"/>
              <a:defRPr>
                <a:solidFill>
                  <a:srgbClr val="FFFFFF"/>
                </a:solidFill>
              </a:defRPr>
            </a:lvl3pPr>
            <a:lvl4pPr indent="-406400" lvl="3" marL="1828800" algn="l">
              <a:lnSpc>
                <a:spcPct val="100000"/>
              </a:lnSpc>
              <a:spcBef>
                <a:spcPts val="600"/>
              </a:spcBef>
              <a:spcAft>
                <a:spcPts val="0"/>
              </a:spcAft>
              <a:buClr>
                <a:srgbClr val="FFFFFF"/>
              </a:buClr>
              <a:buSzPts val="2800"/>
              <a:buChar char="✓"/>
              <a:defRPr>
                <a:solidFill>
                  <a:srgbClr val="FFFFFF"/>
                </a:solidFill>
              </a:defRPr>
            </a:lvl4pPr>
            <a:lvl5pPr indent="-406400" lvl="4" marL="2286000" algn="l">
              <a:lnSpc>
                <a:spcPct val="100000"/>
              </a:lnSpc>
              <a:spcBef>
                <a:spcPts val="600"/>
              </a:spcBef>
              <a:spcAft>
                <a:spcPts val="0"/>
              </a:spcAft>
              <a:buClr>
                <a:srgbClr val="FFFFFF"/>
              </a:buClr>
              <a:buSzPts val="2800"/>
              <a:buChar char="o"/>
              <a:defRPr>
                <a:solidFill>
                  <a:srgbClr val="FFFFFF"/>
                </a:solidFill>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730" name="Google Shape;730;p181"/>
          <p:cNvSpPr txBox="1"/>
          <p:nvPr>
            <p:ph idx="2" type="body"/>
          </p:nvPr>
        </p:nvSpPr>
        <p:spPr>
          <a:xfrm>
            <a:off x="7518000" y="6400800"/>
            <a:ext cx="4320000" cy="288001"/>
          </a:xfrm>
          <a:prstGeom prst="rect">
            <a:avLst/>
          </a:prstGeom>
          <a:noFill/>
          <a:ln>
            <a:noFill/>
          </a:ln>
        </p:spPr>
        <p:txBody>
          <a:bodyPr anchorCtr="0" anchor="ctr" bIns="45700" lIns="45700" spcFirstLastPara="1" rIns="45700" wrap="square" tIns="45700">
            <a:normAutofit/>
          </a:bodyPr>
          <a:lstStyle>
            <a:lvl1pPr indent="-228600" lvl="0" marL="457200" algn="r">
              <a:lnSpc>
                <a:spcPct val="100000"/>
              </a:lnSpc>
              <a:spcBef>
                <a:spcPts val="200"/>
              </a:spcBef>
              <a:spcAft>
                <a:spcPts val="0"/>
              </a:spcAft>
              <a:buClr>
                <a:srgbClr val="FFFFFF"/>
              </a:buClr>
              <a:buSzPts val="1200"/>
              <a:buFont typeface="Open Sans"/>
              <a:buNone/>
              <a:defRPr sz="1200">
                <a:solidFill>
                  <a:srgbClr val="FFFFFF"/>
                </a:solidFill>
              </a:defRPr>
            </a:lvl1pPr>
            <a:lvl2pPr indent="-320040" lvl="1" marL="914400" algn="l">
              <a:lnSpc>
                <a:spcPct val="100000"/>
              </a:lnSpc>
              <a:spcBef>
                <a:spcPts val="600"/>
              </a:spcBef>
              <a:spcAft>
                <a:spcPts val="0"/>
              </a:spcAft>
              <a:buSzPts val="1440"/>
              <a:buChar char="▪"/>
              <a:defRPr/>
            </a:lvl2pPr>
            <a:lvl3pPr indent="-342900" lvl="2" marL="1371600" algn="l">
              <a:lnSpc>
                <a:spcPct val="100000"/>
              </a:lnSpc>
              <a:spcBef>
                <a:spcPts val="600"/>
              </a:spcBef>
              <a:spcAft>
                <a:spcPts val="0"/>
              </a:spcAft>
              <a:buSzPts val="1800"/>
              <a:buChar char="•"/>
              <a:defRPr/>
            </a:lvl3pPr>
            <a:lvl4pPr indent="-342900" lvl="3" marL="1828800" algn="l">
              <a:lnSpc>
                <a:spcPct val="100000"/>
              </a:lnSpc>
              <a:spcBef>
                <a:spcPts val="600"/>
              </a:spcBef>
              <a:spcAft>
                <a:spcPts val="0"/>
              </a:spcAft>
              <a:buSzPts val="1800"/>
              <a:buChar char="✓"/>
              <a:defRPr/>
            </a:lvl4pPr>
            <a:lvl5pPr indent="-342900" lvl="4" marL="2286000" algn="l">
              <a:lnSpc>
                <a:spcPct val="100000"/>
              </a:lnSpc>
              <a:spcBef>
                <a:spcPts val="600"/>
              </a:spcBef>
              <a:spcAft>
                <a:spcPts val="0"/>
              </a:spcAft>
              <a:buSzPts val="1800"/>
              <a:buChar char="o"/>
              <a:defRPr/>
            </a:lvl5pPr>
            <a:lvl6pPr indent="-342900" lvl="5" marL="2743200" algn="l">
              <a:lnSpc>
                <a:spcPct val="100000"/>
              </a:lnSpc>
              <a:spcBef>
                <a:spcPts val="600"/>
              </a:spcBef>
              <a:spcAft>
                <a:spcPts val="0"/>
              </a:spcAft>
              <a:buSzPts val="1800"/>
              <a:buChar char="•"/>
              <a:defRPr/>
            </a:lvl6pPr>
            <a:lvl7pPr indent="-342900" lvl="6" marL="3200400" algn="l">
              <a:lnSpc>
                <a:spcPct val="100000"/>
              </a:lnSpc>
              <a:spcBef>
                <a:spcPts val="600"/>
              </a:spcBef>
              <a:spcAft>
                <a:spcPts val="0"/>
              </a:spcAft>
              <a:buSzPts val="1800"/>
              <a:buChar char="•"/>
              <a:defRPr/>
            </a:lvl7pPr>
            <a:lvl8pPr indent="-342900" lvl="7" marL="3657600" algn="l">
              <a:lnSpc>
                <a:spcPct val="100000"/>
              </a:lnSpc>
              <a:spcBef>
                <a:spcPts val="600"/>
              </a:spcBef>
              <a:spcAft>
                <a:spcPts val="0"/>
              </a:spcAft>
              <a:buSzPts val="1800"/>
              <a:buChar char="•"/>
              <a:defRPr/>
            </a:lvl8pPr>
            <a:lvl9pPr indent="-342900" lvl="8" marL="4114800" algn="l">
              <a:lnSpc>
                <a:spcPct val="100000"/>
              </a:lnSpc>
              <a:spcBef>
                <a:spcPts val="600"/>
              </a:spcBef>
              <a:spcAft>
                <a:spcPts val="0"/>
              </a:spcAft>
              <a:buSzPts val="1800"/>
              <a:buChar char="•"/>
              <a:defRPr/>
            </a:lvl9pPr>
          </a:lstStyle>
          <a:p/>
        </p:txBody>
      </p:sp>
      <p:sp>
        <p:nvSpPr>
          <p:cNvPr id="731" name="Google Shape;731;p181"/>
          <p:cNvSpPr txBox="1"/>
          <p:nvPr>
            <p:ph idx="12" type="sldNum"/>
          </p:nvPr>
        </p:nvSpPr>
        <p:spPr>
          <a:xfrm>
            <a:off x="5892800" y="6172200"/>
            <a:ext cx="2844800" cy="368301"/>
          </a:xfrm>
          <a:prstGeom prst="rect">
            <a:avLst/>
          </a:prstGeom>
          <a:noFill/>
          <a:ln>
            <a:noFill/>
          </a:ln>
        </p:spPr>
        <p:txBody>
          <a:bodyPr anchorCtr="0" anchor="ctr" bIns="45700" lIns="45700" spcFirstLastPara="1" rIns="45700" wrap="square" tIns="45700">
            <a:spAutoFit/>
          </a:bodyPr>
          <a:lstStyle>
            <a:lvl1pPr indent="0" lvl="0" marL="0" algn="r">
              <a:spcBef>
                <a:spcPts val="0"/>
              </a:spcBef>
              <a:buNone/>
              <a:defRPr sz="1200">
                <a:solidFill>
                  <a:srgbClr val="132E3E"/>
                </a:solidFill>
                <a:latin typeface="Arial"/>
                <a:ea typeface="Arial"/>
                <a:cs typeface="Arial"/>
                <a:sym typeface="Arial"/>
              </a:defRPr>
            </a:lvl1pPr>
            <a:lvl2pPr indent="0" lvl="1" marL="0" algn="r">
              <a:spcBef>
                <a:spcPts val="0"/>
              </a:spcBef>
              <a:buNone/>
              <a:defRPr sz="1200">
                <a:solidFill>
                  <a:srgbClr val="132E3E"/>
                </a:solidFill>
                <a:latin typeface="Arial"/>
                <a:ea typeface="Arial"/>
                <a:cs typeface="Arial"/>
                <a:sym typeface="Arial"/>
              </a:defRPr>
            </a:lvl2pPr>
            <a:lvl3pPr indent="0" lvl="2" marL="0" algn="r">
              <a:spcBef>
                <a:spcPts val="0"/>
              </a:spcBef>
              <a:buNone/>
              <a:defRPr sz="1200">
                <a:solidFill>
                  <a:srgbClr val="132E3E"/>
                </a:solidFill>
                <a:latin typeface="Arial"/>
                <a:ea typeface="Arial"/>
                <a:cs typeface="Arial"/>
                <a:sym typeface="Arial"/>
              </a:defRPr>
            </a:lvl3pPr>
            <a:lvl4pPr indent="0" lvl="3" marL="0" algn="r">
              <a:spcBef>
                <a:spcPts val="0"/>
              </a:spcBef>
              <a:buNone/>
              <a:defRPr sz="1200">
                <a:solidFill>
                  <a:srgbClr val="132E3E"/>
                </a:solidFill>
                <a:latin typeface="Arial"/>
                <a:ea typeface="Arial"/>
                <a:cs typeface="Arial"/>
                <a:sym typeface="Arial"/>
              </a:defRPr>
            </a:lvl4pPr>
            <a:lvl5pPr indent="0" lvl="4" marL="0" algn="r">
              <a:spcBef>
                <a:spcPts val="0"/>
              </a:spcBef>
              <a:buNone/>
              <a:defRPr sz="1200">
                <a:solidFill>
                  <a:srgbClr val="132E3E"/>
                </a:solidFill>
                <a:latin typeface="Arial"/>
                <a:ea typeface="Arial"/>
                <a:cs typeface="Arial"/>
                <a:sym typeface="Arial"/>
              </a:defRPr>
            </a:lvl5pPr>
            <a:lvl6pPr indent="0" lvl="5" marL="0" algn="r">
              <a:spcBef>
                <a:spcPts val="0"/>
              </a:spcBef>
              <a:buNone/>
              <a:defRPr sz="1200">
                <a:solidFill>
                  <a:srgbClr val="132E3E"/>
                </a:solidFill>
                <a:latin typeface="Arial"/>
                <a:ea typeface="Arial"/>
                <a:cs typeface="Arial"/>
                <a:sym typeface="Arial"/>
              </a:defRPr>
            </a:lvl6pPr>
            <a:lvl7pPr indent="0" lvl="6" marL="0" algn="r">
              <a:spcBef>
                <a:spcPts val="0"/>
              </a:spcBef>
              <a:buNone/>
              <a:defRPr sz="1200">
                <a:solidFill>
                  <a:srgbClr val="132E3E"/>
                </a:solidFill>
                <a:latin typeface="Arial"/>
                <a:ea typeface="Arial"/>
                <a:cs typeface="Arial"/>
                <a:sym typeface="Arial"/>
              </a:defRPr>
            </a:lvl7pPr>
            <a:lvl8pPr indent="0" lvl="7" marL="0" algn="r">
              <a:spcBef>
                <a:spcPts val="0"/>
              </a:spcBef>
              <a:buNone/>
              <a:defRPr sz="1200">
                <a:solidFill>
                  <a:srgbClr val="132E3E"/>
                </a:solidFill>
                <a:latin typeface="Arial"/>
                <a:ea typeface="Arial"/>
                <a:cs typeface="Arial"/>
                <a:sym typeface="Arial"/>
              </a:defRPr>
            </a:lvl8pPr>
            <a:lvl9pPr indent="0" lvl="8" marL="0" algn="r">
              <a:spcBef>
                <a:spcPts val="0"/>
              </a:spcBef>
              <a:buNone/>
              <a:defRPr sz="1200">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mp; Bulleted Content - Dark backgrounds">
  <p:cSld name="1_Title &amp; Bulleted Content - Dark backgrounds">
    <p:spTree>
      <p:nvGrpSpPr>
        <p:cNvPr id="735" name="Shape 735"/>
        <p:cNvGrpSpPr/>
        <p:nvPr/>
      </p:nvGrpSpPr>
      <p:grpSpPr>
        <a:xfrm>
          <a:off x="0" y="0"/>
          <a:ext cx="0" cy="0"/>
          <a:chOff x="0" y="0"/>
          <a:chExt cx="0" cy="0"/>
        </a:xfrm>
      </p:grpSpPr>
      <p:sp>
        <p:nvSpPr>
          <p:cNvPr id="736" name="Google Shape;736;p36"/>
          <p:cNvSpPr txBox="1"/>
          <p:nvPr>
            <p:ph type="title"/>
          </p:nvPr>
        </p:nvSpPr>
        <p:spPr>
          <a:xfrm>
            <a:off x="304800" y="533400"/>
            <a:ext cx="11484000" cy="645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3600" u="none" cap="none" strike="noStrike">
                <a:solidFill>
                  <a:srgbClr val="FEEE9F"/>
                </a:solidFill>
                <a:latin typeface="Arial"/>
                <a:ea typeface="Arial"/>
                <a:cs typeface="Arial"/>
                <a:sym typeface="Arial"/>
              </a:defRPr>
            </a:lvl1pPr>
            <a:lvl2pPr lvl="1"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2pPr>
            <a:lvl3pPr lvl="2"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3pPr>
            <a:lvl4pPr lvl="3"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4pPr>
            <a:lvl5pPr lvl="4"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5pPr>
            <a:lvl6pPr lvl="5"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6pPr>
            <a:lvl7pPr lvl="6"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7pPr>
            <a:lvl8pPr lvl="7"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8pPr>
            <a:lvl9pPr lvl="8"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9pPr>
          </a:lstStyle>
          <a:p/>
        </p:txBody>
      </p:sp>
      <p:sp>
        <p:nvSpPr>
          <p:cNvPr id="737" name="Google Shape;737;p36"/>
          <p:cNvSpPr txBox="1"/>
          <p:nvPr>
            <p:ph idx="1" type="body"/>
          </p:nvPr>
        </p:nvSpPr>
        <p:spPr>
          <a:xfrm>
            <a:off x="354000" y="1604156"/>
            <a:ext cx="11484000" cy="4568044"/>
          </a:xfrm>
          <a:prstGeom prst="rect">
            <a:avLst/>
          </a:prstGeom>
          <a:noFill/>
          <a:ln>
            <a:noFill/>
          </a:ln>
        </p:spPr>
        <p:txBody>
          <a:bodyPr anchorCtr="0" anchor="t" bIns="45700" lIns="91425" spcFirstLastPara="1" rIns="91425" wrap="square" tIns="45700">
            <a:normAutofit/>
          </a:bodyPr>
          <a:lstStyle>
            <a:lvl1pPr indent="-406400" lvl="0" marL="457200" marR="0" rtl="0" algn="l">
              <a:spcBef>
                <a:spcPts val="560"/>
              </a:spcBef>
              <a:spcAft>
                <a:spcPts val="0"/>
              </a:spcAft>
              <a:buClr>
                <a:schemeClr val="lt1"/>
              </a:buClr>
              <a:buSzPts val="2800"/>
              <a:buFont typeface="Arimo"/>
              <a:buChar char="▸"/>
              <a:defRPr b="0" i="0" sz="2800" u="none" cap="none" strike="noStrike">
                <a:solidFill>
                  <a:schemeClr val="lt1"/>
                </a:solidFill>
                <a:latin typeface="Arial"/>
                <a:ea typeface="Arial"/>
                <a:cs typeface="Arial"/>
                <a:sym typeface="Arial"/>
              </a:defRPr>
            </a:lvl1pPr>
            <a:lvl2pPr indent="-350520" lvl="1" marL="914400" marR="0" rtl="0" algn="l">
              <a:spcBef>
                <a:spcPts val="480"/>
              </a:spcBef>
              <a:spcAft>
                <a:spcPts val="0"/>
              </a:spcAft>
              <a:buClr>
                <a:srgbClr val="063052"/>
              </a:buClr>
              <a:buSzPts val="1920"/>
              <a:buFont typeface="Noto Sans Symbols"/>
              <a:buChar char="▪"/>
              <a:defRPr b="0" i="0" sz="2400" u="none" cap="none" strike="noStrike">
                <a:solidFill>
                  <a:schemeClr val="lt1"/>
                </a:solidFill>
                <a:latin typeface="Arial"/>
                <a:ea typeface="Arial"/>
                <a:cs typeface="Arial"/>
                <a:sym typeface="Arial"/>
              </a:defRPr>
            </a:lvl2pPr>
            <a:lvl3pPr indent="-355600" lvl="2" marL="1371600" marR="0" rtl="0" algn="l">
              <a:spcBef>
                <a:spcPts val="400"/>
              </a:spcBef>
              <a:spcAft>
                <a:spcPts val="0"/>
              </a:spcAft>
              <a:buClr>
                <a:srgbClr val="800000"/>
              </a:buClr>
              <a:buSzPts val="2000"/>
              <a:buFont typeface="Arial"/>
              <a:buChar char="•"/>
              <a:defRPr b="0" i="0" sz="2000" u="none" cap="none" strike="noStrike">
                <a:solidFill>
                  <a:schemeClr val="lt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Noto Sans Symbols"/>
              <a:buChar char="✔"/>
              <a:defRPr b="0" i="0" sz="1800" u="none" cap="none" strike="noStrike">
                <a:solidFill>
                  <a:schemeClr val="lt1"/>
                </a:solidFill>
                <a:latin typeface="Arial"/>
                <a:ea typeface="Arial"/>
                <a:cs typeface="Arial"/>
                <a:sym typeface="Arial"/>
              </a:defRPr>
            </a:lvl4pPr>
            <a:lvl5pPr indent="-342900" lvl="4" marL="2286000" marR="0" rtl="0" algn="l">
              <a:spcBef>
                <a:spcPts val="360"/>
              </a:spcBef>
              <a:spcAft>
                <a:spcPts val="0"/>
              </a:spcAft>
              <a:buClr>
                <a:srgbClr val="800000"/>
              </a:buClr>
              <a:buSzPts val="1800"/>
              <a:buFont typeface="Courier New"/>
              <a:buChar char="o"/>
              <a:defRPr b="0" i="0" sz="1800" u="none" cap="none" strike="noStrike">
                <a:solidFill>
                  <a:schemeClr val="lt1"/>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
        <p:nvSpPr>
          <p:cNvPr id="738" name="Google Shape;738;p36"/>
          <p:cNvSpPr txBox="1"/>
          <p:nvPr>
            <p:ph idx="2" type="body"/>
          </p:nvPr>
        </p:nvSpPr>
        <p:spPr>
          <a:xfrm>
            <a:off x="7518000" y="6400800"/>
            <a:ext cx="4320000" cy="288000"/>
          </a:xfrm>
          <a:prstGeom prst="rect">
            <a:avLst/>
          </a:prstGeom>
          <a:noFill/>
          <a:ln>
            <a:noFill/>
          </a:ln>
        </p:spPr>
        <p:txBody>
          <a:bodyPr anchorCtr="0" anchor="ctr" bIns="45700" lIns="91425" spcFirstLastPara="1" rIns="91425" wrap="square" tIns="45700">
            <a:noAutofit/>
          </a:bodyPr>
          <a:lstStyle>
            <a:lvl1pPr indent="-228600" lvl="0" marL="457200" marR="0" rtl="0" algn="r">
              <a:spcBef>
                <a:spcPts val="240"/>
              </a:spcBef>
              <a:spcAft>
                <a:spcPts val="0"/>
              </a:spcAft>
              <a:buClr>
                <a:srgbClr val="800000"/>
              </a:buClr>
              <a:buSzPts val="1044"/>
              <a:buFont typeface="Arimo"/>
              <a:buNone/>
              <a:defRPr b="0" i="0" sz="1200" u="none" cap="none" strike="noStrike">
                <a:solidFill>
                  <a:schemeClr val="lt1"/>
                </a:solidFill>
                <a:latin typeface="Arial"/>
                <a:ea typeface="Arial"/>
                <a:cs typeface="Arial"/>
                <a:sym typeface="Arial"/>
              </a:defRPr>
            </a:lvl1pPr>
            <a:lvl2pPr indent="-289560" lvl="1" marL="914400" marR="0" rtl="0" algn="l">
              <a:spcBef>
                <a:spcPts val="240"/>
              </a:spcBef>
              <a:spcAft>
                <a:spcPts val="0"/>
              </a:spcAft>
              <a:buClr>
                <a:srgbClr val="063052"/>
              </a:buClr>
              <a:buSzPts val="960"/>
              <a:buFont typeface="Noto Sans Symbols"/>
              <a:buChar char="▪"/>
              <a:defRPr b="0" i="0" sz="1200" u="none" cap="none" strike="noStrike">
                <a:solidFill>
                  <a:schemeClr val="dk1"/>
                </a:solidFill>
                <a:latin typeface="Open Sans"/>
                <a:ea typeface="Open Sans"/>
                <a:cs typeface="Open Sans"/>
                <a:sym typeface="Open Sans"/>
              </a:defRPr>
            </a:lvl2pPr>
            <a:lvl3pPr indent="-304800" lvl="2" marL="1371600" marR="0" rtl="0" algn="l">
              <a:spcBef>
                <a:spcPts val="240"/>
              </a:spcBef>
              <a:spcAft>
                <a:spcPts val="0"/>
              </a:spcAft>
              <a:buClr>
                <a:srgbClr val="800000"/>
              </a:buClr>
              <a:buSzPts val="1200"/>
              <a:buFont typeface="Open Sans"/>
              <a:buChar char="•"/>
              <a:defRPr b="0" i="0" sz="1200" u="none" cap="none" strike="noStrike">
                <a:solidFill>
                  <a:schemeClr val="dk1"/>
                </a:solidFill>
                <a:latin typeface="Open Sans"/>
                <a:ea typeface="Open Sans"/>
                <a:cs typeface="Open Sans"/>
                <a:sym typeface="Open Sans"/>
              </a:defRPr>
            </a:lvl3pPr>
            <a:lvl4pPr indent="-304800" lvl="3" marL="1828800" marR="0" rtl="0" algn="l">
              <a:spcBef>
                <a:spcPts val="240"/>
              </a:spcBef>
              <a:spcAft>
                <a:spcPts val="0"/>
              </a:spcAft>
              <a:buClr>
                <a:schemeClr val="dk1"/>
              </a:buClr>
              <a:buSzPts val="1200"/>
              <a:buFont typeface="Noto Sans Symbols"/>
              <a:buChar char="✔"/>
              <a:defRPr b="0" i="0" sz="1200" u="none" cap="none" strike="noStrike">
                <a:solidFill>
                  <a:schemeClr val="dk1"/>
                </a:solidFill>
                <a:latin typeface="Open Sans"/>
                <a:ea typeface="Open Sans"/>
                <a:cs typeface="Open Sans"/>
                <a:sym typeface="Open Sans"/>
              </a:defRPr>
            </a:lvl4pPr>
            <a:lvl5pPr indent="-304800" lvl="4" marL="2286000" marR="0" rtl="0" algn="l">
              <a:spcBef>
                <a:spcPts val="240"/>
              </a:spcBef>
              <a:spcAft>
                <a:spcPts val="0"/>
              </a:spcAft>
              <a:buClr>
                <a:srgbClr val="800000"/>
              </a:buClr>
              <a:buSzPts val="1200"/>
              <a:buFont typeface="Courier New"/>
              <a:buChar char="o"/>
              <a:defRPr b="0" i="0" sz="1200" u="none" cap="none" strike="noStrike">
                <a:solidFill>
                  <a:srgbClr val="063052"/>
                </a:solidFill>
                <a:latin typeface="Open Sans"/>
                <a:ea typeface="Open Sans"/>
                <a:cs typeface="Open Sans"/>
                <a:sym typeface="Open Sans"/>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Tree>
  </p:cSld>
  <p:clrMapOvr>
    <a:masterClrMapping/>
  </p:clrMapOvr>
  <p:transition p14:dur="100">
    <p:cut/>
  </p:transition>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ed Content">
  <p:cSld name="Title &amp; Bulleted Content">
    <p:spTree>
      <p:nvGrpSpPr>
        <p:cNvPr id="739" name="Shape 739"/>
        <p:cNvGrpSpPr/>
        <p:nvPr/>
      </p:nvGrpSpPr>
      <p:grpSpPr>
        <a:xfrm>
          <a:off x="0" y="0"/>
          <a:ext cx="0" cy="0"/>
          <a:chOff x="0" y="0"/>
          <a:chExt cx="0" cy="0"/>
        </a:xfrm>
      </p:grpSpPr>
      <p:cxnSp>
        <p:nvCxnSpPr>
          <p:cNvPr id="740" name="Google Shape;740;p37"/>
          <p:cNvCxnSpPr/>
          <p:nvPr/>
        </p:nvCxnSpPr>
        <p:spPr>
          <a:xfrm>
            <a:off x="406400" y="1256580"/>
            <a:ext cx="711200" cy="0"/>
          </a:xfrm>
          <a:prstGeom prst="straightConnector1">
            <a:avLst/>
          </a:prstGeom>
          <a:noFill/>
          <a:ln cap="flat" cmpd="sng" w="28575">
            <a:solidFill>
              <a:srgbClr val="800000"/>
            </a:solidFill>
            <a:prstDash val="solid"/>
            <a:round/>
            <a:headEnd len="sm" w="sm" type="none"/>
            <a:tailEnd len="sm" w="sm" type="none"/>
          </a:ln>
        </p:spPr>
      </p:cxnSp>
      <p:sp>
        <p:nvSpPr>
          <p:cNvPr id="741" name="Google Shape;741;p37"/>
          <p:cNvSpPr txBox="1"/>
          <p:nvPr>
            <p:ph type="title"/>
          </p:nvPr>
        </p:nvSpPr>
        <p:spPr>
          <a:xfrm>
            <a:off x="304800" y="533400"/>
            <a:ext cx="11484000" cy="645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3600" u="none" cap="none" strike="noStrike">
                <a:solidFill>
                  <a:srgbClr val="595959"/>
                </a:solidFill>
                <a:latin typeface="Arial"/>
                <a:ea typeface="Arial"/>
                <a:cs typeface="Arial"/>
                <a:sym typeface="Arial"/>
              </a:defRPr>
            </a:lvl1pPr>
            <a:lvl2pPr lvl="1"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2pPr>
            <a:lvl3pPr lvl="2"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3pPr>
            <a:lvl4pPr lvl="3"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4pPr>
            <a:lvl5pPr lvl="4"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5pPr>
            <a:lvl6pPr lvl="5"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6pPr>
            <a:lvl7pPr lvl="6"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7pPr>
            <a:lvl8pPr lvl="7"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8pPr>
            <a:lvl9pPr lvl="8"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9pPr>
          </a:lstStyle>
          <a:p/>
        </p:txBody>
      </p:sp>
      <p:sp>
        <p:nvSpPr>
          <p:cNvPr id="742" name="Google Shape;742;p37"/>
          <p:cNvSpPr txBox="1"/>
          <p:nvPr>
            <p:ph idx="1" type="body"/>
          </p:nvPr>
        </p:nvSpPr>
        <p:spPr>
          <a:xfrm>
            <a:off x="354000" y="1604156"/>
            <a:ext cx="11484000" cy="4568044"/>
          </a:xfrm>
          <a:prstGeom prst="rect">
            <a:avLst/>
          </a:prstGeom>
          <a:noFill/>
          <a:ln>
            <a:noFill/>
          </a:ln>
        </p:spPr>
        <p:txBody>
          <a:bodyPr anchorCtr="0" anchor="t" bIns="45700" lIns="91425" spcFirstLastPara="1" rIns="91425" wrap="square" tIns="45700">
            <a:normAutofit/>
          </a:bodyPr>
          <a:lstStyle>
            <a:lvl1pPr indent="-406400" lvl="0" marL="457200" marR="0" rtl="0" algn="l">
              <a:spcBef>
                <a:spcPts val="560"/>
              </a:spcBef>
              <a:spcAft>
                <a:spcPts val="0"/>
              </a:spcAft>
              <a:buClr>
                <a:srgbClr val="800000"/>
              </a:buClr>
              <a:buSzPts val="2800"/>
              <a:buFont typeface="Arimo"/>
              <a:buChar char="▸"/>
              <a:defRPr b="0" i="0" sz="2800" u="none" cap="none" strike="noStrike">
                <a:solidFill>
                  <a:srgbClr val="595959"/>
                </a:solidFill>
                <a:latin typeface="Arial"/>
                <a:ea typeface="Arial"/>
                <a:cs typeface="Arial"/>
                <a:sym typeface="Arial"/>
              </a:defRPr>
            </a:lvl1pPr>
            <a:lvl2pPr indent="-350520" lvl="1" marL="914400" marR="0" rtl="0" algn="l">
              <a:spcBef>
                <a:spcPts val="480"/>
              </a:spcBef>
              <a:spcAft>
                <a:spcPts val="0"/>
              </a:spcAft>
              <a:buClr>
                <a:srgbClr val="063052"/>
              </a:buClr>
              <a:buSzPts val="1920"/>
              <a:buFont typeface="Noto Sans Symbols"/>
              <a:buChar char="▪"/>
              <a:defRPr b="0" i="0" sz="2400" u="none" cap="none" strike="noStrike">
                <a:solidFill>
                  <a:srgbClr val="595959"/>
                </a:solidFill>
                <a:latin typeface="Arial"/>
                <a:ea typeface="Arial"/>
                <a:cs typeface="Arial"/>
                <a:sym typeface="Arial"/>
              </a:defRPr>
            </a:lvl2pPr>
            <a:lvl3pPr indent="-355600" lvl="2" marL="1371600" marR="0" rtl="0" algn="l">
              <a:spcBef>
                <a:spcPts val="400"/>
              </a:spcBef>
              <a:spcAft>
                <a:spcPts val="0"/>
              </a:spcAft>
              <a:buClr>
                <a:srgbClr val="800000"/>
              </a:buClr>
              <a:buSzPts val="2000"/>
              <a:buFont typeface="Arial"/>
              <a:buChar char="•"/>
              <a:defRPr b="0" i="0" sz="2000" u="none" cap="none" strike="noStrike">
                <a:solidFill>
                  <a:srgbClr val="595959"/>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Noto Sans Symbols"/>
              <a:buChar char="✔"/>
              <a:defRPr b="0" i="0" sz="1800" u="none" cap="none" strike="noStrike">
                <a:solidFill>
                  <a:srgbClr val="595959"/>
                </a:solidFill>
                <a:latin typeface="Arial"/>
                <a:ea typeface="Arial"/>
                <a:cs typeface="Arial"/>
                <a:sym typeface="Arial"/>
              </a:defRPr>
            </a:lvl4pPr>
            <a:lvl5pPr indent="-342900" lvl="4" marL="2286000" marR="0" rtl="0" algn="l">
              <a:spcBef>
                <a:spcPts val="360"/>
              </a:spcBef>
              <a:spcAft>
                <a:spcPts val="0"/>
              </a:spcAft>
              <a:buClr>
                <a:srgbClr val="800000"/>
              </a:buClr>
              <a:buSzPts val="1800"/>
              <a:buFont typeface="Courier New"/>
              <a:buChar char="o"/>
              <a:defRPr b="0" i="0" sz="1800" u="none" cap="none" strike="noStrike">
                <a:solidFill>
                  <a:srgbClr val="595959"/>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
        <p:nvSpPr>
          <p:cNvPr id="743" name="Google Shape;743;p37"/>
          <p:cNvSpPr txBox="1"/>
          <p:nvPr>
            <p:ph idx="2" type="body"/>
          </p:nvPr>
        </p:nvSpPr>
        <p:spPr>
          <a:xfrm>
            <a:off x="7518000" y="6400800"/>
            <a:ext cx="4320000" cy="288000"/>
          </a:xfrm>
          <a:prstGeom prst="rect">
            <a:avLst/>
          </a:prstGeom>
          <a:noFill/>
          <a:ln>
            <a:noFill/>
          </a:ln>
        </p:spPr>
        <p:txBody>
          <a:bodyPr anchorCtr="0" anchor="ctr" bIns="45700" lIns="91425" spcFirstLastPara="1" rIns="91425" wrap="square" tIns="45700">
            <a:noAutofit/>
          </a:bodyPr>
          <a:lstStyle>
            <a:lvl1pPr indent="-228600" lvl="0" marL="457200" marR="0" rtl="0" algn="r">
              <a:spcBef>
                <a:spcPts val="240"/>
              </a:spcBef>
              <a:spcAft>
                <a:spcPts val="0"/>
              </a:spcAft>
              <a:buClr>
                <a:srgbClr val="800000"/>
              </a:buClr>
              <a:buSzPts val="1044"/>
              <a:buFont typeface="Arimo"/>
              <a:buNone/>
              <a:defRPr b="0" i="0" sz="1200" u="none" cap="none" strike="noStrike">
                <a:solidFill>
                  <a:schemeClr val="lt1"/>
                </a:solidFill>
                <a:latin typeface="Arial"/>
                <a:ea typeface="Arial"/>
                <a:cs typeface="Arial"/>
                <a:sym typeface="Arial"/>
              </a:defRPr>
            </a:lvl1pPr>
            <a:lvl2pPr indent="-289560" lvl="1" marL="914400" marR="0" rtl="0" algn="l">
              <a:spcBef>
                <a:spcPts val="240"/>
              </a:spcBef>
              <a:spcAft>
                <a:spcPts val="0"/>
              </a:spcAft>
              <a:buClr>
                <a:srgbClr val="063052"/>
              </a:buClr>
              <a:buSzPts val="960"/>
              <a:buFont typeface="Noto Sans Symbols"/>
              <a:buChar char="▪"/>
              <a:defRPr b="0" i="0" sz="1200" u="none" cap="none" strike="noStrike">
                <a:solidFill>
                  <a:schemeClr val="dk1"/>
                </a:solidFill>
                <a:latin typeface="Open Sans"/>
                <a:ea typeface="Open Sans"/>
                <a:cs typeface="Open Sans"/>
                <a:sym typeface="Open Sans"/>
              </a:defRPr>
            </a:lvl2pPr>
            <a:lvl3pPr indent="-304800" lvl="2" marL="1371600" marR="0" rtl="0" algn="l">
              <a:spcBef>
                <a:spcPts val="240"/>
              </a:spcBef>
              <a:spcAft>
                <a:spcPts val="0"/>
              </a:spcAft>
              <a:buClr>
                <a:srgbClr val="800000"/>
              </a:buClr>
              <a:buSzPts val="1200"/>
              <a:buFont typeface="Open Sans"/>
              <a:buChar char="•"/>
              <a:defRPr b="0" i="0" sz="1200" u="none" cap="none" strike="noStrike">
                <a:solidFill>
                  <a:schemeClr val="dk1"/>
                </a:solidFill>
                <a:latin typeface="Open Sans"/>
                <a:ea typeface="Open Sans"/>
                <a:cs typeface="Open Sans"/>
                <a:sym typeface="Open Sans"/>
              </a:defRPr>
            </a:lvl3pPr>
            <a:lvl4pPr indent="-304800" lvl="3" marL="1828800" marR="0" rtl="0" algn="l">
              <a:spcBef>
                <a:spcPts val="240"/>
              </a:spcBef>
              <a:spcAft>
                <a:spcPts val="0"/>
              </a:spcAft>
              <a:buClr>
                <a:schemeClr val="dk1"/>
              </a:buClr>
              <a:buSzPts val="1200"/>
              <a:buFont typeface="Noto Sans Symbols"/>
              <a:buChar char="✔"/>
              <a:defRPr b="0" i="0" sz="1200" u="none" cap="none" strike="noStrike">
                <a:solidFill>
                  <a:schemeClr val="dk1"/>
                </a:solidFill>
                <a:latin typeface="Open Sans"/>
                <a:ea typeface="Open Sans"/>
                <a:cs typeface="Open Sans"/>
                <a:sym typeface="Open Sans"/>
              </a:defRPr>
            </a:lvl4pPr>
            <a:lvl5pPr indent="-304800" lvl="4" marL="2286000" marR="0" rtl="0" algn="l">
              <a:spcBef>
                <a:spcPts val="240"/>
              </a:spcBef>
              <a:spcAft>
                <a:spcPts val="0"/>
              </a:spcAft>
              <a:buClr>
                <a:srgbClr val="800000"/>
              </a:buClr>
              <a:buSzPts val="1200"/>
              <a:buFont typeface="Courier New"/>
              <a:buChar char="o"/>
              <a:defRPr b="0" i="0" sz="1200" u="none" cap="none" strike="noStrike">
                <a:solidFill>
                  <a:srgbClr val="063052"/>
                </a:solidFill>
                <a:latin typeface="Open Sans"/>
                <a:ea typeface="Open Sans"/>
                <a:cs typeface="Open Sans"/>
                <a:sym typeface="Open Sans"/>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Tree>
  </p:cSld>
  <p:clrMapOvr>
    <a:masterClrMapping/>
  </p:clrMapOvr>
  <p:transition p14:dur="100">
    <p:cut/>
  </p:transition>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dark bkgd" showMasterSp="0">
  <p:cSld name="Title Slide-dark bkgd">
    <p:bg>
      <p:bgPr>
        <a:blipFill>
          <a:blip r:embed="rId2">
            <a:alphaModFix/>
          </a:blip>
          <a:stretch>
            <a:fillRect/>
          </a:stretch>
        </a:blipFill>
      </p:bgPr>
    </p:bg>
    <p:spTree>
      <p:nvGrpSpPr>
        <p:cNvPr id="744" name="Shape 744"/>
        <p:cNvGrpSpPr/>
        <p:nvPr/>
      </p:nvGrpSpPr>
      <p:grpSpPr>
        <a:xfrm>
          <a:off x="0" y="0"/>
          <a:ext cx="0" cy="0"/>
          <a:chOff x="0" y="0"/>
          <a:chExt cx="0" cy="0"/>
        </a:xfrm>
      </p:grpSpPr>
      <p:sp>
        <p:nvSpPr>
          <p:cNvPr id="745" name="Google Shape;745;p66"/>
          <p:cNvSpPr/>
          <p:nvPr/>
        </p:nvSpPr>
        <p:spPr>
          <a:xfrm rot="10800000">
            <a:off x="-6282" y="0"/>
            <a:ext cx="12204565" cy="6858000"/>
          </a:xfrm>
          <a:prstGeom prst="rect">
            <a:avLst/>
          </a:prstGeom>
          <a:gradFill>
            <a:gsLst>
              <a:gs pos="0">
                <a:srgbClr val="1B2D44"/>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46" name="Google Shape;746;p66"/>
          <p:cNvPicPr preferRelativeResize="0"/>
          <p:nvPr/>
        </p:nvPicPr>
        <p:blipFill rotWithShape="1">
          <a:blip r:embed="rId3">
            <a:alphaModFix/>
          </a:blip>
          <a:srcRect b="0" l="0" r="0" t="0"/>
          <a:stretch/>
        </p:blipFill>
        <p:spPr>
          <a:xfrm>
            <a:off x="4573524" y="1671826"/>
            <a:ext cx="3044952" cy="694944"/>
          </a:xfrm>
          <a:prstGeom prst="rect">
            <a:avLst/>
          </a:prstGeom>
          <a:noFill/>
          <a:ln>
            <a:noFill/>
          </a:ln>
        </p:spPr>
      </p:pic>
      <p:cxnSp>
        <p:nvCxnSpPr>
          <p:cNvPr id="747" name="Google Shape;747;p66"/>
          <p:cNvCxnSpPr/>
          <p:nvPr/>
        </p:nvCxnSpPr>
        <p:spPr>
          <a:xfrm>
            <a:off x="1422400" y="2743200"/>
            <a:ext cx="9347200" cy="0"/>
          </a:xfrm>
          <a:prstGeom prst="straightConnector1">
            <a:avLst/>
          </a:prstGeom>
          <a:noFill/>
          <a:ln cap="flat" cmpd="sng" w="9525">
            <a:solidFill>
              <a:schemeClr val="lt1"/>
            </a:solidFill>
            <a:prstDash val="solid"/>
            <a:round/>
            <a:headEnd len="sm" w="sm" type="none"/>
            <a:tailEnd len="sm" w="sm" type="none"/>
          </a:ln>
        </p:spPr>
      </p:cxnSp>
      <p:sp>
        <p:nvSpPr>
          <p:cNvPr id="748" name="Google Shape;748;p66"/>
          <p:cNvSpPr txBox="1"/>
          <p:nvPr>
            <p:ph type="title"/>
          </p:nvPr>
        </p:nvSpPr>
        <p:spPr>
          <a:xfrm>
            <a:off x="838200" y="3200400"/>
            <a:ext cx="10515600" cy="685793"/>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4000" u="none" cap="none" strike="noStrike">
                <a:solidFill>
                  <a:srgbClr val="FFF0A0"/>
                </a:solidFill>
                <a:latin typeface="Arial"/>
                <a:ea typeface="Arial"/>
                <a:cs typeface="Arial"/>
                <a:sym typeface="Arial"/>
              </a:defRPr>
            </a:lvl1pPr>
            <a:lvl2pPr lvl="1"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2pPr>
            <a:lvl3pPr lvl="2"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3pPr>
            <a:lvl4pPr lvl="3"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4pPr>
            <a:lvl5pPr lvl="4"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5pPr>
            <a:lvl6pPr lvl="5"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6pPr>
            <a:lvl7pPr lvl="6"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7pPr>
            <a:lvl8pPr lvl="7"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8pPr>
            <a:lvl9pPr lvl="8"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9pPr>
          </a:lstStyle>
          <a:p/>
        </p:txBody>
      </p:sp>
      <p:sp>
        <p:nvSpPr>
          <p:cNvPr id="749" name="Google Shape;749;p66"/>
          <p:cNvSpPr txBox="1"/>
          <p:nvPr>
            <p:ph idx="1" type="body"/>
          </p:nvPr>
        </p:nvSpPr>
        <p:spPr>
          <a:xfrm>
            <a:off x="2197100" y="4038600"/>
            <a:ext cx="7797800" cy="914400"/>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600"/>
              </a:spcBef>
              <a:spcAft>
                <a:spcPts val="0"/>
              </a:spcAft>
              <a:buClr>
                <a:srgbClr val="800000"/>
              </a:buClr>
              <a:buSzPts val="2610"/>
              <a:buFont typeface="Arimo"/>
              <a:buNone/>
              <a:defRPr b="0" i="0" sz="3000" u="none" cap="none" strike="noStrike">
                <a:solidFill>
                  <a:srgbClr val="EBEBEB"/>
                </a:solidFill>
                <a:latin typeface="Arial"/>
                <a:ea typeface="Arial"/>
                <a:cs typeface="Arial"/>
                <a:sym typeface="Arial"/>
              </a:defRPr>
            </a:lvl1pPr>
            <a:lvl2pPr indent="-320040" lvl="1" marL="914400" marR="0" rtl="0" algn="l">
              <a:spcBef>
                <a:spcPts val="360"/>
              </a:spcBef>
              <a:spcAft>
                <a:spcPts val="0"/>
              </a:spcAft>
              <a:buClr>
                <a:srgbClr val="063052"/>
              </a:buClr>
              <a:buSzPts val="1440"/>
              <a:buFont typeface="Noto Sans Symbols"/>
              <a:buChar char="▪"/>
              <a:defRPr b="0" i="0" sz="1800" u="none" cap="none" strike="noStrike">
                <a:solidFill>
                  <a:schemeClr val="dk1"/>
                </a:solidFill>
                <a:latin typeface="Open Sans"/>
                <a:ea typeface="Open Sans"/>
                <a:cs typeface="Open Sans"/>
                <a:sym typeface="Open Sans"/>
              </a:defRPr>
            </a:lvl2pPr>
            <a:lvl3pPr indent="-342900" lvl="2" marL="1371600" marR="0" rtl="0" algn="l">
              <a:spcBef>
                <a:spcPts val="360"/>
              </a:spcBef>
              <a:spcAft>
                <a:spcPts val="0"/>
              </a:spcAft>
              <a:buClr>
                <a:srgbClr val="800000"/>
              </a:buClr>
              <a:buSzPts val="1800"/>
              <a:buFont typeface="Open Sans"/>
              <a:buChar char="•"/>
              <a:defRPr b="0" i="0" sz="1800" u="none" cap="none" strike="noStrike">
                <a:solidFill>
                  <a:schemeClr val="dk1"/>
                </a:solidFill>
                <a:latin typeface="Open Sans"/>
                <a:ea typeface="Open Sans"/>
                <a:cs typeface="Open Sans"/>
                <a:sym typeface="Open Sans"/>
              </a:defRPr>
            </a:lvl3pPr>
            <a:lvl4pPr indent="-330200" lvl="3" marL="1828800" marR="0" rtl="0" algn="l">
              <a:spcBef>
                <a:spcPts val="320"/>
              </a:spcBef>
              <a:spcAft>
                <a:spcPts val="0"/>
              </a:spcAft>
              <a:buClr>
                <a:schemeClr val="dk1"/>
              </a:buClr>
              <a:buSzPts val="1600"/>
              <a:buFont typeface="Noto Sans Symbols"/>
              <a:buChar char="✔"/>
              <a:defRPr b="0" i="0" sz="1600" u="none" cap="none" strike="noStrike">
                <a:solidFill>
                  <a:schemeClr val="dk1"/>
                </a:solidFill>
                <a:latin typeface="Open Sans"/>
                <a:ea typeface="Open Sans"/>
                <a:cs typeface="Open Sans"/>
                <a:sym typeface="Open Sans"/>
              </a:defRPr>
            </a:lvl4pPr>
            <a:lvl5pPr indent="-330200" lvl="4" marL="2286000" marR="0" rtl="0" algn="l">
              <a:spcBef>
                <a:spcPts val="320"/>
              </a:spcBef>
              <a:spcAft>
                <a:spcPts val="0"/>
              </a:spcAft>
              <a:buClr>
                <a:srgbClr val="800000"/>
              </a:buClr>
              <a:buSzPts val="1600"/>
              <a:buFont typeface="Courier New"/>
              <a:buChar char="o"/>
              <a:defRPr b="0" i="0" sz="1600" u="none" cap="none" strike="noStrike">
                <a:solidFill>
                  <a:srgbClr val="063052"/>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Tree>
  </p:cSld>
  <p:clrMapOvr>
    <a:masterClrMapping/>
  </p:clrMapOvr>
  <p:transition p14:dur="100">
    <p:cut/>
  </p:transition>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light bkgd" showMasterSp="0">
  <p:cSld name="Title Slide-light bkgd">
    <p:spTree>
      <p:nvGrpSpPr>
        <p:cNvPr id="750" name="Shape 750"/>
        <p:cNvGrpSpPr/>
        <p:nvPr/>
      </p:nvGrpSpPr>
      <p:grpSpPr>
        <a:xfrm>
          <a:off x="0" y="0"/>
          <a:ext cx="0" cy="0"/>
          <a:chOff x="0" y="0"/>
          <a:chExt cx="0" cy="0"/>
        </a:xfrm>
      </p:grpSpPr>
      <p:cxnSp>
        <p:nvCxnSpPr>
          <p:cNvPr id="751" name="Google Shape;751;p67"/>
          <p:cNvCxnSpPr/>
          <p:nvPr/>
        </p:nvCxnSpPr>
        <p:spPr>
          <a:xfrm>
            <a:off x="1422400" y="2743200"/>
            <a:ext cx="9347200" cy="0"/>
          </a:xfrm>
          <a:prstGeom prst="straightConnector1">
            <a:avLst/>
          </a:prstGeom>
          <a:noFill/>
          <a:ln cap="flat" cmpd="sng" w="9525">
            <a:solidFill>
              <a:srgbClr val="A9B2B1"/>
            </a:solidFill>
            <a:prstDash val="solid"/>
            <a:round/>
            <a:headEnd len="sm" w="sm" type="none"/>
            <a:tailEnd len="sm" w="sm" type="none"/>
          </a:ln>
        </p:spPr>
      </p:cxnSp>
      <p:sp>
        <p:nvSpPr>
          <p:cNvPr id="752" name="Google Shape;752;p67"/>
          <p:cNvSpPr txBox="1"/>
          <p:nvPr>
            <p:ph type="title"/>
          </p:nvPr>
        </p:nvSpPr>
        <p:spPr>
          <a:xfrm>
            <a:off x="838200" y="3200401"/>
            <a:ext cx="10515600" cy="5334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600" u="none" cap="none" strike="noStrike">
                <a:solidFill>
                  <a:srgbClr val="595959"/>
                </a:solidFill>
                <a:latin typeface="Arial"/>
                <a:ea typeface="Arial"/>
                <a:cs typeface="Arial"/>
                <a:sym typeface="Arial"/>
              </a:defRPr>
            </a:lvl1pPr>
            <a:lvl2pPr lvl="1"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2pPr>
            <a:lvl3pPr lvl="2"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3pPr>
            <a:lvl4pPr lvl="3"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4pPr>
            <a:lvl5pPr lvl="4"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5pPr>
            <a:lvl6pPr lvl="5"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6pPr>
            <a:lvl7pPr lvl="6"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7pPr>
            <a:lvl8pPr lvl="7"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8pPr>
            <a:lvl9pPr lvl="8"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9pPr>
          </a:lstStyle>
          <a:p/>
        </p:txBody>
      </p:sp>
      <p:sp>
        <p:nvSpPr>
          <p:cNvPr id="753" name="Google Shape;753;p67"/>
          <p:cNvSpPr txBox="1"/>
          <p:nvPr>
            <p:ph idx="1" type="body"/>
          </p:nvPr>
        </p:nvSpPr>
        <p:spPr>
          <a:xfrm>
            <a:off x="2197100" y="4038600"/>
            <a:ext cx="7797800" cy="914400"/>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400"/>
              </a:spcBef>
              <a:spcAft>
                <a:spcPts val="0"/>
              </a:spcAft>
              <a:buClr>
                <a:srgbClr val="800000"/>
              </a:buClr>
              <a:buSzPts val="1740"/>
              <a:buFont typeface="Arimo"/>
              <a:buNone/>
              <a:defRPr b="0" i="0" sz="2000" u="none" cap="none" strike="noStrike">
                <a:solidFill>
                  <a:srgbClr val="595959"/>
                </a:solidFill>
                <a:latin typeface="Arial"/>
                <a:ea typeface="Arial"/>
                <a:cs typeface="Arial"/>
                <a:sym typeface="Arial"/>
              </a:defRPr>
            </a:lvl1pPr>
            <a:lvl2pPr indent="-320040" lvl="1" marL="914400" marR="0" rtl="0" algn="l">
              <a:spcBef>
                <a:spcPts val="360"/>
              </a:spcBef>
              <a:spcAft>
                <a:spcPts val="0"/>
              </a:spcAft>
              <a:buClr>
                <a:srgbClr val="063052"/>
              </a:buClr>
              <a:buSzPts val="1440"/>
              <a:buFont typeface="Noto Sans Symbols"/>
              <a:buChar char="▪"/>
              <a:defRPr b="0" i="0" sz="1800" u="none" cap="none" strike="noStrike">
                <a:solidFill>
                  <a:schemeClr val="dk1"/>
                </a:solidFill>
                <a:latin typeface="Open Sans"/>
                <a:ea typeface="Open Sans"/>
                <a:cs typeface="Open Sans"/>
                <a:sym typeface="Open Sans"/>
              </a:defRPr>
            </a:lvl2pPr>
            <a:lvl3pPr indent="-342900" lvl="2" marL="1371600" marR="0" rtl="0" algn="l">
              <a:spcBef>
                <a:spcPts val="360"/>
              </a:spcBef>
              <a:spcAft>
                <a:spcPts val="0"/>
              </a:spcAft>
              <a:buClr>
                <a:srgbClr val="800000"/>
              </a:buClr>
              <a:buSzPts val="1800"/>
              <a:buFont typeface="Open Sans"/>
              <a:buChar char="•"/>
              <a:defRPr b="0" i="0" sz="1800" u="none" cap="none" strike="noStrike">
                <a:solidFill>
                  <a:schemeClr val="dk1"/>
                </a:solidFill>
                <a:latin typeface="Open Sans"/>
                <a:ea typeface="Open Sans"/>
                <a:cs typeface="Open Sans"/>
                <a:sym typeface="Open Sans"/>
              </a:defRPr>
            </a:lvl3pPr>
            <a:lvl4pPr indent="-330200" lvl="3" marL="1828800" marR="0" rtl="0" algn="l">
              <a:spcBef>
                <a:spcPts val="320"/>
              </a:spcBef>
              <a:spcAft>
                <a:spcPts val="0"/>
              </a:spcAft>
              <a:buClr>
                <a:schemeClr val="dk1"/>
              </a:buClr>
              <a:buSzPts val="1600"/>
              <a:buFont typeface="Noto Sans Symbols"/>
              <a:buChar char="✔"/>
              <a:defRPr b="0" i="0" sz="1600" u="none" cap="none" strike="noStrike">
                <a:solidFill>
                  <a:schemeClr val="dk1"/>
                </a:solidFill>
                <a:latin typeface="Open Sans"/>
                <a:ea typeface="Open Sans"/>
                <a:cs typeface="Open Sans"/>
                <a:sym typeface="Open Sans"/>
              </a:defRPr>
            </a:lvl4pPr>
            <a:lvl5pPr indent="-330200" lvl="4" marL="2286000" marR="0" rtl="0" algn="l">
              <a:spcBef>
                <a:spcPts val="320"/>
              </a:spcBef>
              <a:spcAft>
                <a:spcPts val="0"/>
              </a:spcAft>
              <a:buClr>
                <a:srgbClr val="800000"/>
              </a:buClr>
              <a:buSzPts val="1600"/>
              <a:buFont typeface="Courier New"/>
              <a:buChar char="o"/>
              <a:defRPr b="0" i="0" sz="1600" u="none" cap="none" strike="noStrike">
                <a:solidFill>
                  <a:srgbClr val="063052"/>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pic>
        <p:nvPicPr>
          <p:cNvPr id="754" name="Google Shape;754;p67"/>
          <p:cNvPicPr preferRelativeResize="0"/>
          <p:nvPr/>
        </p:nvPicPr>
        <p:blipFill rotWithShape="1">
          <a:blip r:embed="rId2">
            <a:alphaModFix/>
          </a:blip>
          <a:srcRect b="0" l="0" r="0" t="0"/>
          <a:stretch/>
        </p:blipFill>
        <p:spPr>
          <a:xfrm>
            <a:off x="4573524" y="1677404"/>
            <a:ext cx="3044952" cy="694944"/>
          </a:xfrm>
          <a:prstGeom prst="rect">
            <a:avLst/>
          </a:prstGeom>
          <a:noFill/>
          <a:ln>
            <a:noFill/>
          </a:ln>
        </p:spPr>
      </p:pic>
    </p:spTree>
  </p:cSld>
  <p:clrMapOvr>
    <a:masterClrMapping/>
  </p:clrMapOvr>
  <p:transition p14:dur="100">
    <p:cut/>
  </p:transition>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running copy">
  <p:cSld name="Title + running copy">
    <p:spTree>
      <p:nvGrpSpPr>
        <p:cNvPr id="755" name="Shape 755"/>
        <p:cNvGrpSpPr/>
        <p:nvPr/>
      </p:nvGrpSpPr>
      <p:grpSpPr>
        <a:xfrm>
          <a:off x="0" y="0"/>
          <a:ext cx="0" cy="0"/>
          <a:chOff x="0" y="0"/>
          <a:chExt cx="0" cy="0"/>
        </a:xfrm>
      </p:grpSpPr>
      <p:sp>
        <p:nvSpPr>
          <p:cNvPr id="756" name="Google Shape;756;p68"/>
          <p:cNvSpPr txBox="1"/>
          <p:nvPr>
            <p:ph type="title"/>
          </p:nvPr>
        </p:nvSpPr>
        <p:spPr>
          <a:xfrm>
            <a:off x="304800" y="533400"/>
            <a:ext cx="10972800" cy="64697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3600" u="none" cap="none" strike="noStrike">
                <a:solidFill>
                  <a:srgbClr val="595959"/>
                </a:solidFill>
                <a:latin typeface="Arial"/>
                <a:ea typeface="Arial"/>
                <a:cs typeface="Arial"/>
                <a:sym typeface="Arial"/>
              </a:defRPr>
            </a:lvl1pPr>
            <a:lvl2pPr lvl="1"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2pPr>
            <a:lvl3pPr lvl="2"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3pPr>
            <a:lvl4pPr lvl="3"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4pPr>
            <a:lvl5pPr lvl="4"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5pPr>
            <a:lvl6pPr lvl="5"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6pPr>
            <a:lvl7pPr lvl="6"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7pPr>
            <a:lvl8pPr lvl="7"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8pPr>
            <a:lvl9pPr lvl="8"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9pPr>
          </a:lstStyle>
          <a:p/>
        </p:txBody>
      </p:sp>
      <p:sp>
        <p:nvSpPr>
          <p:cNvPr id="757" name="Google Shape;757;p68"/>
          <p:cNvSpPr txBox="1"/>
          <p:nvPr>
            <p:ph idx="1" type="body"/>
          </p:nvPr>
        </p:nvSpPr>
        <p:spPr>
          <a:xfrm>
            <a:off x="354000" y="1604156"/>
            <a:ext cx="11484000" cy="4339444"/>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560"/>
              </a:spcBef>
              <a:spcAft>
                <a:spcPts val="0"/>
              </a:spcAft>
              <a:buClr>
                <a:srgbClr val="800000"/>
              </a:buClr>
              <a:buSzPts val="2800"/>
              <a:buFont typeface="Arimo"/>
              <a:buNone/>
              <a:defRPr b="0" i="0" sz="2800" u="none" cap="none" strike="noStrike">
                <a:solidFill>
                  <a:srgbClr val="595959"/>
                </a:solidFill>
                <a:latin typeface="Arial"/>
                <a:ea typeface="Arial"/>
                <a:cs typeface="Arial"/>
                <a:sym typeface="Arial"/>
              </a:defRPr>
            </a:lvl1pPr>
            <a:lvl2pPr indent="-228600" lvl="1" marL="914400" marR="0" rtl="0" algn="l">
              <a:spcBef>
                <a:spcPts val="400"/>
              </a:spcBef>
              <a:spcAft>
                <a:spcPts val="0"/>
              </a:spcAft>
              <a:buClr>
                <a:srgbClr val="063052"/>
              </a:buClr>
              <a:buSzPts val="1600"/>
              <a:buFont typeface="Noto Sans Symbols"/>
              <a:buNone/>
              <a:defRPr b="0" i="0" sz="2000" u="none" cap="none" strike="noStrike">
                <a:solidFill>
                  <a:srgbClr val="595959"/>
                </a:solidFill>
                <a:latin typeface="Open Sans"/>
                <a:ea typeface="Open Sans"/>
                <a:cs typeface="Open Sans"/>
                <a:sym typeface="Open Sans"/>
              </a:defRPr>
            </a:lvl2pPr>
            <a:lvl3pPr indent="-228600" lvl="2" marL="1371600" marR="0" rtl="0" algn="l">
              <a:spcBef>
                <a:spcPts val="360"/>
              </a:spcBef>
              <a:spcAft>
                <a:spcPts val="0"/>
              </a:spcAft>
              <a:buClr>
                <a:srgbClr val="800000"/>
              </a:buClr>
              <a:buSzPts val="1800"/>
              <a:buFont typeface="Open Sans"/>
              <a:buNone/>
              <a:defRPr b="0" i="0" sz="1800" u="none" cap="none" strike="noStrike">
                <a:solidFill>
                  <a:srgbClr val="595959"/>
                </a:solidFill>
                <a:latin typeface="Open Sans"/>
                <a:ea typeface="Open Sans"/>
                <a:cs typeface="Open Sans"/>
                <a:sym typeface="Open Sans"/>
              </a:defRPr>
            </a:lvl3pPr>
            <a:lvl4pPr indent="-228600" lvl="3" marL="1828800" marR="0" rtl="0" algn="l">
              <a:spcBef>
                <a:spcPts val="320"/>
              </a:spcBef>
              <a:spcAft>
                <a:spcPts val="0"/>
              </a:spcAft>
              <a:buClr>
                <a:schemeClr val="dk1"/>
              </a:buClr>
              <a:buSzPts val="1600"/>
              <a:buFont typeface="Noto Sans Symbols"/>
              <a:buNone/>
              <a:defRPr b="0" i="0" sz="1600" u="none" cap="none" strike="noStrike">
                <a:solidFill>
                  <a:srgbClr val="595959"/>
                </a:solidFill>
                <a:latin typeface="Open Sans"/>
                <a:ea typeface="Open Sans"/>
                <a:cs typeface="Open Sans"/>
                <a:sym typeface="Open Sans"/>
              </a:defRPr>
            </a:lvl4pPr>
            <a:lvl5pPr indent="-228600" lvl="4" marL="2286000" marR="0" rtl="0" algn="l">
              <a:spcBef>
                <a:spcPts val="320"/>
              </a:spcBef>
              <a:spcAft>
                <a:spcPts val="0"/>
              </a:spcAft>
              <a:buClr>
                <a:srgbClr val="800000"/>
              </a:buClr>
              <a:buSzPts val="1600"/>
              <a:buFont typeface="Courier New"/>
              <a:buNone/>
              <a:defRPr b="0" i="0" sz="1600" u="none" cap="none" strike="noStrike">
                <a:solidFill>
                  <a:srgbClr val="595959"/>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
        <p:nvSpPr>
          <p:cNvPr id="758" name="Google Shape;758;p68"/>
          <p:cNvSpPr txBox="1"/>
          <p:nvPr>
            <p:ph idx="2" type="body"/>
          </p:nvPr>
        </p:nvSpPr>
        <p:spPr>
          <a:xfrm>
            <a:off x="7518000" y="6400800"/>
            <a:ext cx="4320000" cy="288000"/>
          </a:xfrm>
          <a:prstGeom prst="rect">
            <a:avLst/>
          </a:prstGeom>
          <a:noFill/>
          <a:ln>
            <a:noFill/>
          </a:ln>
        </p:spPr>
        <p:txBody>
          <a:bodyPr anchorCtr="0" anchor="ctr" bIns="45700" lIns="91425" spcFirstLastPara="1" rIns="91425" wrap="square" tIns="45700">
            <a:noAutofit/>
          </a:bodyPr>
          <a:lstStyle>
            <a:lvl1pPr indent="-228600" lvl="0" marL="457200" marR="0" rtl="0" algn="r">
              <a:spcBef>
                <a:spcPts val="240"/>
              </a:spcBef>
              <a:spcAft>
                <a:spcPts val="0"/>
              </a:spcAft>
              <a:buClr>
                <a:srgbClr val="800000"/>
              </a:buClr>
              <a:buSzPts val="1044"/>
              <a:buFont typeface="Arimo"/>
              <a:buNone/>
              <a:defRPr b="0" i="0" sz="1200" u="none" cap="none" strike="noStrike">
                <a:solidFill>
                  <a:schemeClr val="lt1"/>
                </a:solidFill>
                <a:latin typeface="Arial"/>
                <a:ea typeface="Arial"/>
                <a:cs typeface="Arial"/>
                <a:sym typeface="Arial"/>
              </a:defRPr>
            </a:lvl1pPr>
            <a:lvl2pPr indent="-289560" lvl="1" marL="914400" marR="0" rtl="0" algn="l">
              <a:spcBef>
                <a:spcPts val="240"/>
              </a:spcBef>
              <a:spcAft>
                <a:spcPts val="0"/>
              </a:spcAft>
              <a:buClr>
                <a:srgbClr val="063052"/>
              </a:buClr>
              <a:buSzPts val="960"/>
              <a:buFont typeface="Noto Sans Symbols"/>
              <a:buChar char="▪"/>
              <a:defRPr b="0" i="0" sz="1200" u="none" cap="none" strike="noStrike">
                <a:solidFill>
                  <a:schemeClr val="dk1"/>
                </a:solidFill>
                <a:latin typeface="Open Sans"/>
                <a:ea typeface="Open Sans"/>
                <a:cs typeface="Open Sans"/>
                <a:sym typeface="Open Sans"/>
              </a:defRPr>
            </a:lvl2pPr>
            <a:lvl3pPr indent="-304800" lvl="2" marL="1371600" marR="0" rtl="0" algn="l">
              <a:spcBef>
                <a:spcPts val="240"/>
              </a:spcBef>
              <a:spcAft>
                <a:spcPts val="0"/>
              </a:spcAft>
              <a:buClr>
                <a:srgbClr val="800000"/>
              </a:buClr>
              <a:buSzPts val="1200"/>
              <a:buFont typeface="Open Sans"/>
              <a:buChar char="•"/>
              <a:defRPr b="0" i="0" sz="1200" u="none" cap="none" strike="noStrike">
                <a:solidFill>
                  <a:schemeClr val="dk1"/>
                </a:solidFill>
                <a:latin typeface="Open Sans"/>
                <a:ea typeface="Open Sans"/>
                <a:cs typeface="Open Sans"/>
                <a:sym typeface="Open Sans"/>
              </a:defRPr>
            </a:lvl3pPr>
            <a:lvl4pPr indent="-304800" lvl="3" marL="1828800" marR="0" rtl="0" algn="l">
              <a:spcBef>
                <a:spcPts val="240"/>
              </a:spcBef>
              <a:spcAft>
                <a:spcPts val="0"/>
              </a:spcAft>
              <a:buClr>
                <a:schemeClr val="dk1"/>
              </a:buClr>
              <a:buSzPts val="1200"/>
              <a:buFont typeface="Noto Sans Symbols"/>
              <a:buChar char="✔"/>
              <a:defRPr b="0" i="0" sz="1200" u="none" cap="none" strike="noStrike">
                <a:solidFill>
                  <a:schemeClr val="dk1"/>
                </a:solidFill>
                <a:latin typeface="Open Sans"/>
                <a:ea typeface="Open Sans"/>
                <a:cs typeface="Open Sans"/>
                <a:sym typeface="Open Sans"/>
              </a:defRPr>
            </a:lvl4pPr>
            <a:lvl5pPr indent="-304800" lvl="4" marL="2286000" marR="0" rtl="0" algn="l">
              <a:spcBef>
                <a:spcPts val="240"/>
              </a:spcBef>
              <a:spcAft>
                <a:spcPts val="0"/>
              </a:spcAft>
              <a:buClr>
                <a:srgbClr val="800000"/>
              </a:buClr>
              <a:buSzPts val="1200"/>
              <a:buFont typeface="Courier New"/>
              <a:buChar char="o"/>
              <a:defRPr b="0" i="0" sz="1200" u="none" cap="none" strike="noStrike">
                <a:solidFill>
                  <a:srgbClr val="063052"/>
                </a:solidFill>
                <a:latin typeface="Open Sans"/>
                <a:ea typeface="Open Sans"/>
                <a:cs typeface="Open Sans"/>
                <a:sym typeface="Open Sans"/>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Tree>
  </p:cSld>
  <p:clrMapOvr>
    <a:masterClrMapping/>
  </p:clrMapOvr>
  <p:transition p14:dur="100">
    <p:cut/>
  </p:transition>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s--bullets">
  <p:cSld name="2 cols--bullets">
    <p:spTree>
      <p:nvGrpSpPr>
        <p:cNvPr id="759" name="Shape 759"/>
        <p:cNvGrpSpPr/>
        <p:nvPr/>
      </p:nvGrpSpPr>
      <p:grpSpPr>
        <a:xfrm>
          <a:off x="0" y="0"/>
          <a:ext cx="0" cy="0"/>
          <a:chOff x="0" y="0"/>
          <a:chExt cx="0" cy="0"/>
        </a:xfrm>
      </p:grpSpPr>
      <p:sp>
        <p:nvSpPr>
          <p:cNvPr id="760" name="Google Shape;760;p69"/>
          <p:cNvSpPr txBox="1"/>
          <p:nvPr>
            <p:ph type="title"/>
          </p:nvPr>
        </p:nvSpPr>
        <p:spPr>
          <a:xfrm>
            <a:off x="304800" y="533400"/>
            <a:ext cx="10972800" cy="838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3600" u="none" cap="none" strike="noStrike">
                <a:solidFill>
                  <a:srgbClr val="595959"/>
                </a:solidFill>
                <a:latin typeface="Arial"/>
                <a:ea typeface="Arial"/>
                <a:cs typeface="Arial"/>
                <a:sym typeface="Arial"/>
              </a:defRPr>
            </a:lvl1pPr>
            <a:lvl2pPr lvl="1"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2pPr>
            <a:lvl3pPr lvl="2"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3pPr>
            <a:lvl4pPr lvl="3"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4pPr>
            <a:lvl5pPr lvl="4"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5pPr>
            <a:lvl6pPr lvl="5"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6pPr>
            <a:lvl7pPr lvl="6"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7pPr>
            <a:lvl8pPr lvl="7"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8pPr>
            <a:lvl9pPr lvl="8"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9pPr>
          </a:lstStyle>
          <a:p/>
        </p:txBody>
      </p:sp>
      <p:sp>
        <p:nvSpPr>
          <p:cNvPr id="761" name="Google Shape;761;p69"/>
          <p:cNvSpPr txBox="1"/>
          <p:nvPr>
            <p:ph idx="1" type="body"/>
          </p:nvPr>
        </p:nvSpPr>
        <p:spPr>
          <a:xfrm>
            <a:off x="711200" y="1600200"/>
            <a:ext cx="4978400" cy="5181600"/>
          </a:xfrm>
          <a:prstGeom prst="rect">
            <a:avLst/>
          </a:prstGeom>
          <a:noFill/>
          <a:ln>
            <a:noFill/>
          </a:ln>
        </p:spPr>
        <p:txBody>
          <a:bodyPr anchorCtr="0" anchor="t" bIns="45700" lIns="91425" spcFirstLastPara="1" rIns="91425" wrap="square" tIns="45700">
            <a:noAutofit/>
          </a:bodyPr>
          <a:lstStyle>
            <a:lvl1pPr indent="-361188" lvl="0" marL="457200" marR="0" rtl="0" algn="l">
              <a:spcBef>
                <a:spcPts val="480"/>
              </a:spcBef>
              <a:spcAft>
                <a:spcPts val="0"/>
              </a:spcAft>
              <a:buClr>
                <a:srgbClr val="800000"/>
              </a:buClr>
              <a:buSzPts val="2088"/>
              <a:buFont typeface="Arimo"/>
              <a:buChar char="▸"/>
              <a:defRPr b="0" i="0" sz="2400" u="none" cap="none" strike="noStrike">
                <a:solidFill>
                  <a:schemeClr val="dk1"/>
                </a:solidFill>
                <a:latin typeface="Arial"/>
                <a:ea typeface="Arial"/>
                <a:cs typeface="Arial"/>
                <a:sym typeface="Arial"/>
              </a:defRPr>
            </a:lvl1pPr>
            <a:lvl2pPr indent="-330200" lvl="1" marL="914400" marR="0" rtl="0" algn="l">
              <a:spcBef>
                <a:spcPts val="400"/>
              </a:spcBef>
              <a:spcAft>
                <a:spcPts val="0"/>
              </a:spcAft>
              <a:buClr>
                <a:srgbClr val="063052"/>
              </a:buClr>
              <a:buSzPts val="1600"/>
              <a:buFont typeface="Noto Sans Symbols"/>
              <a:buChar char="▪"/>
              <a:defRPr b="0" i="0" sz="20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rgbClr val="800000"/>
              </a:buClr>
              <a:buSzPts val="2000"/>
              <a:buFont typeface="Arial"/>
              <a:buChar char="•"/>
              <a:defRPr b="0" i="0" sz="20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rgbClr val="800000"/>
              </a:buClr>
              <a:buSzPts val="1600"/>
              <a:buFont typeface="Courier New"/>
              <a:buChar char="o"/>
              <a:defRPr b="0" i="0" sz="1600" u="none" cap="none" strike="noStrike">
                <a:solidFill>
                  <a:srgbClr val="063052"/>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
        <p:nvSpPr>
          <p:cNvPr id="762" name="Google Shape;762;p69"/>
          <p:cNvSpPr txBox="1"/>
          <p:nvPr>
            <p:ph idx="2" type="body"/>
          </p:nvPr>
        </p:nvSpPr>
        <p:spPr>
          <a:xfrm>
            <a:off x="6096000" y="1600200"/>
            <a:ext cx="4978400" cy="5181600"/>
          </a:xfrm>
          <a:prstGeom prst="rect">
            <a:avLst/>
          </a:prstGeom>
          <a:noFill/>
          <a:ln>
            <a:noFill/>
          </a:ln>
        </p:spPr>
        <p:txBody>
          <a:bodyPr anchorCtr="0" anchor="t" bIns="45700" lIns="91425" spcFirstLastPara="1" rIns="91425" wrap="square" tIns="45700">
            <a:noAutofit/>
          </a:bodyPr>
          <a:lstStyle>
            <a:lvl1pPr indent="-361188" lvl="0" marL="457200" marR="0" rtl="0" algn="l">
              <a:spcBef>
                <a:spcPts val="480"/>
              </a:spcBef>
              <a:spcAft>
                <a:spcPts val="0"/>
              </a:spcAft>
              <a:buClr>
                <a:srgbClr val="800000"/>
              </a:buClr>
              <a:buSzPts val="2088"/>
              <a:buFont typeface="Arimo"/>
              <a:buChar char="▸"/>
              <a:defRPr b="0" i="0" sz="2400" u="none" cap="none" strike="noStrike">
                <a:solidFill>
                  <a:schemeClr val="dk1"/>
                </a:solidFill>
                <a:latin typeface="Arial"/>
                <a:ea typeface="Arial"/>
                <a:cs typeface="Arial"/>
                <a:sym typeface="Arial"/>
              </a:defRPr>
            </a:lvl1pPr>
            <a:lvl2pPr indent="-330200" lvl="1" marL="914400" marR="0" rtl="0" algn="l">
              <a:spcBef>
                <a:spcPts val="400"/>
              </a:spcBef>
              <a:spcAft>
                <a:spcPts val="0"/>
              </a:spcAft>
              <a:buClr>
                <a:srgbClr val="063052"/>
              </a:buClr>
              <a:buSzPts val="1600"/>
              <a:buFont typeface="Noto Sans Symbols"/>
              <a:buChar char="▪"/>
              <a:defRPr b="0" i="0" sz="20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rgbClr val="800000"/>
              </a:buClr>
              <a:buSzPts val="2000"/>
              <a:buFont typeface="Arial"/>
              <a:buChar char="•"/>
              <a:defRPr b="0" i="0" sz="20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rgbClr val="800000"/>
              </a:buClr>
              <a:buSzPts val="1600"/>
              <a:buFont typeface="Courier New"/>
              <a:buChar char="o"/>
              <a:defRPr b="0" i="0" sz="1600" u="none" cap="none" strike="noStrike">
                <a:solidFill>
                  <a:srgbClr val="063052"/>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Tree>
  </p:cSld>
  <p:clrMapOvr>
    <a:masterClrMapping/>
  </p:clrMapOvr>
  <p:transition p14:dur="100">
    <p:cut/>
  </p:transition>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s--copy">
  <p:cSld name="2 cols--copy">
    <p:spTree>
      <p:nvGrpSpPr>
        <p:cNvPr id="763" name="Shape 763"/>
        <p:cNvGrpSpPr/>
        <p:nvPr/>
      </p:nvGrpSpPr>
      <p:grpSpPr>
        <a:xfrm>
          <a:off x="0" y="0"/>
          <a:ext cx="0" cy="0"/>
          <a:chOff x="0" y="0"/>
          <a:chExt cx="0" cy="0"/>
        </a:xfrm>
      </p:grpSpPr>
      <p:sp>
        <p:nvSpPr>
          <p:cNvPr id="764" name="Google Shape;764;p70"/>
          <p:cNvSpPr txBox="1"/>
          <p:nvPr>
            <p:ph type="title"/>
          </p:nvPr>
        </p:nvSpPr>
        <p:spPr>
          <a:xfrm>
            <a:off x="304800" y="609600"/>
            <a:ext cx="10972800" cy="762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3000" u="none" cap="none" strike="noStrike">
                <a:solidFill>
                  <a:srgbClr val="595959"/>
                </a:solidFill>
                <a:latin typeface="Arial"/>
                <a:ea typeface="Arial"/>
                <a:cs typeface="Arial"/>
                <a:sym typeface="Arial"/>
              </a:defRPr>
            </a:lvl1pPr>
            <a:lvl2pPr lvl="1"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2pPr>
            <a:lvl3pPr lvl="2"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3pPr>
            <a:lvl4pPr lvl="3"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4pPr>
            <a:lvl5pPr lvl="4"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5pPr>
            <a:lvl6pPr lvl="5"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6pPr>
            <a:lvl7pPr lvl="6"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7pPr>
            <a:lvl8pPr lvl="7"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8pPr>
            <a:lvl9pPr lvl="8"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9pPr>
          </a:lstStyle>
          <a:p/>
        </p:txBody>
      </p:sp>
      <p:sp>
        <p:nvSpPr>
          <p:cNvPr id="765" name="Google Shape;765;p70"/>
          <p:cNvSpPr txBox="1"/>
          <p:nvPr>
            <p:ph idx="1" type="body"/>
          </p:nvPr>
        </p:nvSpPr>
        <p:spPr>
          <a:xfrm>
            <a:off x="609600" y="1600200"/>
            <a:ext cx="5181600" cy="50292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40"/>
              </a:spcBef>
              <a:spcAft>
                <a:spcPts val="0"/>
              </a:spcAft>
              <a:buClr>
                <a:srgbClr val="800000"/>
              </a:buClr>
              <a:buSzPts val="1914"/>
              <a:buFont typeface="Arimo"/>
              <a:buNone/>
              <a:defRPr b="0" i="0" sz="2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Clr>
                <a:srgbClr val="063052"/>
              </a:buClr>
              <a:buSzPts val="1440"/>
              <a:buFont typeface="Noto Sans Symbols"/>
              <a:buNone/>
              <a:defRPr b="0" i="0" sz="1800" u="none" cap="none" strike="noStrike">
                <a:solidFill>
                  <a:schemeClr val="dk1"/>
                </a:solidFill>
                <a:latin typeface="Open Sans"/>
                <a:ea typeface="Open Sans"/>
                <a:cs typeface="Open Sans"/>
                <a:sym typeface="Open Sans"/>
              </a:defRPr>
            </a:lvl2pPr>
            <a:lvl3pPr indent="-228600" lvl="2" marL="1371600" marR="0" rtl="0" algn="l">
              <a:spcBef>
                <a:spcPts val="360"/>
              </a:spcBef>
              <a:spcAft>
                <a:spcPts val="0"/>
              </a:spcAft>
              <a:buClr>
                <a:srgbClr val="800000"/>
              </a:buClr>
              <a:buSzPts val="1800"/>
              <a:buFont typeface="Open Sans"/>
              <a:buNone/>
              <a:defRPr b="0" i="0" sz="1800" u="none" cap="none" strike="noStrike">
                <a:solidFill>
                  <a:schemeClr val="dk1"/>
                </a:solidFill>
                <a:latin typeface="Open Sans"/>
                <a:ea typeface="Open Sans"/>
                <a:cs typeface="Open Sans"/>
                <a:sym typeface="Open Sans"/>
              </a:defRPr>
            </a:lvl3pPr>
            <a:lvl4pPr indent="-228600" lvl="3" marL="1828800" marR="0" rtl="0" algn="l">
              <a:spcBef>
                <a:spcPts val="320"/>
              </a:spcBef>
              <a:spcAft>
                <a:spcPts val="0"/>
              </a:spcAft>
              <a:buClr>
                <a:schemeClr val="dk1"/>
              </a:buClr>
              <a:buSzPts val="1600"/>
              <a:buFont typeface="Noto Sans Symbols"/>
              <a:buNone/>
              <a:defRPr b="0" i="0" sz="1600" u="none" cap="none" strike="noStrike">
                <a:solidFill>
                  <a:schemeClr val="dk1"/>
                </a:solidFill>
                <a:latin typeface="Open Sans"/>
                <a:ea typeface="Open Sans"/>
                <a:cs typeface="Open Sans"/>
                <a:sym typeface="Open Sans"/>
              </a:defRPr>
            </a:lvl4pPr>
            <a:lvl5pPr indent="-228600" lvl="4" marL="2286000" marR="0" rtl="0" algn="l">
              <a:spcBef>
                <a:spcPts val="320"/>
              </a:spcBef>
              <a:spcAft>
                <a:spcPts val="0"/>
              </a:spcAft>
              <a:buClr>
                <a:srgbClr val="800000"/>
              </a:buClr>
              <a:buSzPts val="1600"/>
              <a:buFont typeface="Courier New"/>
              <a:buNone/>
              <a:defRPr b="0" i="0" sz="1600" u="none" cap="none" strike="noStrike">
                <a:solidFill>
                  <a:srgbClr val="063052"/>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
        <p:nvSpPr>
          <p:cNvPr id="766" name="Google Shape;766;p70"/>
          <p:cNvSpPr txBox="1"/>
          <p:nvPr>
            <p:ph idx="2" type="body"/>
          </p:nvPr>
        </p:nvSpPr>
        <p:spPr>
          <a:xfrm>
            <a:off x="6197600" y="1600200"/>
            <a:ext cx="5181600" cy="50292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40"/>
              </a:spcBef>
              <a:spcAft>
                <a:spcPts val="0"/>
              </a:spcAft>
              <a:buClr>
                <a:srgbClr val="800000"/>
              </a:buClr>
              <a:buSzPts val="1914"/>
              <a:buFont typeface="Arimo"/>
              <a:buNone/>
              <a:defRPr b="0" i="0" sz="2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Clr>
                <a:srgbClr val="063052"/>
              </a:buClr>
              <a:buSzPts val="1440"/>
              <a:buFont typeface="Noto Sans Symbols"/>
              <a:buNone/>
              <a:defRPr b="0" i="0" sz="1800" u="none" cap="none" strike="noStrike">
                <a:solidFill>
                  <a:schemeClr val="dk1"/>
                </a:solidFill>
                <a:latin typeface="Open Sans"/>
                <a:ea typeface="Open Sans"/>
                <a:cs typeface="Open Sans"/>
                <a:sym typeface="Open Sans"/>
              </a:defRPr>
            </a:lvl2pPr>
            <a:lvl3pPr indent="-228600" lvl="2" marL="1371600" marR="0" rtl="0" algn="l">
              <a:spcBef>
                <a:spcPts val="360"/>
              </a:spcBef>
              <a:spcAft>
                <a:spcPts val="0"/>
              </a:spcAft>
              <a:buClr>
                <a:srgbClr val="800000"/>
              </a:buClr>
              <a:buSzPts val="1800"/>
              <a:buFont typeface="Open Sans"/>
              <a:buNone/>
              <a:defRPr b="0" i="0" sz="1800" u="none" cap="none" strike="noStrike">
                <a:solidFill>
                  <a:schemeClr val="dk1"/>
                </a:solidFill>
                <a:latin typeface="Open Sans"/>
                <a:ea typeface="Open Sans"/>
                <a:cs typeface="Open Sans"/>
                <a:sym typeface="Open Sans"/>
              </a:defRPr>
            </a:lvl3pPr>
            <a:lvl4pPr indent="-228600" lvl="3" marL="1828800" marR="0" rtl="0" algn="l">
              <a:spcBef>
                <a:spcPts val="320"/>
              </a:spcBef>
              <a:spcAft>
                <a:spcPts val="0"/>
              </a:spcAft>
              <a:buClr>
                <a:schemeClr val="dk1"/>
              </a:buClr>
              <a:buSzPts val="1600"/>
              <a:buFont typeface="Noto Sans Symbols"/>
              <a:buNone/>
              <a:defRPr b="0" i="0" sz="1600" u="none" cap="none" strike="noStrike">
                <a:solidFill>
                  <a:schemeClr val="dk1"/>
                </a:solidFill>
                <a:latin typeface="Open Sans"/>
                <a:ea typeface="Open Sans"/>
                <a:cs typeface="Open Sans"/>
                <a:sym typeface="Open Sans"/>
              </a:defRPr>
            </a:lvl4pPr>
            <a:lvl5pPr indent="-228600" lvl="4" marL="2286000" marR="0" rtl="0" algn="l">
              <a:spcBef>
                <a:spcPts val="320"/>
              </a:spcBef>
              <a:spcAft>
                <a:spcPts val="0"/>
              </a:spcAft>
              <a:buClr>
                <a:srgbClr val="800000"/>
              </a:buClr>
              <a:buSzPts val="1600"/>
              <a:buFont typeface="Courier New"/>
              <a:buNone/>
              <a:defRPr b="0" i="0" sz="1600" u="none" cap="none" strike="noStrike">
                <a:solidFill>
                  <a:srgbClr val="063052"/>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Tree>
  </p:cSld>
  <p:clrMapOvr>
    <a:masterClrMapping/>
  </p:clrMapOvr>
  <p:transition p14:dur="100">
    <p:cut/>
  </p:transition>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With Title" showMasterSp="0">
  <p:cSld name="Image - With Title">
    <p:bg>
      <p:bgPr>
        <a:solidFill>
          <a:srgbClr val="F2F2F2"/>
        </a:solidFill>
      </p:bgPr>
    </p:bg>
    <p:spTree>
      <p:nvGrpSpPr>
        <p:cNvPr id="767" name="Shape 767"/>
        <p:cNvGrpSpPr/>
        <p:nvPr/>
      </p:nvGrpSpPr>
      <p:grpSpPr>
        <a:xfrm>
          <a:off x="0" y="0"/>
          <a:ext cx="0" cy="0"/>
          <a:chOff x="0" y="0"/>
          <a:chExt cx="0" cy="0"/>
        </a:xfrm>
      </p:grpSpPr>
      <p:sp>
        <p:nvSpPr>
          <p:cNvPr id="768" name="Google Shape;768;p71"/>
          <p:cNvSpPr txBox="1"/>
          <p:nvPr>
            <p:ph type="title"/>
          </p:nvPr>
        </p:nvSpPr>
        <p:spPr>
          <a:xfrm>
            <a:off x="304800" y="533400"/>
            <a:ext cx="11480800" cy="645075"/>
          </a:xfrm>
          <a:prstGeom prst="rect">
            <a:avLst/>
          </a:prstGeom>
          <a:gradFill>
            <a:gsLst>
              <a:gs pos="0">
                <a:srgbClr val="F2F2F2"/>
              </a:gs>
              <a:gs pos="50000">
                <a:srgbClr val="FFFFFF">
                  <a:alpha val="67059"/>
                </a:srgbClr>
              </a:gs>
              <a:gs pos="100000">
                <a:srgbClr val="FFFFFF">
                  <a:alpha val="0"/>
                </a:srgbClr>
              </a:gs>
            </a:gsLst>
            <a:lin ang="0" scaled="0"/>
          </a:grad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3600" u="none" cap="none" strike="noStrike">
                <a:solidFill>
                  <a:srgbClr val="595959"/>
                </a:solidFill>
                <a:latin typeface="Arial"/>
                <a:ea typeface="Arial"/>
                <a:cs typeface="Arial"/>
                <a:sym typeface="Arial"/>
              </a:defRPr>
            </a:lvl1pPr>
            <a:lvl2pPr lvl="1"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2pPr>
            <a:lvl3pPr lvl="2"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3pPr>
            <a:lvl4pPr lvl="3"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4pPr>
            <a:lvl5pPr lvl="4"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5pPr>
            <a:lvl6pPr lvl="5"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6pPr>
            <a:lvl7pPr lvl="6"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7pPr>
            <a:lvl8pPr lvl="7"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8pPr>
            <a:lvl9pPr lvl="8"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9pPr>
          </a:lstStyle>
          <a:p/>
        </p:txBody>
      </p:sp>
      <p:sp>
        <p:nvSpPr>
          <p:cNvPr id="769" name="Google Shape;769;p71"/>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70" name="Google Shape;770;p71"/>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
        <p:nvSpPr>
          <p:cNvPr id="771" name="Google Shape;771;p71"/>
          <p:cNvSpPr txBox="1"/>
          <p:nvPr>
            <p:ph idx="1" type="body"/>
          </p:nvPr>
        </p:nvSpPr>
        <p:spPr>
          <a:xfrm>
            <a:off x="7518000" y="6400800"/>
            <a:ext cx="4320000" cy="288000"/>
          </a:xfrm>
          <a:prstGeom prst="rect">
            <a:avLst/>
          </a:prstGeom>
          <a:noFill/>
          <a:ln>
            <a:noFill/>
          </a:ln>
        </p:spPr>
        <p:txBody>
          <a:bodyPr anchorCtr="0" anchor="ctr" bIns="45700" lIns="91425" spcFirstLastPara="1" rIns="91425" wrap="square" tIns="45700">
            <a:noAutofit/>
          </a:bodyPr>
          <a:lstStyle>
            <a:lvl1pPr indent="-228600" lvl="0" marL="457200" marR="0" rtl="0" algn="r">
              <a:spcBef>
                <a:spcPts val="240"/>
              </a:spcBef>
              <a:spcAft>
                <a:spcPts val="0"/>
              </a:spcAft>
              <a:buClr>
                <a:srgbClr val="800000"/>
              </a:buClr>
              <a:buSzPts val="1044"/>
              <a:buFont typeface="Arimo"/>
              <a:buNone/>
              <a:defRPr b="0" i="0" sz="1200" u="none" cap="none" strike="noStrike">
                <a:solidFill>
                  <a:schemeClr val="lt1"/>
                </a:solidFill>
                <a:latin typeface="Arial"/>
                <a:ea typeface="Arial"/>
                <a:cs typeface="Arial"/>
                <a:sym typeface="Arial"/>
              </a:defRPr>
            </a:lvl1pPr>
            <a:lvl2pPr indent="-289560" lvl="1" marL="914400" marR="0" rtl="0" algn="l">
              <a:spcBef>
                <a:spcPts val="240"/>
              </a:spcBef>
              <a:spcAft>
                <a:spcPts val="0"/>
              </a:spcAft>
              <a:buClr>
                <a:srgbClr val="063052"/>
              </a:buClr>
              <a:buSzPts val="960"/>
              <a:buFont typeface="Noto Sans Symbols"/>
              <a:buChar char="▪"/>
              <a:defRPr b="0" i="0" sz="1200" u="none" cap="none" strike="noStrike">
                <a:solidFill>
                  <a:schemeClr val="dk1"/>
                </a:solidFill>
                <a:latin typeface="Open Sans"/>
                <a:ea typeface="Open Sans"/>
                <a:cs typeface="Open Sans"/>
                <a:sym typeface="Open Sans"/>
              </a:defRPr>
            </a:lvl2pPr>
            <a:lvl3pPr indent="-304800" lvl="2" marL="1371600" marR="0" rtl="0" algn="l">
              <a:spcBef>
                <a:spcPts val="240"/>
              </a:spcBef>
              <a:spcAft>
                <a:spcPts val="0"/>
              </a:spcAft>
              <a:buClr>
                <a:srgbClr val="800000"/>
              </a:buClr>
              <a:buSzPts val="1200"/>
              <a:buFont typeface="Open Sans"/>
              <a:buChar char="•"/>
              <a:defRPr b="0" i="0" sz="1200" u="none" cap="none" strike="noStrike">
                <a:solidFill>
                  <a:schemeClr val="dk1"/>
                </a:solidFill>
                <a:latin typeface="Open Sans"/>
                <a:ea typeface="Open Sans"/>
                <a:cs typeface="Open Sans"/>
                <a:sym typeface="Open Sans"/>
              </a:defRPr>
            </a:lvl3pPr>
            <a:lvl4pPr indent="-304800" lvl="3" marL="1828800" marR="0" rtl="0" algn="l">
              <a:spcBef>
                <a:spcPts val="240"/>
              </a:spcBef>
              <a:spcAft>
                <a:spcPts val="0"/>
              </a:spcAft>
              <a:buClr>
                <a:schemeClr val="dk1"/>
              </a:buClr>
              <a:buSzPts val="1200"/>
              <a:buFont typeface="Noto Sans Symbols"/>
              <a:buChar char="✔"/>
              <a:defRPr b="0" i="0" sz="1200" u="none" cap="none" strike="noStrike">
                <a:solidFill>
                  <a:schemeClr val="dk1"/>
                </a:solidFill>
                <a:latin typeface="Open Sans"/>
                <a:ea typeface="Open Sans"/>
                <a:cs typeface="Open Sans"/>
                <a:sym typeface="Open Sans"/>
              </a:defRPr>
            </a:lvl4pPr>
            <a:lvl5pPr indent="-304800" lvl="4" marL="2286000" marR="0" rtl="0" algn="l">
              <a:spcBef>
                <a:spcPts val="240"/>
              </a:spcBef>
              <a:spcAft>
                <a:spcPts val="0"/>
              </a:spcAft>
              <a:buClr>
                <a:srgbClr val="800000"/>
              </a:buClr>
              <a:buSzPts val="1200"/>
              <a:buFont typeface="Courier New"/>
              <a:buChar char="o"/>
              <a:defRPr b="0" i="0" sz="1200" u="none" cap="none" strike="noStrike">
                <a:solidFill>
                  <a:srgbClr val="063052"/>
                </a:solidFill>
                <a:latin typeface="Open Sans"/>
                <a:ea typeface="Open Sans"/>
                <a:cs typeface="Open Sans"/>
                <a:sym typeface="Open Sans"/>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Tree>
  </p:cSld>
  <p:clrMapOvr>
    <a:masterClrMapping/>
  </p:clrMapOvr>
  <p:transition p14:dur="100">
    <p:cut/>
  </p:transition>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 No Title" showMasterSp="0">
  <p:cSld name="Custom - No Title">
    <p:spTree>
      <p:nvGrpSpPr>
        <p:cNvPr id="772" name="Shape 772"/>
        <p:cNvGrpSpPr/>
        <p:nvPr/>
      </p:nvGrpSpPr>
      <p:grpSpPr>
        <a:xfrm>
          <a:off x="0" y="0"/>
          <a:ext cx="0" cy="0"/>
          <a:chOff x="0" y="0"/>
          <a:chExt cx="0" cy="0"/>
        </a:xfrm>
      </p:grpSpPr>
      <p:sp>
        <p:nvSpPr>
          <p:cNvPr id="773" name="Google Shape;773;p72"/>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74" name="Google Shape;774;p72"/>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
        <p:nvSpPr>
          <p:cNvPr id="775" name="Google Shape;775;p72"/>
          <p:cNvSpPr txBox="1"/>
          <p:nvPr>
            <p:ph idx="1" type="body"/>
          </p:nvPr>
        </p:nvSpPr>
        <p:spPr>
          <a:xfrm>
            <a:off x="7518000" y="6400800"/>
            <a:ext cx="4320000" cy="288000"/>
          </a:xfrm>
          <a:prstGeom prst="rect">
            <a:avLst/>
          </a:prstGeom>
          <a:noFill/>
          <a:ln>
            <a:noFill/>
          </a:ln>
        </p:spPr>
        <p:txBody>
          <a:bodyPr anchorCtr="0" anchor="ctr" bIns="45700" lIns="91425" spcFirstLastPara="1" rIns="91425" wrap="square" tIns="45700">
            <a:noAutofit/>
          </a:bodyPr>
          <a:lstStyle>
            <a:lvl1pPr indent="-228600" lvl="0" marL="457200" marR="0" rtl="0" algn="r">
              <a:spcBef>
                <a:spcPts val="240"/>
              </a:spcBef>
              <a:spcAft>
                <a:spcPts val="0"/>
              </a:spcAft>
              <a:buClr>
                <a:srgbClr val="800000"/>
              </a:buClr>
              <a:buSzPts val="1044"/>
              <a:buFont typeface="Arimo"/>
              <a:buNone/>
              <a:defRPr b="0" i="0" sz="1200" u="none" cap="none" strike="noStrike">
                <a:solidFill>
                  <a:schemeClr val="lt1"/>
                </a:solidFill>
                <a:latin typeface="Arial"/>
                <a:ea typeface="Arial"/>
                <a:cs typeface="Arial"/>
                <a:sym typeface="Arial"/>
              </a:defRPr>
            </a:lvl1pPr>
            <a:lvl2pPr indent="-289560" lvl="1" marL="914400" marR="0" rtl="0" algn="l">
              <a:spcBef>
                <a:spcPts val="240"/>
              </a:spcBef>
              <a:spcAft>
                <a:spcPts val="0"/>
              </a:spcAft>
              <a:buClr>
                <a:srgbClr val="063052"/>
              </a:buClr>
              <a:buSzPts val="960"/>
              <a:buFont typeface="Noto Sans Symbols"/>
              <a:buChar char="▪"/>
              <a:defRPr b="0" i="0" sz="1200" u="none" cap="none" strike="noStrike">
                <a:solidFill>
                  <a:schemeClr val="dk1"/>
                </a:solidFill>
                <a:latin typeface="Open Sans"/>
                <a:ea typeface="Open Sans"/>
                <a:cs typeface="Open Sans"/>
                <a:sym typeface="Open Sans"/>
              </a:defRPr>
            </a:lvl2pPr>
            <a:lvl3pPr indent="-304800" lvl="2" marL="1371600" marR="0" rtl="0" algn="l">
              <a:spcBef>
                <a:spcPts val="240"/>
              </a:spcBef>
              <a:spcAft>
                <a:spcPts val="0"/>
              </a:spcAft>
              <a:buClr>
                <a:srgbClr val="800000"/>
              </a:buClr>
              <a:buSzPts val="1200"/>
              <a:buFont typeface="Open Sans"/>
              <a:buChar char="•"/>
              <a:defRPr b="0" i="0" sz="1200" u="none" cap="none" strike="noStrike">
                <a:solidFill>
                  <a:schemeClr val="dk1"/>
                </a:solidFill>
                <a:latin typeface="Open Sans"/>
                <a:ea typeface="Open Sans"/>
                <a:cs typeface="Open Sans"/>
                <a:sym typeface="Open Sans"/>
              </a:defRPr>
            </a:lvl3pPr>
            <a:lvl4pPr indent="-304800" lvl="3" marL="1828800" marR="0" rtl="0" algn="l">
              <a:spcBef>
                <a:spcPts val="240"/>
              </a:spcBef>
              <a:spcAft>
                <a:spcPts val="0"/>
              </a:spcAft>
              <a:buClr>
                <a:schemeClr val="dk1"/>
              </a:buClr>
              <a:buSzPts val="1200"/>
              <a:buFont typeface="Noto Sans Symbols"/>
              <a:buChar char="✔"/>
              <a:defRPr b="0" i="0" sz="1200" u="none" cap="none" strike="noStrike">
                <a:solidFill>
                  <a:schemeClr val="dk1"/>
                </a:solidFill>
                <a:latin typeface="Open Sans"/>
                <a:ea typeface="Open Sans"/>
                <a:cs typeface="Open Sans"/>
                <a:sym typeface="Open Sans"/>
              </a:defRPr>
            </a:lvl4pPr>
            <a:lvl5pPr indent="-304800" lvl="4" marL="2286000" marR="0" rtl="0" algn="l">
              <a:spcBef>
                <a:spcPts val="240"/>
              </a:spcBef>
              <a:spcAft>
                <a:spcPts val="0"/>
              </a:spcAft>
              <a:buClr>
                <a:srgbClr val="800000"/>
              </a:buClr>
              <a:buSzPts val="1200"/>
              <a:buFont typeface="Courier New"/>
              <a:buChar char="o"/>
              <a:defRPr b="0" i="0" sz="1200" u="none" cap="none" strike="noStrike">
                <a:solidFill>
                  <a:srgbClr val="063052"/>
                </a:solidFill>
                <a:latin typeface="Open Sans"/>
                <a:ea typeface="Open Sans"/>
                <a:cs typeface="Open Sans"/>
                <a:sym typeface="Open Sans"/>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Tree>
  </p:cSld>
  <p:clrMapOvr>
    <a:masterClrMapping/>
  </p:clrMapOvr>
  <p:transition p14:dur="100">
    <p:cut/>
  </p:transition>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 showMasterSp="0">
  <p:cSld name="Title and Text Left Multiple_Content Right">
    <p:spTree>
      <p:nvGrpSpPr>
        <p:cNvPr id="782" name="Shape 782"/>
        <p:cNvGrpSpPr/>
        <p:nvPr/>
      </p:nvGrpSpPr>
      <p:grpSpPr>
        <a:xfrm>
          <a:off x="0" y="0"/>
          <a:ext cx="0" cy="0"/>
          <a:chOff x="0" y="0"/>
          <a:chExt cx="0" cy="0"/>
        </a:xfrm>
      </p:grpSpPr>
      <p:sp>
        <p:nvSpPr>
          <p:cNvPr id="783" name="Google Shape;783;p41"/>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4" name="Google Shape;784;p41"/>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85" name="Google Shape;785;p41"/>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86" name="Google Shape;786;p41"/>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
        <p:nvSpPr>
          <p:cNvPr id="787" name="Google Shape;787;p41"/>
          <p:cNvSpPr/>
          <p:nvPr>
            <p:ph idx="2" type="pic"/>
          </p:nvPr>
        </p:nvSpPr>
        <p:spPr>
          <a:xfrm>
            <a:off x="6096000" y="0"/>
            <a:ext cx="6099048" cy="6217920"/>
          </a:xfrm>
          <a:prstGeom prst="rect">
            <a:avLst/>
          </a:prstGeom>
          <a:noFill/>
          <a:ln>
            <a:noFill/>
          </a:ln>
        </p:spPr>
      </p:sp>
      <p:sp>
        <p:nvSpPr>
          <p:cNvPr id="788" name="Google Shape;788;p4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showMasterSp="0">
  <p:cSld name="Diapositiva titolo">
    <p:spTree>
      <p:nvGrpSpPr>
        <p:cNvPr id="789" name="Shape 789"/>
        <p:cNvGrpSpPr/>
        <p:nvPr/>
      </p:nvGrpSpPr>
      <p:grpSpPr>
        <a:xfrm>
          <a:off x="0" y="0"/>
          <a:ext cx="0" cy="0"/>
          <a:chOff x="0" y="0"/>
          <a:chExt cx="0" cy="0"/>
        </a:xfrm>
      </p:grpSpPr>
      <p:sp>
        <p:nvSpPr>
          <p:cNvPr id="790" name="Google Shape;790;p123"/>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333333"/>
              </a:buClr>
              <a:buSzPts val="4500"/>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1" name="Google Shape;791;p123"/>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792" name="Google Shape;792;p123"/>
          <p:cNvCxnSpPr/>
          <p:nvPr/>
        </p:nvCxnSpPr>
        <p:spPr>
          <a:xfrm>
            <a:off x="1422400" y="2743200"/>
            <a:ext cx="9347200" cy="0"/>
          </a:xfrm>
          <a:prstGeom prst="straightConnector1">
            <a:avLst/>
          </a:prstGeom>
          <a:noFill/>
          <a:ln cap="flat" cmpd="sng" w="9525">
            <a:solidFill>
              <a:srgbClr val="004165"/>
            </a:solidFill>
            <a:prstDash val="solid"/>
            <a:miter lim="8000"/>
            <a:headEnd len="sm" w="sm" type="none"/>
            <a:tailEnd len="sm" w="sm" type="none"/>
          </a:ln>
        </p:spPr>
      </p:cxnSp>
      <p:pic>
        <p:nvPicPr>
          <p:cNvPr descr="Toastmasters International" id="793" name="Google Shape;793;p123"/>
          <p:cNvPicPr preferRelativeResize="0"/>
          <p:nvPr/>
        </p:nvPicPr>
        <p:blipFill rotWithShape="1">
          <a:blip r:embed="rId2">
            <a:alphaModFix/>
          </a:blip>
          <a:srcRect b="0" l="0" r="0" t="0"/>
          <a:stretch/>
        </p:blipFill>
        <p:spPr>
          <a:xfrm>
            <a:off x="4704715" y="1830810"/>
            <a:ext cx="2782570" cy="430804"/>
          </a:xfrm>
          <a:prstGeom prst="rect">
            <a:avLst/>
          </a:prstGeom>
          <a:noFill/>
          <a:ln>
            <a:noFill/>
          </a:ln>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acer Slide" showMasterSp="0" type="title">
  <p:cSld name="TITLE">
    <p:spTree>
      <p:nvGrpSpPr>
        <p:cNvPr id="794" name="Shape 794"/>
        <p:cNvGrpSpPr/>
        <p:nvPr/>
      </p:nvGrpSpPr>
      <p:grpSpPr>
        <a:xfrm>
          <a:off x="0" y="0"/>
          <a:ext cx="0" cy="0"/>
          <a:chOff x="0" y="0"/>
          <a:chExt cx="0" cy="0"/>
        </a:xfrm>
      </p:grpSpPr>
      <p:sp>
        <p:nvSpPr>
          <p:cNvPr id="795" name="Google Shape;795;p124"/>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333333"/>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6" name="Google Shape;796;p124"/>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3600"/>
              <a:buNone/>
              <a:defRPr sz="36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797" name="Google Shape;797;p12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98" name="Google Shape;798;p124"/>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99" name="Google Shape;799;p124"/>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p:cSld name="Titolo e contenuto">
    <p:spTree>
      <p:nvGrpSpPr>
        <p:cNvPr id="800" name="Shape 800"/>
        <p:cNvGrpSpPr/>
        <p:nvPr/>
      </p:nvGrpSpPr>
      <p:grpSpPr>
        <a:xfrm>
          <a:off x="0" y="0"/>
          <a:ext cx="0" cy="0"/>
          <a:chOff x="0" y="0"/>
          <a:chExt cx="0" cy="0"/>
        </a:xfrm>
      </p:grpSpPr>
      <p:sp>
        <p:nvSpPr>
          <p:cNvPr id="801" name="Google Shape;801;p125"/>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2" name="Google Shape;802;p125"/>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3" name="Google Shape;803;p12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804" name="Shape 804"/>
        <p:cNvGrpSpPr/>
        <p:nvPr/>
      </p:nvGrpSpPr>
      <p:grpSpPr>
        <a:xfrm>
          <a:off x="0" y="0"/>
          <a:ext cx="0" cy="0"/>
          <a:chOff x="0" y="0"/>
          <a:chExt cx="0" cy="0"/>
        </a:xfrm>
      </p:grpSpPr>
      <p:sp>
        <p:nvSpPr>
          <p:cNvPr id="805" name="Google Shape;805;p126"/>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6" name="Google Shape;806;p126"/>
          <p:cNvSpPr txBox="1"/>
          <p:nvPr>
            <p:ph idx="1" type="body"/>
          </p:nvPr>
        </p:nvSpPr>
        <p:spPr>
          <a:xfrm>
            <a:off x="277934" y="1535081"/>
            <a:ext cx="5641848"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7" name="Google Shape;807;p126"/>
          <p:cNvSpPr txBox="1"/>
          <p:nvPr>
            <p:ph idx="2" type="body"/>
          </p:nvPr>
        </p:nvSpPr>
        <p:spPr>
          <a:xfrm>
            <a:off x="6275268" y="1535081"/>
            <a:ext cx="5638800"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8" name="Google Shape;808;p12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Comparison" type="twoTxTwoObj">
  <p:cSld name="TWO_OBJECTS_WITH_TEXT">
    <p:spTree>
      <p:nvGrpSpPr>
        <p:cNvPr id="809" name="Shape 809"/>
        <p:cNvGrpSpPr/>
        <p:nvPr/>
      </p:nvGrpSpPr>
      <p:grpSpPr>
        <a:xfrm>
          <a:off x="0" y="0"/>
          <a:ext cx="0" cy="0"/>
          <a:chOff x="0" y="0"/>
          <a:chExt cx="0" cy="0"/>
        </a:xfrm>
      </p:grpSpPr>
      <p:sp>
        <p:nvSpPr>
          <p:cNvPr id="810" name="Google Shape;810;p127"/>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1" name="Google Shape;811;p127"/>
          <p:cNvSpPr txBox="1"/>
          <p:nvPr>
            <p:ph idx="1" type="body"/>
          </p:nvPr>
        </p:nvSpPr>
        <p:spPr>
          <a:xfrm>
            <a:off x="277934"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12" name="Google Shape;812;p127"/>
          <p:cNvSpPr txBox="1"/>
          <p:nvPr>
            <p:ph idx="2" type="body"/>
          </p:nvPr>
        </p:nvSpPr>
        <p:spPr>
          <a:xfrm>
            <a:off x="277934"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3" name="Google Shape;813;p127"/>
          <p:cNvSpPr txBox="1"/>
          <p:nvPr>
            <p:ph idx="3" type="body"/>
          </p:nvPr>
        </p:nvSpPr>
        <p:spPr>
          <a:xfrm>
            <a:off x="6283452"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14" name="Google Shape;814;p127"/>
          <p:cNvSpPr txBox="1"/>
          <p:nvPr>
            <p:ph idx="4" type="body"/>
          </p:nvPr>
        </p:nvSpPr>
        <p:spPr>
          <a:xfrm>
            <a:off x="6283452"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5" name="Google Shape;815;p12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816" name="Shape 816"/>
        <p:cNvGrpSpPr/>
        <p:nvPr/>
      </p:nvGrpSpPr>
      <p:grpSpPr>
        <a:xfrm>
          <a:off x="0" y="0"/>
          <a:ext cx="0" cy="0"/>
          <a:chOff x="0" y="0"/>
          <a:chExt cx="0" cy="0"/>
        </a:xfrm>
      </p:grpSpPr>
      <p:sp>
        <p:nvSpPr>
          <p:cNvPr id="817" name="Google Shape;817;p128"/>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8" name="Google Shape;818;p12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819" name="Shape 819"/>
        <p:cNvGrpSpPr/>
        <p:nvPr/>
      </p:nvGrpSpPr>
      <p:grpSpPr>
        <a:xfrm>
          <a:off x="0" y="0"/>
          <a:ext cx="0" cy="0"/>
          <a:chOff x="0" y="0"/>
          <a:chExt cx="0" cy="0"/>
        </a:xfrm>
      </p:grpSpPr>
      <p:sp>
        <p:nvSpPr>
          <p:cNvPr id="820" name="Google Shape;820;p129"/>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1" name="Google Shape;821;p12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22" name="Google Shape;822;p129"/>
          <p:cNvSpPr/>
          <p:nvPr>
            <p:ph idx="1" type="body"/>
          </p:nvPr>
        </p:nvSpPr>
        <p:spPr>
          <a:xfrm>
            <a:off x="8382000" y="2005584"/>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3" name="Google Shape;823;p129"/>
          <p:cNvSpPr/>
          <p:nvPr>
            <p:ph idx="2" type="body"/>
          </p:nvPr>
        </p:nvSpPr>
        <p:spPr>
          <a:xfrm>
            <a:off x="4495800" y="2011680"/>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4" name="Google Shape;824;p129"/>
          <p:cNvSpPr/>
          <p:nvPr>
            <p:ph idx="3" type="body"/>
          </p:nvPr>
        </p:nvSpPr>
        <p:spPr>
          <a:xfrm>
            <a:off x="609600" y="1981200"/>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5" name="Google Shape;825;p129"/>
          <p:cNvSpPr txBox="1"/>
          <p:nvPr>
            <p:ph idx="4" type="body"/>
          </p:nvPr>
        </p:nvSpPr>
        <p:spPr>
          <a:xfrm>
            <a:off x="8382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6" name="Google Shape;826;p129"/>
          <p:cNvSpPr txBox="1"/>
          <p:nvPr>
            <p:ph idx="5" type="body"/>
          </p:nvPr>
        </p:nvSpPr>
        <p:spPr>
          <a:xfrm>
            <a:off x="86106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7" name="Google Shape;827;p129"/>
          <p:cNvSpPr txBox="1"/>
          <p:nvPr>
            <p:ph idx="6" type="body"/>
          </p:nvPr>
        </p:nvSpPr>
        <p:spPr>
          <a:xfrm>
            <a:off x="47244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showMasterSp="0">
  <p:cSld name="Image and Text">
    <p:spTree>
      <p:nvGrpSpPr>
        <p:cNvPr id="828" name="Shape 828"/>
        <p:cNvGrpSpPr/>
        <p:nvPr/>
      </p:nvGrpSpPr>
      <p:grpSpPr>
        <a:xfrm>
          <a:off x="0" y="0"/>
          <a:ext cx="0" cy="0"/>
          <a:chOff x="0" y="0"/>
          <a:chExt cx="0" cy="0"/>
        </a:xfrm>
      </p:grpSpPr>
      <p:sp>
        <p:nvSpPr>
          <p:cNvPr id="829" name="Google Shape;829;p130"/>
          <p:cNvSpPr/>
          <p:nvPr/>
        </p:nvSpPr>
        <p:spPr>
          <a:xfrm>
            <a:off x="-12192" y="6212926"/>
            <a:ext cx="12216384"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830" name="Google Shape;830;p130"/>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
        <p:nvSpPr>
          <p:cNvPr id="831" name="Google Shape;831;p130"/>
          <p:cNvSpPr/>
          <p:nvPr/>
        </p:nvSpPr>
        <p:spPr>
          <a:xfrm>
            <a:off x="3815398" y="1066800"/>
            <a:ext cx="6509702" cy="4273994"/>
          </a:xfrm>
          <a:prstGeom prst="roundRect">
            <a:avLst>
              <a:gd fmla="val 0" name="adj"/>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32" name="Google Shape;832;p130"/>
          <p:cNvSpPr/>
          <p:nvPr/>
        </p:nvSpPr>
        <p:spPr>
          <a:xfrm>
            <a:off x="1866900" y="1600200"/>
            <a:ext cx="3111498" cy="3159346"/>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33" name="Google Shape;833;p130"/>
          <p:cNvSpPr/>
          <p:nvPr>
            <p:ph idx="2" type="pic"/>
          </p:nvPr>
        </p:nvSpPr>
        <p:spPr>
          <a:xfrm>
            <a:off x="1866900" y="1600200"/>
            <a:ext cx="3111500" cy="3159346"/>
          </a:xfrm>
          <a:prstGeom prst="rect">
            <a:avLst/>
          </a:prstGeom>
          <a:noFill/>
          <a:ln>
            <a:noFill/>
          </a:ln>
        </p:spPr>
      </p:sp>
      <p:sp>
        <p:nvSpPr>
          <p:cNvPr id="834" name="Google Shape;834;p130"/>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3200"/>
              <a:buNone/>
              <a:defRPr b="1" i="0" sz="32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5" name="Google Shape;835;p130"/>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0" i="0" sz="24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6" name="Google Shape;836;p13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Title and 3 Images">
    <p:spTree>
      <p:nvGrpSpPr>
        <p:cNvPr id="837" name="Shape 837"/>
        <p:cNvGrpSpPr/>
        <p:nvPr/>
      </p:nvGrpSpPr>
      <p:grpSpPr>
        <a:xfrm>
          <a:off x="0" y="0"/>
          <a:ext cx="0" cy="0"/>
          <a:chOff x="0" y="0"/>
          <a:chExt cx="0" cy="0"/>
        </a:xfrm>
      </p:grpSpPr>
      <p:sp>
        <p:nvSpPr>
          <p:cNvPr id="838" name="Google Shape;838;p131"/>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9" name="Google Shape;839;p131"/>
          <p:cNvSpPr/>
          <p:nvPr>
            <p:ph idx="2" type="pic"/>
          </p:nvPr>
        </p:nvSpPr>
        <p:spPr>
          <a:xfrm>
            <a:off x="4928245" y="1953118"/>
            <a:ext cx="2335511" cy="2071068"/>
          </a:xfrm>
          <a:prstGeom prst="rect">
            <a:avLst/>
          </a:prstGeom>
          <a:noFill/>
          <a:ln>
            <a:noFill/>
          </a:ln>
        </p:spPr>
      </p:sp>
      <p:sp>
        <p:nvSpPr>
          <p:cNvPr id="840" name="Google Shape;840;p131"/>
          <p:cNvSpPr/>
          <p:nvPr>
            <p:ph idx="1" type="body"/>
          </p:nvPr>
        </p:nvSpPr>
        <p:spPr>
          <a:xfrm>
            <a:off x="492231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1" name="Google Shape;841;p131"/>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2" name="Google Shape;842;p131"/>
          <p:cNvSpPr/>
          <p:nvPr>
            <p:ph idx="4" type="pic"/>
          </p:nvPr>
        </p:nvSpPr>
        <p:spPr>
          <a:xfrm>
            <a:off x="1490460" y="1953118"/>
            <a:ext cx="2335511" cy="2071068"/>
          </a:xfrm>
          <a:prstGeom prst="rect">
            <a:avLst/>
          </a:prstGeom>
          <a:noFill/>
          <a:ln>
            <a:noFill/>
          </a:ln>
        </p:spPr>
      </p:sp>
      <p:sp>
        <p:nvSpPr>
          <p:cNvPr id="843" name="Google Shape;843;p131"/>
          <p:cNvSpPr/>
          <p:nvPr>
            <p:ph idx="5" type="body"/>
          </p:nvPr>
        </p:nvSpPr>
        <p:spPr>
          <a:xfrm>
            <a:off x="1484525"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4" name="Google Shape;844;p131"/>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5" name="Google Shape;845;p131"/>
          <p:cNvSpPr/>
          <p:nvPr>
            <p:ph idx="7" type="pic"/>
          </p:nvPr>
        </p:nvSpPr>
        <p:spPr>
          <a:xfrm>
            <a:off x="8360095" y="1953118"/>
            <a:ext cx="2335511" cy="2071068"/>
          </a:xfrm>
          <a:prstGeom prst="rect">
            <a:avLst/>
          </a:prstGeom>
          <a:noFill/>
          <a:ln>
            <a:noFill/>
          </a:ln>
        </p:spPr>
      </p:sp>
      <p:sp>
        <p:nvSpPr>
          <p:cNvPr id="846" name="Google Shape;846;p131"/>
          <p:cNvSpPr/>
          <p:nvPr>
            <p:ph idx="8" type="body"/>
          </p:nvPr>
        </p:nvSpPr>
        <p:spPr>
          <a:xfrm>
            <a:off x="835416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7" name="Google Shape;847;p131"/>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8" name="Google Shape;848;p13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p:cSld name="Title and Text Left_Content Right">
    <p:spTree>
      <p:nvGrpSpPr>
        <p:cNvPr id="849" name="Shape 849"/>
        <p:cNvGrpSpPr/>
        <p:nvPr/>
      </p:nvGrpSpPr>
      <p:grpSpPr>
        <a:xfrm>
          <a:off x="0" y="0"/>
          <a:ext cx="0" cy="0"/>
          <a:chOff x="0" y="0"/>
          <a:chExt cx="0" cy="0"/>
        </a:xfrm>
      </p:grpSpPr>
      <p:sp>
        <p:nvSpPr>
          <p:cNvPr id="850" name="Google Shape;850;p132"/>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1" name="Google Shape;851;p132"/>
          <p:cNvSpPr txBox="1"/>
          <p:nvPr>
            <p:ph idx="1" type="body"/>
          </p:nvPr>
        </p:nvSpPr>
        <p:spPr>
          <a:xfrm>
            <a:off x="277934" y="1535080"/>
            <a:ext cx="5498276" cy="43323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52" name="Google Shape;852;p13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53" name="Google Shape;853;p132"/>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_2">
  <p:cSld name="Title and Text Left_Content Right_2">
    <p:spTree>
      <p:nvGrpSpPr>
        <p:cNvPr id="854" name="Shape 854"/>
        <p:cNvGrpSpPr/>
        <p:nvPr/>
      </p:nvGrpSpPr>
      <p:grpSpPr>
        <a:xfrm>
          <a:off x="0" y="0"/>
          <a:ext cx="0" cy="0"/>
          <a:chOff x="0" y="0"/>
          <a:chExt cx="0" cy="0"/>
        </a:xfrm>
      </p:grpSpPr>
      <p:sp>
        <p:nvSpPr>
          <p:cNvPr id="855" name="Google Shape;855;p133"/>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56" name="Google Shape;856;p133"/>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7" name="Google Shape;857;p133"/>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58" name="Google Shape;858;p13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59" name="Google Shape;859;p133"/>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p:cSld name="Title and Text Left_Text Right">
    <p:spTree>
      <p:nvGrpSpPr>
        <p:cNvPr id="860" name="Shape 860"/>
        <p:cNvGrpSpPr/>
        <p:nvPr/>
      </p:nvGrpSpPr>
      <p:grpSpPr>
        <a:xfrm>
          <a:off x="0" y="0"/>
          <a:ext cx="0" cy="0"/>
          <a:chOff x="0" y="0"/>
          <a:chExt cx="0" cy="0"/>
        </a:xfrm>
      </p:grpSpPr>
      <p:sp>
        <p:nvSpPr>
          <p:cNvPr id="861" name="Google Shape;861;p134"/>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2" name="Google Shape;862;p134"/>
          <p:cNvSpPr txBox="1"/>
          <p:nvPr>
            <p:ph type="title"/>
          </p:nvPr>
        </p:nvSpPr>
        <p:spPr>
          <a:xfrm>
            <a:off x="277934" y="295773"/>
            <a:ext cx="5495544"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3" name="Google Shape;863;p134"/>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64" name="Google Shape;864;p13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65" name="Google Shape;865;p134"/>
          <p:cNvSpPr txBox="1"/>
          <p:nvPr>
            <p:ph idx="2" type="body"/>
          </p:nvPr>
        </p:nvSpPr>
        <p:spPr>
          <a:xfrm>
            <a:off x="6429756" y="419100"/>
            <a:ext cx="5495544" cy="5448300"/>
          </a:xfrm>
          <a:prstGeom prst="rect">
            <a:avLst/>
          </a:prstGeom>
          <a:noFill/>
          <a:ln>
            <a:noFill/>
          </a:ln>
        </p:spPr>
        <p:txBody>
          <a:bodyPr anchorCtr="0" anchor="ctr"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_2" showMasterSp="0">
  <p:cSld name="Title and Text Left Multiple_Content Right_2">
    <p:spTree>
      <p:nvGrpSpPr>
        <p:cNvPr id="866" name="Shape 866"/>
        <p:cNvGrpSpPr/>
        <p:nvPr/>
      </p:nvGrpSpPr>
      <p:grpSpPr>
        <a:xfrm>
          <a:off x="0" y="0"/>
          <a:ext cx="0" cy="0"/>
          <a:chOff x="0" y="0"/>
          <a:chExt cx="0" cy="0"/>
        </a:xfrm>
      </p:grpSpPr>
      <p:sp>
        <p:nvSpPr>
          <p:cNvPr id="867" name="Google Shape;867;p135"/>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8" name="Google Shape;868;p135"/>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9" name="Google Shape;869;p135"/>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70" name="Google Shape;870;p135"/>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871" name="Google Shape;871;p135"/>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
        <p:nvSpPr>
          <p:cNvPr id="872" name="Google Shape;872;p135"/>
          <p:cNvSpPr/>
          <p:nvPr>
            <p:ph idx="2" type="pic"/>
          </p:nvPr>
        </p:nvSpPr>
        <p:spPr>
          <a:xfrm>
            <a:off x="6096000" y="0"/>
            <a:ext cx="6099048" cy="6217920"/>
          </a:xfrm>
          <a:prstGeom prst="rect">
            <a:avLst/>
          </a:prstGeom>
          <a:noFill/>
          <a:ln>
            <a:noFill/>
          </a:ln>
        </p:spPr>
      </p:sp>
      <p:sp>
        <p:nvSpPr>
          <p:cNvPr id="873" name="Google Shape;873;p13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Text Right" showMasterSp="0">
  <p:cSld name="Title and Text Left Multiple_Text Right">
    <p:spTree>
      <p:nvGrpSpPr>
        <p:cNvPr id="874" name="Shape 874"/>
        <p:cNvGrpSpPr/>
        <p:nvPr/>
      </p:nvGrpSpPr>
      <p:grpSpPr>
        <a:xfrm>
          <a:off x="0" y="0"/>
          <a:ext cx="0" cy="0"/>
          <a:chOff x="0" y="0"/>
          <a:chExt cx="0" cy="0"/>
        </a:xfrm>
      </p:grpSpPr>
      <p:sp>
        <p:nvSpPr>
          <p:cNvPr id="875" name="Google Shape;875;p136"/>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76" name="Google Shape;876;p136"/>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7" name="Google Shape;877;p136"/>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78" name="Google Shape;878;p136"/>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879" name="Google Shape;879;p136"/>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
        <p:nvSpPr>
          <p:cNvPr id="880" name="Google Shape;880;p136"/>
          <p:cNvSpPr txBox="1"/>
          <p:nvPr>
            <p:ph idx="2" type="body"/>
          </p:nvPr>
        </p:nvSpPr>
        <p:spPr>
          <a:xfrm>
            <a:off x="6418522"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1" name="Google Shape;881;p13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Title and Large Image">
    <p:spTree>
      <p:nvGrpSpPr>
        <p:cNvPr id="882" name="Shape 882"/>
        <p:cNvGrpSpPr/>
        <p:nvPr/>
      </p:nvGrpSpPr>
      <p:grpSpPr>
        <a:xfrm>
          <a:off x="0" y="0"/>
          <a:ext cx="0" cy="0"/>
          <a:chOff x="0" y="0"/>
          <a:chExt cx="0" cy="0"/>
        </a:xfrm>
      </p:grpSpPr>
      <p:sp>
        <p:nvSpPr>
          <p:cNvPr id="883" name="Google Shape;883;p13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84" name="Google Shape;884;p137"/>
          <p:cNvSpPr/>
          <p:nvPr>
            <p:ph idx="2" type="pic"/>
          </p:nvPr>
        </p:nvSpPr>
        <p:spPr>
          <a:xfrm>
            <a:off x="0" y="1142999"/>
            <a:ext cx="12192000" cy="5084065"/>
          </a:xfrm>
          <a:prstGeom prst="rect">
            <a:avLst/>
          </a:prstGeom>
          <a:noFill/>
          <a:ln>
            <a:noFill/>
          </a:ln>
        </p:spPr>
      </p:sp>
      <p:sp>
        <p:nvSpPr>
          <p:cNvPr id="885" name="Google Shape;885;p137"/>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86" name="Google Shape;886;p137"/>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ull Image" showMasterSp="0">
  <p:cSld name="Title and Full Image">
    <p:spTree>
      <p:nvGrpSpPr>
        <p:cNvPr id="887" name="Shape 887"/>
        <p:cNvGrpSpPr/>
        <p:nvPr/>
      </p:nvGrpSpPr>
      <p:grpSpPr>
        <a:xfrm>
          <a:off x="0" y="0"/>
          <a:ext cx="0" cy="0"/>
          <a:chOff x="0" y="0"/>
          <a:chExt cx="0" cy="0"/>
        </a:xfrm>
      </p:grpSpPr>
      <p:sp>
        <p:nvSpPr>
          <p:cNvPr id="888" name="Google Shape;888;p138"/>
          <p:cNvSpPr/>
          <p:nvPr>
            <p:ph idx="2" type="pic"/>
          </p:nvPr>
        </p:nvSpPr>
        <p:spPr>
          <a:xfrm>
            <a:off x="0" y="1143000"/>
            <a:ext cx="12192000" cy="5715000"/>
          </a:xfrm>
          <a:prstGeom prst="rect">
            <a:avLst/>
          </a:prstGeom>
          <a:noFill/>
          <a:ln>
            <a:noFill/>
          </a:ln>
        </p:spPr>
      </p:sp>
      <p:sp>
        <p:nvSpPr>
          <p:cNvPr id="889" name="Google Shape;889;p138"/>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0" name="Google Shape;890;p138"/>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use colors" showMasterSp="0">
  <p:cSld name="How to use colors">
    <p:spTree>
      <p:nvGrpSpPr>
        <p:cNvPr id="891" name="Shape 891"/>
        <p:cNvGrpSpPr/>
        <p:nvPr/>
      </p:nvGrpSpPr>
      <p:grpSpPr>
        <a:xfrm>
          <a:off x="0" y="0"/>
          <a:ext cx="0" cy="0"/>
          <a:chOff x="0" y="0"/>
          <a:chExt cx="0" cy="0"/>
        </a:xfrm>
      </p:grpSpPr>
      <p:sp>
        <p:nvSpPr>
          <p:cNvPr id="892" name="Google Shape;892;p139"/>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3" name="Google Shape;893;p139"/>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4" name="Google Shape;894;p139"/>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5" name="Google Shape;895;p139"/>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896" name="Google Shape;896;p139"/>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grpSp>
        <p:nvGrpSpPr>
          <p:cNvPr id="897" name="Google Shape;897;p139"/>
          <p:cNvGrpSpPr/>
          <p:nvPr/>
        </p:nvGrpSpPr>
        <p:grpSpPr>
          <a:xfrm>
            <a:off x="6971959" y="785112"/>
            <a:ext cx="4340506" cy="868101"/>
            <a:chOff x="382104" y="3327719"/>
            <a:chExt cx="4340506" cy="868101"/>
          </a:xfrm>
        </p:grpSpPr>
        <p:sp>
          <p:nvSpPr>
            <p:cNvPr id="898" name="Google Shape;898;p139"/>
            <p:cNvSpPr/>
            <p:nvPr/>
          </p:nvSpPr>
          <p:spPr>
            <a:xfrm>
              <a:off x="382105" y="3327719"/>
              <a:ext cx="868101" cy="868101"/>
            </a:xfrm>
            <a:prstGeom prst="rect">
              <a:avLst/>
            </a:prstGeom>
            <a:solidFill>
              <a:srgbClr val="B3C3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9" name="Google Shape;899;p139"/>
            <p:cNvSpPr/>
            <p:nvPr/>
          </p:nvSpPr>
          <p:spPr>
            <a:xfrm>
              <a:off x="1250206" y="3327719"/>
              <a:ext cx="868101" cy="868101"/>
            </a:xfrm>
            <a:prstGeom prst="rect">
              <a:avLst/>
            </a:prstGeom>
            <a:solidFill>
              <a:srgbClr val="7B98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0" name="Google Shape;900;p139"/>
            <p:cNvSpPr/>
            <p:nvPr/>
          </p:nvSpPr>
          <p:spPr>
            <a:xfrm>
              <a:off x="2118307" y="3327719"/>
              <a:ext cx="868101" cy="868101"/>
            </a:xfrm>
            <a:prstGeom prst="rect">
              <a:avLst/>
            </a:prstGeom>
            <a:solidFill>
              <a:srgbClr val="4975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1" name="Google Shape;901;p139"/>
            <p:cNvSpPr/>
            <p:nvPr/>
          </p:nvSpPr>
          <p:spPr>
            <a:xfrm>
              <a:off x="2986408" y="3327719"/>
              <a:ext cx="868101" cy="868101"/>
            </a:xfrm>
            <a:prstGeom prst="rect">
              <a:avLst/>
            </a:prstGeom>
            <a:solidFill>
              <a:srgbClr val="0B58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2" name="Google Shape;902;p139"/>
            <p:cNvSpPr/>
            <p:nvPr/>
          </p:nvSpPr>
          <p:spPr>
            <a:xfrm>
              <a:off x="3854509" y="3327719"/>
              <a:ext cx="868101" cy="868101"/>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3" name="Google Shape;903;p139"/>
            <p:cNvSpPr txBox="1"/>
            <p:nvPr/>
          </p:nvSpPr>
          <p:spPr>
            <a:xfrm>
              <a:off x="382104"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904" name="Google Shape;904;p139"/>
            <p:cNvSpPr txBox="1"/>
            <p:nvPr/>
          </p:nvSpPr>
          <p:spPr>
            <a:xfrm>
              <a:off x="12502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905" name="Google Shape;905;p139"/>
            <p:cNvSpPr txBox="1"/>
            <p:nvPr/>
          </p:nvSpPr>
          <p:spPr>
            <a:xfrm>
              <a:off x="2106732"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906" name="Google Shape;906;p139"/>
            <p:cNvSpPr txBox="1"/>
            <p:nvPr/>
          </p:nvSpPr>
          <p:spPr>
            <a:xfrm>
              <a:off x="297483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907" name="Google Shape;907;p139"/>
            <p:cNvSpPr txBox="1"/>
            <p:nvPr/>
          </p:nvSpPr>
          <p:spPr>
            <a:xfrm>
              <a:off x="3854509"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grpSp>
        <p:nvGrpSpPr>
          <p:cNvPr id="908" name="Google Shape;908;p139"/>
          <p:cNvGrpSpPr/>
          <p:nvPr/>
        </p:nvGrpSpPr>
        <p:grpSpPr>
          <a:xfrm>
            <a:off x="6971959" y="1900356"/>
            <a:ext cx="4340506" cy="868101"/>
            <a:chOff x="6794478" y="3327719"/>
            <a:chExt cx="4340506" cy="868101"/>
          </a:xfrm>
        </p:grpSpPr>
        <p:sp>
          <p:nvSpPr>
            <p:cNvPr id="909" name="Google Shape;909;p139"/>
            <p:cNvSpPr/>
            <p:nvPr/>
          </p:nvSpPr>
          <p:spPr>
            <a:xfrm>
              <a:off x="6794479" y="3327719"/>
              <a:ext cx="868101" cy="868101"/>
            </a:xfrm>
            <a:prstGeom prst="rect">
              <a:avLst/>
            </a:prstGeom>
            <a:solidFill>
              <a:srgbClr val="DBBFB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0" name="Google Shape;910;p139"/>
            <p:cNvSpPr/>
            <p:nvPr/>
          </p:nvSpPr>
          <p:spPr>
            <a:xfrm>
              <a:off x="7662580" y="3327719"/>
              <a:ext cx="868101" cy="868101"/>
            </a:xfrm>
            <a:prstGeom prst="rect">
              <a:avLst/>
            </a:prstGeom>
            <a:solidFill>
              <a:srgbClr val="C08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1" name="Google Shape;911;p139"/>
            <p:cNvSpPr/>
            <p:nvPr/>
          </p:nvSpPr>
          <p:spPr>
            <a:xfrm>
              <a:off x="8530681" y="3327719"/>
              <a:ext cx="868101" cy="868101"/>
            </a:xfrm>
            <a:prstGeom prst="rect">
              <a:avLst/>
            </a:prstGeom>
            <a:solidFill>
              <a:srgbClr val="A662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2" name="Google Shape;912;p139"/>
            <p:cNvSpPr/>
            <p:nvPr/>
          </p:nvSpPr>
          <p:spPr>
            <a:xfrm>
              <a:off x="9398782" y="3327719"/>
              <a:ext cx="868101" cy="868101"/>
            </a:xfrm>
            <a:prstGeom prst="rect">
              <a:avLst/>
            </a:prstGeom>
            <a:solidFill>
              <a:srgbClr val="8D3B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3" name="Google Shape;913;p139"/>
            <p:cNvSpPr/>
            <p:nvPr/>
          </p:nvSpPr>
          <p:spPr>
            <a:xfrm>
              <a:off x="10266883" y="3327719"/>
              <a:ext cx="868101" cy="868101"/>
            </a:xfrm>
            <a:prstGeom prst="rect">
              <a:avLst/>
            </a:prstGeom>
            <a:solidFill>
              <a:srgbClr val="7724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4" name="Google Shape;914;p139"/>
            <p:cNvSpPr txBox="1"/>
            <p:nvPr/>
          </p:nvSpPr>
          <p:spPr>
            <a:xfrm>
              <a:off x="6794478"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915" name="Google Shape;915;p139"/>
            <p:cNvSpPr txBox="1"/>
            <p:nvPr/>
          </p:nvSpPr>
          <p:spPr>
            <a:xfrm>
              <a:off x="7662580"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916" name="Google Shape;916;p139"/>
            <p:cNvSpPr txBox="1"/>
            <p:nvPr/>
          </p:nvSpPr>
          <p:spPr>
            <a:xfrm>
              <a:off x="85191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917" name="Google Shape;917;p139"/>
            <p:cNvSpPr txBox="1"/>
            <p:nvPr/>
          </p:nvSpPr>
          <p:spPr>
            <a:xfrm>
              <a:off x="9387207"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918" name="Google Shape;918;p139"/>
            <p:cNvSpPr txBox="1"/>
            <p:nvPr/>
          </p:nvSpPr>
          <p:spPr>
            <a:xfrm>
              <a:off x="1026688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sp>
        <p:nvSpPr>
          <p:cNvPr id="919" name="Google Shape;919;p139"/>
          <p:cNvSpPr txBox="1"/>
          <p:nvPr/>
        </p:nvSpPr>
        <p:spPr>
          <a:xfrm>
            <a:off x="6971959" y="3097411"/>
            <a:ext cx="4340506" cy="276998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lang="en-US" sz="1800">
                <a:solidFill>
                  <a:schemeClr val="dk1"/>
                </a:solidFill>
                <a:latin typeface="Arial"/>
                <a:ea typeface="Arial"/>
                <a:cs typeface="Arial"/>
                <a:sym typeface="Arial"/>
              </a:rPr>
              <a:t>Minimum font size - </a:t>
            </a:r>
            <a:r>
              <a:rPr b="1" lang="en-US" sz="1800">
                <a:solidFill>
                  <a:schemeClr val="dk1"/>
                </a:solidFill>
                <a:latin typeface="Arial"/>
                <a:ea typeface="Arial"/>
                <a:cs typeface="Arial"/>
                <a:sym typeface="Arial"/>
              </a:rPr>
              <a:t>18pt</a:t>
            </a:r>
            <a:r>
              <a:rPr b="0" lang="en-US" sz="1800">
                <a:solidFill>
                  <a:schemeClr val="dk1"/>
                </a:solidFill>
                <a:latin typeface="Arial"/>
                <a:ea typeface="Arial"/>
                <a:cs typeface="Arial"/>
                <a:sym typeface="Arial"/>
              </a:rPr>
              <a:t>.</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Font weight - </a:t>
            </a:r>
            <a:r>
              <a:rPr b="1" lang="en-US" sz="1800">
                <a:solidFill>
                  <a:schemeClr val="dk1"/>
                </a:solidFill>
                <a:latin typeface="Arial"/>
                <a:ea typeface="Arial"/>
                <a:cs typeface="Arial"/>
                <a:sym typeface="Arial"/>
              </a:rPr>
              <a:t>Bold </a:t>
            </a:r>
            <a:r>
              <a:rPr b="0" lang="en-US" sz="1800">
                <a:solidFill>
                  <a:schemeClr val="dk1"/>
                </a:solidFill>
                <a:latin typeface="Arial"/>
                <a:ea typeface="Arial"/>
                <a:cs typeface="Arial"/>
                <a:sym typeface="Arial"/>
              </a:rPr>
              <a:t>(when used on background colors, for best accessibility).</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Dark Gray </a:t>
            </a:r>
            <a:r>
              <a:rPr b="1" i="0" lang="en-US" sz="1800">
                <a:solidFill>
                  <a:schemeClr val="dk1"/>
                </a:solidFill>
                <a:latin typeface="Arial"/>
                <a:ea typeface="Arial"/>
                <a:cs typeface="Arial"/>
                <a:sym typeface="Arial"/>
              </a:rPr>
              <a:t>#333333 </a:t>
            </a:r>
            <a:r>
              <a:rPr b="0" lang="en-US" sz="1800">
                <a:solidFill>
                  <a:schemeClr val="dk1"/>
                </a:solidFill>
                <a:latin typeface="Arial"/>
                <a:ea typeface="Arial"/>
                <a:cs typeface="Arial"/>
                <a:sym typeface="Arial"/>
              </a:rPr>
              <a:t>Text color on Accent 1 and Accent 2. </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White </a:t>
            </a:r>
            <a:r>
              <a:rPr b="1" lang="en-US" sz="1800">
                <a:solidFill>
                  <a:schemeClr val="dk1"/>
                </a:solidFill>
                <a:latin typeface="Arial"/>
                <a:ea typeface="Arial"/>
                <a:cs typeface="Arial"/>
                <a:sym typeface="Arial"/>
              </a:rPr>
              <a:t>#FFFFFF </a:t>
            </a:r>
            <a:r>
              <a:rPr b="0" lang="en-US" sz="1800">
                <a:solidFill>
                  <a:schemeClr val="dk1"/>
                </a:solidFill>
                <a:latin typeface="Arial"/>
                <a:ea typeface="Arial"/>
                <a:cs typeface="Arial"/>
                <a:sym typeface="Arial"/>
              </a:rPr>
              <a:t>Text color </a:t>
            </a:r>
            <a:br>
              <a:rPr b="0" lang="en-US" sz="1800">
                <a:solidFill>
                  <a:schemeClr val="dk1"/>
                </a:solidFill>
                <a:latin typeface="Arial"/>
                <a:ea typeface="Arial"/>
                <a:cs typeface="Arial"/>
                <a:sym typeface="Arial"/>
              </a:rPr>
            </a:br>
            <a:r>
              <a:rPr b="0" lang="en-US" sz="1800">
                <a:solidFill>
                  <a:schemeClr val="dk1"/>
                </a:solidFill>
                <a:latin typeface="Arial"/>
                <a:ea typeface="Arial"/>
                <a:cs typeface="Arial"/>
                <a:sym typeface="Arial"/>
              </a:rPr>
              <a:t>on Accent 3, Accent 4, and Accent 5.</a:t>
            </a:r>
            <a:endParaRPr/>
          </a:p>
        </p:txBody>
      </p:sp>
      <p:sp>
        <p:nvSpPr>
          <p:cNvPr id="920" name="Google Shape;920;p13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927" name="Shape 927"/>
        <p:cNvGrpSpPr/>
        <p:nvPr/>
      </p:nvGrpSpPr>
      <p:grpSpPr>
        <a:xfrm>
          <a:off x="0" y="0"/>
          <a:ext cx="0" cy="0"/>
          <a:chOff x="0" y="0"/>
          <a:chExt cx="0" cy="0"/>
        </a:xfrm>
      </p:grpSpPr>
      <p:sp>
        <p:nvSpPr>
          <p:cNvPr id="928" name="Google Shape;928;p44"/>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9" name="Google Shape;929;p44"/>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0" name="Google Shape;930;p4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931" name="Shape 931"/>
        <p:cNvGrpSpPr/>
        <p:nvPr/>
      </p:nvGrpSpPr>
      <p:grpSpPr>
        <a:xfrm>
          <a:off x="0" y="0"/>
          <a:ext cx="0" cy="0"/>
          <a:chOff x="0" y="0"/>
          <a:chExt cx="0" cy="0"/>
        </a:xfrm>
      </p:grpSpPr>
      <p:sp>
        <p:nvSpPr>
          <p:cNvPr id="932" name="Google Shape;932;p88"/>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333333"/>
              </a:buClr>
              <a:buSzPts val="4500"/>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3" name="Google Shape;933;p88"/>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934" name="Google Shape;934;p88"/>
          <p:cNvCxnSpPr/>
          <p:nvPr/>
        </p:nvCxnSpPr>
        <p:spPr>
          <a:xfrm>
            <a:off x="1422400" y="2743200"/>
            <a:ext cx="9347200" cy="0"/>
          </a:xfrm>
          <a:prstGeom prst="straightConnector1">
            <a:avLst/>
          </a:prstGeom>
          <a:noFill/>
          <a:ln cap="flat" cmpd="sng" w="9525">
            <a:solidFill>
              <a:srgbClr val="004165"/>
            </a:solidFill>
            <a:prstDash val="solid"/>
            <a:miter lim="8000"/>
            <a:headEnd len="sm" w="sm" type="none"/>
            <a:tailEnd len="sm" w="sm" type="none"/>
          </a:ln>
        </p:spPr>
      </p:cxnSp>
      <p:pic>
        <p:nvPicPr>
          <p:cNvPr descr="Toastmasters International" id="935" name="Google Shape;935;p88"/>
          <p:cNvPicPr preferRelativeResize="0"/>
          <p:nvPr/>
        </p:nvPicPr>
        <p:blipFill rotWithShape="1">
          <a:blip r:embed="rId2">
            <a:alphaModFix/>
          </a:blip>
          <a:srcRect b="0" l="0" r="0" t="0"/>
          <a:stretch/>
        </p:blipFill>
        <p:spPr>
          <a:xfrm>
            <a:off x="4704715" y="1830810"/>
            <a:ext cx="2782570" cy="430804"/>
          </a:xfrm>
          <a:prstGeom prst="rect">
            <a:avLst/>
          </a:prstGeom>
          <a:noFill/>
          <a:ln>
            <a:noFill/>
          </a:ln>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acer Slide" showMasterSp="0" type="title">
  <p:cSld name="TITLE">
    <p:spTree>
      <p:nvGrpSpPr>
        <p:cNvPr id="936" name="Shape 936"/>
        <p:cNvGrpSpPr/>
        <p:nvPr/>
      </p:nvGrpSpPr>
      <p:grpSpPr>
        <a:xfrm>
          <a:off x="0" y="0"/>
          <a:ext cx="0" cy="0"/>
          <a:chOff x="0" y="0"/>
          <a:chExt cx="0" cy="0"/>
        </a:xfrm>
      </p:grpSpPr>
      <p:sp>
        <p:nvSpPr>
          <p:cNvPr id="937" name="Google Shape;937;p89"/>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333333"/>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8" name="Google Shape;938;p89"/>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3600"/>
              <a:buNone/>
              <a:defRPr sz="36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939" name="Google Shape;939;p8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40" name="Google Shape;940;p89"/>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941" name="Google Shape;941;p89"/>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942" name="Shape 942"/>
        <p:cNvGrpSpPr/>
        <p:nvPr/>
      </p:nvGrpSpPr>
      <p:grpSpPr>
        <a:xfrm>
          <a:off x="0" y="0"/>
          <a:ext cx="0" cy="0"/>
          <a:chOff x="0" y="0"/>
          <a:chExt cx="0" cy="0"/>
        </a:xfrm>
      </p:grpSpPr>
      <p:sp>
        <p:nvSpPr>
          <p:cNvPr id="943" name="Google Shape;943;p90"/>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4" name="Google Shape;944;p90"/>
          <p:cNvSpPr txBox="1"/>
          <p:nvPr>
            <p:ph idx="1" type="body"/>
          </p:nvPr>
        </p:nvSpPr>
        <p:spPr>
          <a:xfrm>
            <a:off x="277934" y="1535081"/>
            <a:ext cx="5641848"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5" name="Google Shape;945;p90"/>
          <p:cNvSpPr txBox="1"/>
          <p:nvPr>
            <p:ph idx="2" type="body"/>
          </p:nvPr>
        </p:nvSpPr>
        <p:spPr>
          <a:xfrm>
            <a:off x="6275268" y="1535081"/>
            <a:ext cx="5638800"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6" name="Google Shape;946;p9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Comparison" type="twoTxTwoObj">
  <p:cSld name="TWO_OBJECTS_WITH_TEXT">
    <p:spTree>
      <p:nvGrpSpPr>
        <p:cNvPr id="947" name="Shape 947"/>
        <p:cNvGrpSpPr/>
        <p:nvPr/>
      </p:nvGrpSpPr>
      <p:grpSpPr>
        <a:xfrm>
          <a:off x="0" y="0"/>
          <a:ext cx="0" cy="0"/>
          <a:chOff x="0" y="0"/>
          <a:chExt cx="0" cy="0"/>
        </a:xfrm>
      </p:grpSpPr>
      <p:sp>
        <p:nvSpPr>
          <p:cNvPr id="948" name="Google Shape;948;p91"/>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9" name="Google Shape;949;p91"/>
          <p:cNvSpPr txBox="1"/>
          <p:nvPr>
            <p:ph idx="1" type="body"/>
          </p:nvPr>
        </p:nvSpPr>
        <p:spPr>
          <a:xfrm>
            <a:off x="277934"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50" name="Google Shape;950;p91"/>
          <p:cNvSpPr txBox="1"/>
          <p:nvPr>
            <p:ph idx="2" type="body"/>
          </p:nvPr>
        </p:nvSpPr>
        <p:spPr>
          <a:xfrm>
            <a:off x="277934"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1" name="Google Shape;951;p91"/>
          <p:cNvSpPr txBox="1"/>
          <p:nvPr>
            <p:ph idx="3" type="body"/>
          </p:nvPr>
        </p:nvSpPr>
        <p:spPr>
          <a:xfrm>
            <a:off x="6283452"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52" name="Google Shape;952;p91"/>
          <p:cNvSpPr txBox="1"/>
          <p:nvPr>
            <p:ph idx="4" type="body"/>
          </p:nvPr>
        </p:nvSpPr>
        <p:spPr>
          <a:xfrm>
            <a:off x="6283452"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3" name="Google Shape;953;p9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54" name="Shape 954"/>
        <p:cNvGrpSpPr/>
        <p:nvPr/>
      </p:nvGrpSpPr>
      <p:grpSpPr>
        <a:xfrm>
          <a:off x="0" y="0"/>
          <a:ext cx="0" cy="0"/>
          <a:chOff x="0" y="0"/>
          <a:chExt cx="0" cy="0"/>
        </a:xfrm>
      </p:grpSpPr>
      <p:sp>
        <p:nvSpPr>
          <p:cNvPr id="955" name="Google Shape;955;p92"/>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6" name="Google Shape;956;p9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957" name="Shape 957"/>
        <p:cNvGrpSpPr/>
        <p:nvPr/>
      </p:nvGrpSpPr>
      <p:grpSpPr>
        <a:xfrm>
          <a:off x="0" y="0"/>
          <a:ext cx="0" cy="0"/>
          <a:chOff x="0" y="0"/>
          <a:chExt cx="0" cy="0"/>
        </a:xfrm>
      </p:grpSpPr>
      <p:sp>
        <p:nvSpPr>
          <p:cNvPr id="958" name="Google Shape;958;p93"/>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9" name="Google Shape;959;p9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60" name="Google Shape;960;p93"/>
          <p:cNvSpPr/>
          <p:nvPr>
            <p:ph idx="1" type="body"/>
          </p:nvPr>
        </p:nvSpPr>
        <p:spPr>
          <a:xfrm>
            <a:off x="8382000" y="2005584"/>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1" name="Google Shape;961;p93"/>
          <p:cNvSpPr/>
          <p:nvPr>
            <p:ph idx="2" type="body"/>
          </p:nvPr>
        </p:nvSpPr>
        <p:spPr>
          <a:xfrm>
            <a:off x="4495800" y="2011680"/>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2" name="Google Shape;962;p93"/>
          <p:cNvSpPr/>
          <p:nvPr>
            <p:ph idx="3" type="body"/>
          </p:nvPr>
        </p:nvSpPr>
        <p:spPr>
          <a:xfrm>
            <a:off x="609600" y="1981200"/>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3" name="Google Shape;963;p93"/>
          <p:cNvSpPr txBox="1"/>
          <p:nvPr>
            <p:ph idx="4" type="body"/>
          </p:nvPr>
        </p:nvSpPr>
        <p:spPr>
          <a:xfrm>
            <a:off x="8382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4" name="Google Shape;964;p93"/>
          <p:cNvSpPr txBox="1"/>
          <p:nvPr>
            <p:ph idx="5" type="body"/>
          </p:nvPr>
        </p:nvSpPr>
        <p:spPr>
          <a:xfrm>
            <a:off x="86106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5" name="Google Shape;965;p93"/>
          <p:cNvSpPr txBox="1"/>
          <p:nvPr>
            <p:ph idx="6" type="body"/>
          </p:nvPr>
        </p:nvSpPr>
        <p:spPr>
          <a:xfrm>
            <a:off x="47244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showMasterSp="0">
  <p:cSld name="Image and Text">
    <p:spTree>
      <p:nvGrpSpPr>
        <p:cNvPr id="966" name="Shape 966"/>
        <p:cNvGrpSpPr/>
        <p:nvPr/>
      </p:nvGrpSpPr>
      <p:grpSpPr>
        <a:xfrm>
          <a:off x="0" y="0"/>
          <a:ext cx="0" cy="0"/>
          <a:chOff x="0" y="0"/>
          <a:chExt cx="0" cy="0"/>
        </a:xfrm>
      </p:grpSpPr>
      <p:sp>
        <p:nvSpPr>
          <p:cNvPr id="967" name="Google Shape;967;p94"/>
          <p:cNvSpPr/>
          <p:nvPr/>
        </p:nvSpPr>
        <p:spPr>
          <a:xfrm>
            <a:off x="-12192" y="6212926"/>
            <a:ext cx="12216384"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968" name="Google Shape;968;p94"/>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
        <p:nvSpPr>
          <p:cNvPr id="969" name="Google Shape;969;p94"/>
          <p:cNvSpPr/>
          <p:nvPr/>
        </p:nvSpPr>
        <p:spPr>
          <a:xfrm>
            <a:off x="3815398" y="1066800"/>
            <a:ext cx="6509702" cy="4273994"/>
          </a:xfrm>
          <a:prstGeom prst="roundRect">
            <a:avLst>
              <a:gd fmla="val 0" name="adj"/>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970" name="Google Shape;970;p94"/>
          <p:cNvSpPr/>
          <p:nvPr/>
        </p:nvSpPr>
        <p:spPr>
          <a:xfrm>
            <a:off x="1866900" y="1600200"/>
            <a:ext cx="3111498" cy="3159346"/>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71" name="Google Shape;971;p94"/>
          <p:cNvSpPr/>
          <p:nvPr>
            <p:ph idx="2" type="pic"/>
          </p:nvPr>
        </p:nvSpPr>
        <p:spPr>
          <a:xfrm>
            <a:off x="1866900" y="1600200"/>
            <a:ext cx="3111500" cy="3159346"/>
          </a:xfrm>
          <a:prstGeom prst="rect">
            <a:avLst/>
          </a:prstGeom>
          <a:noFill/>
          <a:ln>
            <a:noFill/>
          </a:ln>
        </p:spPr>
      </p:sp>
      <p:sp>
        <p:nvSpPr>
          <p:cNvPr id="972" name="Google Shape;972;p94"/>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3200"/>
              <a:buNone/>
              <a:defRPr b="1" i="0" sz="32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3" name="Google Shape;973;p94"/>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0" i="0" sz="24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4" name="Google Shape;974;p9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Title and 3 Images">
    <p:spTree>
      <p:nvGrpSpPr>
        <p:cNvPr id="975" name="Shape 975"/>
        <p:cNvGrpSpPr/>
        <p:nvPr/>
      </p:nvGrpSpPr>
      <p:grpSpPr>
        <a:xfrm>
          <a:off x="0" y="0"/>
          <a:ext cx="0" cy="0"/>
          <a:chOff x="0" y="0"/>
          <a:chExt cx="0" cy="0"/>
        </a:xfrm>
      </p:grpSpPr>
      <p:sp>
        <p:nvSpPr>
          <p:cNvPr id="976" name="Google Shape;976;p95"/>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7" name="Google Shape;977;p95"/>
          <p:cNvSpPr/>
          <p:nvPr>
            <p:ph idx="2" type="pic"/>
          </p:nvPr>
        </p:nvSpPr>
        <p:spPr>
          <a:xfrm>
            <a:off x="4928245" y="1953118"/>
            <a:ext cx="2335511" cy="2071068"/>
          </a:xfrm>
          <a:prstGeom prst="rect">
            <a:avLst/>
          </a:prstGeom>
          <a:noFill/>
          <a:ln>
            <a:noFill/>
          </a:ln>
        </p:spPr>
      </p:sp>
      <p:sp>
        <p:nvSpPr>
          <p:cNvPr id="978" name="Google Shape;978;p95"/>
          <p:cNvSpPr/>
          <p:nvPr>
            <p:ph idx="1" type="body"/>
          </p:nvPr>
        </p:nvSpPr>
        <p:spPr>
          <a:xfrm>
            <a:off x="492231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9" name="Google Shape;979;p95"/>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0" name="Google Shape;980;p95"/>
          <p:cNvSpPr/>
          <p:nvPr>
            <p:ph idx="4" type="pic"/>
          </p:nvPr>
        </p:nvSpPr>
        <p:spPr>
          <a:xfrm>
            <a:off x="1490460" y="1953118"/>
            <a:ext cx="2335511" cy="2071068"/>
          </a:xfrm>
          <a:prstGeom prst="rect">
            <a:avLst/>
          </a:prstGeom>
          <a:noFill/>
          <a:ln>
            <a:noFill/>
          </a:ln>
        </p:spPr>
      </p:sp>
      <p:sp>
        <p:nvSpPr>
          <p:cNvPr id="981" name="Google Shape;981;p95"/>
          <p:cNvSpPr/>
          <p:nvPr>
            <p:ph idx="5" type="body"/>
          </p:nvPr>
        </p:nvSpPr>
        <p:spPr>
          <a:xfrm>
            <a:off x="1484525"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2" name="Google Shape;982;p95"/>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3" name="Google Shape;983;p95"/>
          <p:cNvSpPr/>
          <p:nvPr>
            <p:ph idx="7" type="pic"/>
          </p:nvPr>
        </p:nvSpPr>
        <p:spPr>
          <a:xfrm>
            <a:off x="8360095" y="1953118"/>
            <a:ext cx="2335511" cy="2071068"/>
          </a:xfrm>
          <a:prstGeom prst="rect">
            <a:avLst/>
          </a:prstGeom>
          <a:noFill/>
          <a:ln>
            <a:noFill/>
          </a:ln>
        </p:spPr>
      </p:sp>
      <p:sp>
        <p:nvSpPr>
          <p:cNvPr id="984" name="Google Shape;984;p95"/>
          <p:cNvSpPr/>
          <p:nvPr>
            <p:ph idx="8" type="body"/>
          </p:nvPr>
        </p:nvSpPr>
        <p:spPr>
          <a:xfrm>
            <a:off x="835416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5" name="Google Shape;985;p95"/>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6" name="Google Shape;986;p9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p:cSld name="Title and Text Left_Content Right">
    <p:spTree>
      <p:nvGrpSpPr>
        <p:cNvPr id="987" name="Shape 987"/>
        <p:cNvGrpSpPr/>
        <p:nvPr/>
      </p:nvGrpSpPr>
      <p:grpSpPr>
        <a:xfrm>
          <a:off x="0" y="0"/>
          <a:ext cx="0" cy="0"/>
          <a:chOff x="0" y="0"/>
          <a:chExt cx="0" cy="0"/>
        </a:xfrm>
      </p:grpSpPr>
      <p:sp>
        <p:nvSpPr>
          <p:cNvPr id="988" name="Google Shape;988;p96"/>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9" name="Google Shape;989;p96"/>
          <p:cNvSpPr txBox="1"/>
          <p:nvPr>
            <p:ph idx="1" type="body"/>
          </p:nvPr>
        </p:nvSpPr>
        <p:spPr>
          <a:xfrm>
            <a:off x="277934" y="1535080"/>
            <a:ext cx="5498276" cy="43323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90" name="Google Shape;990;p9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91" name="Google Shape;991;p96"/>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_2">
  <p:cSld name="Title and Text Left_Content Right_2">
    <p:spTree>
      <p:nvGrpSpPr>
        <p:cNvPr id="992" name="Shape 992"/>
        <p:cNvGrpSpPr/>
        <p:nvPr/>
      </p:nvGrpSpPr>
      <p:grpSpPr>
        <a:xfrm>
          <a:off x="0" y="0"/>
          <a:ext cx="0" cy="0"/>
          <a:chOff x="0" y="0"/>
          <a:chExt cx="0" cy="0"/>
        </a:xfrm>
      </p:grpSpPr>
      <p:sp>
        <p:nvSpPr>
          <p:cNvPr id="993" name="Google Shape;993;p97"/>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4" name="Google Shape;994;p97"/>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5" name="Google Shape;995;p97"/>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96" name="Google Shape;996;p9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97" name="Google Shape;997;p97"/>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p:cSld name="Title and Text Left_Text Right">
    <p:spTree>
      <p:nvGrpSpPr>
        <p:cNvPr id="998" name="Shape 998"/>
        <p:cNvGrpSpPr/>
        <p:nvPr/>
      </p:nvGrpSpPr>
      <p:grpSpPr>
        <a:xfrm>
          <a:off x="0" y="0"/>
          <a:ext cx="0" cy="0"/>
          <a:chOff x="0" y="0"/>
          <a:chExt cx="0" cy="0"/>
        </a:xfrm>
      </p:grpSpPr>
      <p:sp>
        <p:nvSpPr>
          <p:cNvPr id="999" name="Google Shape;999;p98"/>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00" name="Google Shape;1000;p98"/>
          <p:cNvSpPr txBox="1"/>
          <p:nvPr>
            <p:ph type="title"/>
          </p:nvPr>
        </p:nvSpPr>
        <p:spPr>
          <a:xfrm>
            <a:off x="277934" y="295773"/>
            <a:ext cx="5495544"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1" name="Google Shape;1001;p98"/>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02" name="Google Shape;1002;p9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03" name="Google Shape;1003;p98"/>
          <p:cNvSpPr txBox="1"/>
          <p:nvPr>
            <p:ph idx="2" type="body"/>
          </p:nvPr>
        </p:nvSpPr>
        <p:spPr>
          <a:xfrm>
            <a:off x="6429756" y="419100"/>
            <a:ext cx="5495544" cy="5448300"/>
          </a:xfrm>
          <a:prstGeom prst="rect">
            <a:avLst/>
          </a:prstGeom>
          <a:noFill/>
          <a:ln>
            <a:noFill/>
          </a:ln>
        </p:spPr>
        <p:txBody>
          <a:bodyPr anchorCtr="0" anchor="ctr"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 showMasterSp="0">
  <p:cSld name="Title and Text Left Multiple_Content Right">
    <p:spTree>
      <p:nvGrpSpPr>
        <p:cNvPr id="1004" name="Shape 1004"/>
        <p:cNvGrpSpPr/>
        <p:nvPr/>
      </p:nvGrpSpPr>
      <p:grpSpPr>
        <a:xfrm>
          <a:off x="0" y="0"/>
          <a:ext cx="0" cy="0"/>
          <a:chOff x="0" y="0"/>
          <a:chExt cx="0" cy="0"/>
        </a:xfrm>
      </p:grpSpPr>
      <p:sp>
        <p:nvSpPr>
          <p:cNvPr id="1005" name="Google Shape;1005;p99"/>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6" name="Google Shape;1006;p99"/>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07" name="Google Shape;1007;p99"/>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08" name="Google Shape;1008;p99"/>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1009" name="Google Shape;1009;p99"/>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1010" name="Google Shape;1010;p99"/>
          <p:cNvSpPr/>
          <p:nvPr>
            <p:ph idx="2" type="pic"/>
          </p:nvPr>
        </p:nvSpPr>
        <p:spPr>
          <a:xfrm>
            <a:off x="6096000" y="0"/>
            <a:ext cx="6099048" cy="6217920"/>
          </a:xfrm>
          <a:prstGeom prst="rect">
            <a:avLst/>
          </a:prstGeom>
          <a:noFill/>
          <a:ln>
            <a:noFill/>
          </a:ln>
        </p:spPr>
      </p:sp>
      <p:sp>
        <p:nvSpPr>
          <p:cNvPr id="1011" name="Google Shape;1011;p9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_2" showMasterSp="0">
  <p:cSld name="Title and Text Left Multiple_Content Right_2">
    <p:spTree>
      <p:nvGrpSpPr>
        <p:cNvPr id="1012" name="Shape 1012"/>
        <p:cNvGrpSpPr/>
        <p:nvPr/>
      </p:nvGrpSpPr>
      <p:grpSpPr>
        <a:xfrm>
          <a:off x="0" y="0"/>
          <a:ext cx="0" cy="0"/>
          <a:chOff x="0" y="0"/>
          <a:chExt cx="0" cy="0"/>
        </a:xfrm>
      </p:grpSpPr>
      <p:sp>
        <p:nvSpPr>
          <p:cNvPr id="1013" name="Google Shape;1013;p100"/>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14" name="Google Shape;1014;p100"/>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5" name="Google Shape;1015;p100"/>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16" name="Google Shape;1016;p100"/>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17" name="Google Shape;1017;p100"/>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1018" name="Google Shape;1018;p100"/>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1019" name="Google Shape;1019;p100"/>
          <p:cNvSpPr/>
          <p:nvPr>
            <p:ph idx="2" type="pic"/>
          </p:nvPr>
        </p:nvSpPr>
        <p:spPr>
          <a:xfrm>
            <a:off x="6096000" y="0"/>
            <a:ext cx="6099048" cy="6217920"/>
          </a:xfrm>
          <a:prstGeom prst="rect">
            <a:avLst/>
          </a:prstGeom>
          <a:noFill/>
          <a:ln>
            <a:noFill/>
          </a:ln>
        </p:spPr>
      </p:sp>
      <p:sp>
        <p:nvSpPr>
          <p:cNvPr id="1020" name="Google Shape;1020;p10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Text Right" showMasterSp="0">
  <p:cSld name="Title and Text Left Multiple_Text Right">
    <p:spTree>
      <p:nvGrpSpPr>
        <p:cNvPr id="1021" name="Shape 1021"/>
        <p:cNvGrpSpPr/>
        <p:nvPr/>
      </p:nvGrpSpPr>
      <p:grpSpPr>
        <a:xfrm>
          <a:off x="0" y="0"/>
          <a:ext cx="0" cy="0"/>
          <a:chOff x="0" y="0"/>
          <a:chExt cx="0" cy="0"/>
        </a:xfrm>
      </p:grpSpPr>
      <p:sp>
        <p:nvSpPr>
          <p:cNvPr id="1022" name="Google Shape;1022;p101"/>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23" name="Google Shape;1023;p101"/>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4" name="Google Shape;1024;p101"/>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25" name="Google Shape;1025;p101"/>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26" name="Google Shape;1026;p101"/>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1027" name="Google Shape;1027;p101"/>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1028" name="Google Shape;1028;p101"/>
          <p:cNvSpPr txBox="1"/>
          <p:nvPr>
            <p:ph idx="2" type="body"/>
          </p:nvPr>
        </p:nvSpPr>
        <p:spPr>
          <a:xfrm>
            <a:off x="6418522"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9" name="Google Shape;1029;p10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Title and Large Image">
    <p:spTree>
      <p:nvGrpSpPr>
        <p:cNvPr id="1030" name="Shape 1030"/>
        <p:cNvGrpSpPr/>
        <p:nvPr/>
      </p:nvGrpSpPr>
      <p:grpSpPr>
        <a:xfrm>
          <a:off x="0" y="0"/>
          <a:ext cx="0" cy="0"/>
          <a:chOff x="0" y="0"/>
          <a:chExt cx="0" cy="0"/>
        </a:xfrm>
      </p:grpSpPr>
      <p:sp>
        <p:nvSpPr>
          <p:cNvPr id="1031" name="Google Shape;1031;p10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32" name="Google Shape;1032;p102"/>
          <p:cNvSpPr/>
          <p:nvPr>
            <p:ph idx="2" type="pic"/>
          </p:nvPr>
        </p:nvSpPr>
        <p:spPr>
          <a:xfrm>
            <a:off x="0" y="1142999"/>
            <a:ext cx="12192000" cy="5084065"/>
          </a:xfrm>
          <a:prstGeom prst="rect">
            <a:avLst/>
          </a:prstGeom>
          <a:noFill/>
          <a:ln>
            <a:noFill/>
          </a:ln>
        </p:spPr>
      </p:sp>
      <p:sp>
        <p:nvSpPr>
          <p:cNvPr id="1033" name="Google Shape;1033;p102"/>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4" name="Google Shape;1034;p102"/>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035" name="Google Shape;1035;p102"/>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ull Image" showMasterSp="0">
  <p:cSld name="Title and Full Image">
    <p:spTree>
      <p:nvGrpSpPr>
        <p:cNvPr id="1036" name="Shape 1036"/>
        <p:cNvGrpSpPr/>
        <p:nvPr/>
      </p:nvGrpSpPr>
      <p:grpSpPr>
        <a:xfrm>
          <a:off x="0" y="0"/>
          <a:ext cx="0" cy="0"/>
          <a:chOff x="0" y="0"/>
          <a:chExt cx="0" cy="0"/>
        </a:xfrm>
      </p:grpSpPr>
      <p:sp>
        <p:nvSpPr>
          <p:cNvPr id="1037" name="Google Shape;1037;p103"/>
          <p:cNvSpPr/>
          <p:nvPr>
            <p:ph idx="2" type="pic"/>
          </p:nvPr>
        </p:nvSpPr>
        <p:spPr>
          <a:xfrm>
            <a:off x="0" y="1143000"/>
            <a:ext cx="12192000" cy="5715000"/>
          </a:xfrm>
          <a:prstGeom prst="rect">
            <a:avLst/>
          </a:prstGeom>
          <a:noFill/>
          <a:ln>
            <a:noFill/>
          </a:ln>
        </p:spPr>
      </p:sp>
      <p:sp>
        <p:nvSpPr>
          <p:cNvPr id="1038" name="Google Shape;1038;p103"/>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9" name="Google Shape;1039;p103"/>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040" name="Google Shape;1040;p103"/>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use colors" showMasterSp="0">
  <p:cSld name="How to use colors">
    <p:spTree>
      <p:nvGrpSpPr>
        <p:cNvPr id="1041" name="Shape 1041"/>
        <p:cNvGrpSpPr/>
        <p:nvPr/>
      </p:nvGrpSpPr>
      <p:grpSpPr>
        <a:xfrm>
          <a:off x="0" y="0"/>
          <a:ext cx="0" cy="0"/>
          <a:chOff x="0" y="0"/>
          <a:chExt cx="0" cy="0"/>
        </a:xfrm>
      </p:grpSpPr>
      <p:sp>
        <p:nvSpPr>
          <p:cNvPr id="1042" name="Google Shape;1042;p104"/>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43" name="Google Shape;1043;p104"/>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4" name="Google Shape;1044;p104"/>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45" name="Google Shape;1045;p104"/>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46" name="Google Shape;1046;p104"/>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1047" name="Google Shape;1047;p104"/>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grpSp>
        <p:nvGrpSpPr>
          <p:cNvPr id="1048" name="Google Shape;1048;p104"/>
          <p:cNvGrpSpPr/>
          <p:nvPr/>
        </p:nvGrpSpPr>
        <p:grpSpPr>
          <a:xfrm>
            <a:off x="6971959" y="785112"/>
            <a:ext cx="4340506" cy="868101"/>
            <a:chOff x="382104" y="3327719"/>
            <a:chExt cx="4340506" cy="868101"/>
          </a:xfrm>
        </p:grpSpPr>
        <p:sp>
          <p:nvSpPr>
            <p:cNvPr id="1049" name="Google Shape;1049;p104"/>
            <p:cNvSpPr/>
            <p:nvPr/>
          </p:nvSpPr>
          <p:spPr>
            <a:xfrm>
              <a:off x="382105" y="3327719"/>
              <a:ext cx="868101" cy="868101"/>
            </a:xfrm>
            <a:prstGeom prst="rect">
              <a:avLst/>
            </a:prstGeom>
            <a:solidFill>
              <a:srgbClr val="B3C3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0" name="Google Shape;1050;p104"/>
            <p:cNvSpPr/>
            <p:nvPr/>
          </p:nvSpPr>
          <p:spPr>
            <a:xfrm>
              <a:off x="1250206" y="3327719"/>
              <a:ext cx="868101" cy="868101"/>
            </a:xfrm>
            <a:prstGeom prst="rect">
              <a:avLst/>
            </a:prstGeom>
            <a:solidFill>
              <a:srgbClr val="7B98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1" name="Google Shape;1051;p104"/>
            <p:cNvSpPr/>
            <p:nvPr/>
          </p:nvSpPr>
          <p:spPr>
            <a:xfrm>
              <a:off x="2118307" y="3327719"/>
              <a:ext cx="868101" cy="868101"/>
            </a:xfrm>
            <a:prstGeom prst="rect">
              <a:avLst/>
            </a:prstGeom>
            <a:solidFill>
              <a:srgbClr val="4975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2" name="Google Shape;1052;p104"/>
            <p:cNvSpPr/>
            <p:nvPr/>
          </p:nvSpPr>
          <p:spPr>
            <a:xfrm>
              <a:off x="2986408" y="3327719"/>
              <a:ext cx="868101" cy="868101"/>
            </a:xfrm>
            <a:prstGeom prst="rect">
              <a:avLst/>
            </a:prstGeom>
            <a:solidFill>
              <a:srgbClr val="0B58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3" name="Google Shape;1053;p104"/>
            <p:cNvSpPr/>
            <p:nvPr/>
          </p:nvSpPr>
          <p:spPr>
            <a:xfrm>
              <a:off x="3854509" y="3327719"/>
              <a:ext cx="868101" cy="868101"/>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4" name="Google Shape;1054;p104"/>
            <p:cNvSpPr txBox="1"/>
            <p:nvPr/>
          </p:nvSpPr>
          <p:spPr>
            <a:xfrm>
              <a:off x="382104"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1055" name="Google Shape;1055;p104"/>
            <p:cNvSpPr txBox="1"/>
            <p:nvPr/>
          </p:nvSpPr>
          <p:spPr>
            <a:xfrm>
              <a:off x="12502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1056" name="Google Shape;1056;p104"/>
            <p:cNvSpPr txBox="1"/>
            <p:nvPr/>
          </p:nvSpPr>
          <p:spPr>
            <a:xfrm>
              <a:off x="2106732"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1057" name="Google Shape;1057;p104"/>
            <p:cNvSpPr txBox="1"/>
            <p:nvPr/>
          </p:nvSpPr>
          <p:spPr>
            <a:xfrm>
              <a:off x="297483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1058" name="Google Shape;1058;p104"/>
            <p:cNvSpPr txBox="1"/>
            <p:nvPr/>
          </p:nvSpPr>
          <p:spPr>
            <a:xfrm>
              <a:off x="3854509"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grpSp>
        <p:nvGrpSpPr>
          <p:cNvPr id="1059" name="Google Shape;1059;p104"/>
          <p:cNvGrpSpPr/>
          <p:nvPr/>
        </p:nvGrpSpPr>
        <p:grpSpPr>
          <a:xfrm>
            <a:off x="6971959" y="1900356"/>
            <a:ext cx="4340506" cy="868101"/>
            <a:chOff x="6794478" y="3327719"/>
            <a:chExt cx="4340506" cy="868101"/>
          </a:xfrm>
        </p:grpSpPr>
        <p:sp>
          <p:nvSpPr>
            <p:cNvPr id="1060" name="Google Shape;1060;p104"/>
            <p:cNvSpPr/>
            <p:nvPr/>
          </p:nvSpPr>
          <p:spPr>
            <a:xfrm>
              <a:off x="6794479" y="3327719"/>
              <a:ext cx="868101" cy="868101"/>
            </a:xfrm>
            <a:prstGeom prst="rect">
              <a:avLst/>
            </a:prstGeom>
            <a:solidFill>
              <a:srgbClr val="DBBFB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61" name="Google Shape;1061;p104"/>
            <p:cNvSpPr/>
            <p:nvPr/>
          </p:nvSpPr>
          <p:spPr>
            <a:xfrm>
              <a:off x="7662580" y="3327719"/>
              <a:ext cx="868101" cy="868101"/>
            </a:xfrm>
            <a:prstGeom prst="rect">
              <a:avLst/>
            </a:prstGeom>
            <a:solidFill>
              <a:srgbClr val="C08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62" name="Google Shape;1062;p104"/>
            <p:cNvSpPr/>
            <p:nvPr/>
          </p:nvSpPr>
          <p:spPr>
            <a:xfrm>
              <a:off x="8530681" y="3327719"/>
              <a:ext cx="868101" cy="868101"/>
            </a:xfrm>
            <a:prstGeom prst="rect">
              <a:avLst/>
            </a:prstGeom>
            <a:solidFill>
              <a:srgbClr val="A662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63" name="Google Shape;1063;p104"/>
            <p:cNvSpPr/>
            <p:nvPr/>
          </p:nvSpPr>
          <p:spPr>
            <a:xfrm>
              <a:off x="9398782" y="3327719"/>
              <a:ext cx="868101" cy="868101"/>
            </a:xfrm>
            <a:prstGeom prst="rect">
              <a:avLst/>
            </a:prstGeom>
            <a:solidFill>
              <a:srgbClr val="8D3B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64" name="Google Shape;1064;p104"/>
            <p:cNvSpPr/>
            <p:nvPr/>
          </p:nvSpPr>
          <p:spPr>
            <a:xfrm>
              <a:off x="10266883" y="3327719"/>
              <a:ext cx="868101" cy="868101"/>
            </a:xfrm>
            <a:prstGeom prst="rect">
              <a:avLst/>
            </a:prstGeom>
            <a:solidFill>
              <a:srgbClr val="7724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65" name="Google Shape;1065;p104"/>
            <p:cNvSpPr txBox="1"/>
            <p:nvPr/>
          </p:nvSpPr>
          <p:spPr>
            <a:xfrm>
              <a:off x="6794478"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1066" name="Google Shape;1066;p104"/>
            <p:cNvSpPr txBox="1"/>
            <p:nvPr/>
          </p:nvSpPr>
          <p:spPr>
            <a:xfrm>
              <a:off x="7662580"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1067" name="Google Shape;1067;p104"/>
            <p:cNvSpPr txBox="1"/>
            <p:nvPr/>
          </p:nvSpPr>
          <p:spPr>
            <a:xfrm>
              <a:off x="85191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1068" name="Google Shape;1068;p104"/>
            <p:cNvSpPr txBox="1"/>
            <p:nvPr/>
          </p:nvSpPr>
          <p:spPr>
            <a:xfrm>
              <a:off x="9387207"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1069" name="Google Shape;1069;p104"/>
            <p:cNvSpPr txBox="1"/>
            <p:nvPr/>
          </p:nvSpPr>
          <p:spPr>
            <a:xfrm>
              <a:off x="1026688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sp>
        <p:nvSpPr>
          <p:cNvPr id="1070" name="Google Shape;1070;p104"/>
          <p:cNvSpPr txBox="1"/>
          <p:nvPr/>
        </p:nvSpPr>
        <p:spPr>
          <a:xfrm>
            <a:off x="6971959" y="3097411"/>
            <a:ext cx="4340506" cy="276998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lang="en-US" sz="1800">
                <a:solidFill>
                  <a:schemeClr val="dk1"/>
                </a:solidFill>
                <a:latin typeface="Arial"/>
                <a:ea typeface="Arial"/>
                <a:cs typeface="Arial"/>
                <a:sym typeface="Arial"/>
              </a:rPr>
              <a:t>Minimum font size - </a:t>
            </a:r>
            <a:r>
              <a:rPr b="1" lang="en-US" sz="1800">
                <a:solidFill>
                  <a:schemeClr val="dk1"/>
                </a:solidFill>
                <a:latin typeface="Arial"/>
                <a:ea typeface="Arial"/>
                <a:cs typeface="Arial"/>
                <a:sym typeface="Arial"/>
              </a:rPr>
              <a:t>18pt</a:t>
            </a:r>
            <a:r>
              <a:rPr b="0" lang="en-US" sz="1800">
                <a:solidFill>
                  <a:schemeClr val="dk1"/>
                </a:solidFill>
                <a:latin typeface="Arial"/>
                <a:ea typeface="Arial"/>
                <a:cs typeface="Arial"/>
                <a:sym typeface="Arial"/>
              </a:rPr>
              <a:t>.</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Font weight - </a:t>
            </a:r>
            <a:r>
              <a:rPr b="1" lang="en-US" sz="1800">
                <a:solidFill>
                  <a:schemeClr val="dk1"/>
                </a:solidFill>
                <a:latin typeface="Arial"/>
                <a:ea typeface="Arial"/>
                <a:cs typeface="Arial"/>
                <a:sym typeface="Arial"/>
              </a:rPr>
              <a:t>Bold </a:t>
            </a:r>
            <a:r>
              <a:rPr b="0" lang="en-US" sz="1800">
                <a:solidFill>
                  <a:schemeClr val="dk1"/>
                </a:solidFill>
                <a:latin typeface="Arial"/>
                <a:ea typeface="Arial"/>
                <a:cs typeface="Arial"/>
                <a:sym typeface="Arial"/>
              </a:rPr>
              <a:t>(when used on background colors, for best accessibility).</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Dark Gray </a:t>
            </a:r>
            <a:r>
              <a:rPr b="1" i="0" lang="en-US" sz="1800">
                <a:solidFill>
                  <a:schemeClr val="dk1"/>
                </a:solidFill>
                <a:latin typeface="Arial"/>
                <a:ea typeface="Arial"/>
                <a:cs typeface="Arial"/>
                <a:sym typeface="Arial"/>
              </a:rPr>
              <a:t>#333333 </a:t>
            </a:r>
            <a:r>
              <a:rPr b="0" lang="en-US" sz="1800">
                <a:solidFill>
                  <a:schemeClr val="dk1"/>
                </a:solidFill>
                <a:latin typeface="Arial"/>
                <a:ea typeface="Arial"/>
                <a:cs typeface="Arial"/>
                <a:sym typeface="Arial"/>
              </a:rPr>
              <a:t>Text color on Accent 1 and Accent 2. </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White </a:t>
            </a:r>
            <a:r>
              <a:rPr b="1" lang="en-US" sz="1800">
                <a:solidFill>
                  <a:schemeClr val="dk1"/>
                </a:solidFill>
                <a:latin typeface="Arial"/>
                <a:ea typeface="Arial"/>
                <a:cs typeface="Arial"/>
                <a:sym typeface="Arial"/>
              </a:rPr>
              <a:t>#FFFFFF </a:t>
            </a:r>
            <a:r>
              <a:rPr b="0" lang="en-US" sz="1800">
                <a:solidFill>
                  <a:schemeClr val="dk1"/>
                </a:solidFill>
                <a:latin typeface="Arial"/>
                <a:ea typeface="Arial"/>
                <a:cs typeface="Arial"/>
                <a:sym typeface="Arial"/>
              </a:rPr>
              <a:t>Text color </a:t>
            </a:r>
            <a:br>
              <a:rPr b="0" lang="en-US" sz="1800">
                <a:solidFill>
                  <a:schemeClr val="dk1"/>
                </a:solidFill>
                <a:latin typeface="Arial"/>
                <a:ea typeface="Arial"/>
                <a:cs typeface="Arial"/>
                <a:sym typeface="Arial"/>
              </a:rPr>
            </a:br>
            <a:r>
              <a:rPr b="0" lang="en-US" sz="1800">
                <a:solidFill>
                  <a:schemeClr val="dk1"/>
                </a:solidFill>
                <a:latin typeface="Arial"/>
                <a:ea typeface="Arial"/>
                <a:cs typeface="Arial"/>
                <a:sym typeface="Arial"/>
              </a:rPr>
              <a:t>on Accent 3, Accent 4, and Accent 5.</a:t>
            </a:r>
            <a:endParaRPr/>
          </a:p>
        </p:txBody>
      </p:sp>
      <p:sp>
        <p:nvSpPr>
          <p:cNvPr id="1071" name="Google Shape;1071;p10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080" name="Shape 1080"/>
        <p:cNvGrpSpPr/>
        <p:nvPr/>
      </p:nvGrpSpPr>
      <p:grpSpPr>
        <a:xfrm>
          <a:off x="0" y="0"/>
          <a:ext cx="0" cy="0"/>
          <a:chOff x="0" y="0"/>
          <a:chExt cx="0" cy="0"/>
        </a:xfrm>
      </p:grpSpPr>
      <p:sp>
        <p:nvSpPr>
          <p:cNvPr id="1081" name="Google Shape;1081;p46"/>
          <p:cNvSpPr/>
          <p:nvPr/>
        </p:nvSpPr>
        <p:spPr>
          <a:xfrm rot="10800000">
            <a:off x="-6283" y="0"/>
            <a:ext cx="12204565"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82" name="Google Shape;1082;p46"/>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FEEE9F"/>
              </a:buClr>
              <a:buSzPts val="4500"/>
              <a:buNone/>
              <a:defRPr sz="4500">
                <a:solidFill>
                  <a:srgbClr val="FEEE9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3" name="Google Shape;1083;p46"/>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1800"/>
              <a:buNone/>
              <a:defRPr sz="18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cxnSp>
        <p:nvCxnSpPr>
          <p:cNvPr id="1084" name="Google Shape;1084;p46"/>
          <p:cNvCxnSpPr/>
          <p:nvPr/>
        </p:nvCxnSpPr>
        <p:spPr>
          <a:xfrm>
            <a:off x="1422400" y="2743200"/>
            <a:ext cx="9347200" cy="0"/>
          </a:xfrm>
          <a:prstGeom prst="straightConnector1">
            <a:avLst/>
          </a:prstGeom>
          <a:noFill/>
          <a:ln cap="flat" cmpd="sng" w="9525">
            <a:solidFill>
              <a:schemeClr val="lt1"/>
            </a:solidFill>
            <a:prstDash val="solid"/>
            <a:miter lim="8000"/>
            <a:headEnd len="sm" w="sm" type="none"/>
            <a:tailEnd len="sm" w="sm" type="none"/>
          </a:ln>
        </p:spPr>
      </p:cxnSp>
      <p:pic>
        <p:nvPicPr>
          <p:cNvPr id="1085" name="Google Shape;1085;p46"/>
          <p:cNvPicPr preferRelativeResize="0"/>
          <p:nvPr/>
        </p:nvPicPr>
        <p:blipFill rotWithShape="1">
          <a:blip r:embed="rId2">
            <a:alphaModFix/>
          </a:blip>
          <a:srcRect b="0" l="0" r="0" t="0"/>
          <a:stretch/>
        </p:blipFill>
        <p:spPr>
          <a:xfrm>
            <a:off x="4706113" y="1830811"/>
            <a:ext cx="2775881" cy="429768"/>
          </a:xfrm>
          <a:prstGeom prst="rect">
            <a:avLst/>
          </a:prstGeom>
          <a:noFill/>
          <a:ln>
            <a:noFill/>
          </a:ln>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acer Slide" showMasterSp="0">
  <p:cSld name="Spacer Slide">
    <p:spTree>
      <p:nvGrpSpPr>
        <p:cNvPr id="1086" name="Shape 1086"/>
        <p:cNvGrpSpPr/>
        <p:nvPr/>
      </p:nvGrpSpPr>
      <p:grpSpPr>
        <a:xfrm>
          <a:off x="0" y="0"/>
          <a:ext cx="0" cy="0"/>
          <a:chOff x="0" y="0"/>
          <a:chExt cx="0" cy="0"/>
        </a:xfrm>
      </p:grpSpPr>
      <p:sp>
        <p:nvSpPr>
          <p:cNvPr id="1087" name="Google Shape;1087;p73"/>
          <p:cNvSpPr/>
          <p:nvPr/>
        </p:nvSpPr>
        <p:spPr>
          <a:xfrm rot="10800000">
            <a:off x="0" y="0"/>
            <a:ext cx="12192000"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88" name="Google Shape;1088;p73"/>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89" name="Google Shape;1089;p73"/>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1090" name="Google Shape;1090;p73"/>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EEE9F"/>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1" name="Google Shape;1091;p73"/>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3600"/>
              <a:buNone/>
              <a:defRPr sz="36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092" name="Shape 1092"/>
        <p:cNvGrpSpPr/>
        <p:nvPr/>
      </p:nvGrpSpPr>
      <p:grpSpPr>
        <a:xfrm>
          <a:off x="0" y="0"/>
          <a:ext cx="0" cy="0"/>
          <a:chOff x="0" y="0"/>
          <a:chExt cx="0" cy="0"/>
        </a:xfrm>
      </p:grpSpPr>
      <p:sp>
        <p:nvSpPr>
          <p:cNvPr id="1093" name="Google Shape;1093;p74"/>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4" name="Google Shape;1094;p74"/>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95" name="Google Shape;1095;p7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1096" name="Shape 1096"/>
        <p:cNvGrpSpPr/>
        <p:nvPr/>
      </p:nvGrpSpPr>
      <p:grpSpPr>
        <a:xfrm>
          <a:off x="0" y="0"/>
          <a:ext cx="0" cy="0"/>
          <a:chOff x="0" y="0"/>
          <a:chExt cx="0" cy="0"/>
        </a:xfrm>
      </p:grpSpPr>
      <p:sp>
        <p:nvSpPr>
          <p:cNvPr id="1097" name="Google Shape;1097;p75"/>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8" name="Google Shape;1098;p75"/>
          <p:cNvSpPr txBox="1"/>
          <p:nvPr>
            <p:ph idx="1" type="body"/>
          </p:nvPr>
        </p:nvSpPr>
        <p:spPr>
          <a:xfrm>
            <a:off x="277934" y="1535081"/>
            <a:ext cx="5641848"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099" name="Google Shape;1099;p75"/>
          <p:cNvSpPr txBox="1"/>
          <p:nvPr>
            <p:ph idx="2" type="body"/>
          </p:nvPr>
        </p:nvSpPr>
        <p:spPr>
          <a:xfrm>
            <a:off x="6275268" y="1535081"/>
            <a:ext cx="5638800"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00" name="Google Shape;1100;p7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Comparison" type="twoTxTwoObj">
  <p:cSld name="TWO_OBJECTS_WITH_TEXT">
    <p:spTree>
      <p:nvGrpSpPr>
        <p:cNvPr id="1101" name="Shape 1101"/>
        <p:cNvGrpSpPr/>
        <p:nvPr/>
      </p:nvGrpSpPr>
      <p:grpSpPr>
        <a:xfrm>
          <a:off x="0" y="0"/>
          <a:ext cx="0" cy="0"/>
          <a:chOff x="0" y="0"/>
          <a:chExt cx="0" cy="0"/>
        </a:xfrm>
      </p:grpSpPr>
      <p:sp>
        <p:nvSpPr>
          <p:cNvPr id="1102" name="Google Shape;1102;p76"/>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3" name="Google Shape;1103;p76"/>
          <p:cNvSpPr txBox="1"/>
          <p:nvPr>
            <p:ph idx="1" type="body"/>
          </p:nvPr>
        </p:nvSpPr>
        <p:spPr>
          <a:xfrm>
            <a:off x="277934"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04" name="Google Shape;1104;p76"/>
          <p:cNvSpPr txBox="1"/>
          <p:nvPr>
            <p:ph idx="2" type="body"/>
          </p:nvPr>
        </p:nvSpPr>
        <p:spPr>
          <a:xfrm>
            <a:off x="277934"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05" name="Google Shape;1105;p76"/>
          <p:cNvSpPr txBox="1"/>
          <p:nvPr>
            <p:ph idx="3" type="body"/>
          </p:nvPr>
        </p:nvSpPr>
        <p:spPr>
          <a:xfrm>
            <a:off x="6283452"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06" name="Google Shape;1106;p76"/>
          <p:cNvSpPr txBox="1"/>
          <p:nvPr>
            <p:ph idx="4" type="body"/>
          </p:nvPr>
        </p:nvSpPr>
        <p:spPr>
          <a:xfrm>
            <a:off x="6283452"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07" name="Google Shape;1107;p7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08" name="Shape 1108"/>
        <p:cNvGrpSpPr/>
        <p:nvPr/>
      </p:nvGrpSpPr>
      <p:grpSpPr>
        <a:xfrm>
          <a:off x="0" y="0"/>
          <a:ext cx="0" cy="0"/>
          <a:chOff x="0" y="0"/>
          <a:chExt cx="0" cy="0"/>
        </a:xfrm>
      </p:grpSpPr>
      <p:sp>
        <p:nvSpPr>
          <p:cNvPr id="1109" name="Google Shape;1109;p77"/>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0" name="Google Shape;1110;p7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1111" name="Shape 1111"/>
        <p:cNvGrpSpPr/>
        <p:nvPr/>
      </p:nvGrpSpPr>
      <p:grpSpPr>
        <a:xfrm>
          <a:off x="0" y="0"/>
          <a:ext cx="0" cy="0"/>
          <a:chOff x="0" y="0"/>
          <a:chExt cx="0" cy="0"/>
        </a:xfrm>
      </p:grpSpPr>
      <p:sp>
        <p:nvSpPr>
          <p:cNvPr id="1112" name="Google Shape;1112;p78"/>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3" name="Google Shape;1113;p7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14" name="Google Shape;1114;p78"/>
          <p:cNvSpPr/>
          <p:nvPr>
            <p:ph idx="1" type="body"/>
          </p:nvPr>
        </p:nvSpPr>
        <p:spPr>
          <a:xfrm>
            <a:off x="8382000" y="2005584"/>
            <a:ext cx="3200400" cy="3140075"/>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15" name="Google Shape;1115;p78"/>
          <p:cNvSpPr/>
          <p:nvPr>
            <p:ph idx="2" type="body"/>
          </p:nvPr>
        </p:nvSpPr>
        <p:spPr>
          <a:xfrm>
            <a:off x="4495800" y="2011680"/>
            <a:ext cx="3200400" cy="3136392"/>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16" name="Google Shape;1116;p78"/>
          <p:cNvSpPr/>
          <p:nvPr>
            <p:ph idx="3" type="body"/>
          </p:nvPr>
        </p:nvSpPr>
        <p:spPr>
          <a:xfrm>
            <a:off x="609600" y="1981200"/>
            <a:ext cx="3200400" cy="3140075"/>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17" name="Google Shape;1117;p78"/>
          <p:cNvSpPr txBox="1"/>
          <p:nvPr>
            <p:ph idx="4" type="body"/>
          </p:nvPr>
        </p:nvSpPr>
        <p:spPr>
          <a:xfrm>
            <a:off x="8382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18" name="Google Shape;1118;p78"/>
          <p:cNvSpPr txBox="1"/>
          <p:nvPr>
            <p:ph idx="5" type="body"/>
          </p:nvPr>
        </p:nvSpPr>
        <p:spPr>
          <a:xfrm>
            <a:off x="86106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19" name="Google Shape;1119;p78"/>
          <p:cNvSpPr txBox="1"/>
          <p:nvPr>
            <p:ph idx="6" type="body"/>
          </p:nvPr>
        </p:nvSpPr>
        <p:spPr>
          <a:xfrm>
            <a:off x="47244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Title and 3 Images">
    <p:spTree>
      <p:nvGrpSpPr>
        <p:cNvPr id="1120" name="Shape 1120"/>
        <p:cNvGrpSpPr/>
        <p:nvPr/>
      </p:nvGrpSpPr>
      <p:grpSpPr>
        <a:xfrm>
          <a:off x="0" y="0"/>
          <a:ext cx="0" cy="0"/>
          <a:chOff x="0" y="0"/>
          <a:chExt cx="0" cy="0"/>
        </a:xfrm>
      </p:grpSpPr>
      <p:sp>
        <p:nvSpPr>
          <p:cNvPr id="1121" name="Google Shape;1121;p79"/>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2" name="Google Shape;1122;p79"/>
          <p:cNvSpPr/>
          <p:nvPr>
            <p:ph idx="2" type="pic"/>
          </p:nvPr>
        </p:nvSpPr>
        <p:spPr>
          <a:xfrm>
            <a:off x="4928245" y="1953118"/>
            <a:ext cx="2335511" cy="2071068"/>
          </a:xfrm>
          <a:prstGeom prst="rect">
            <a:avLst/>
          </a:prstGeom>
          <a:noFill/>
          <a:ln>
            <a:noFill/>
          </a:ln>
        </p:spPr>
      </p:sp>
      <p:sp>
        <p:nvSpPr>
          <p:cNvPr id="1123" name="Google Shape;1123;p79"/>
          <p:cNvSpPr/>
          <p:nvPr>
            <p:ph idx="1" type="body"/>
          </p:nvPr>
        </p:nvSpPr>
        <p:spPr>
          <a:xfrm>
            <a:off x="4922310"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24" name="Google Shape;1124;p79"/>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25" name="Google Shape;1125;p79"/>
          <p:cNvSpPr/>
          <p:nvPr>
            <p:ph idx="4" type="pic"/>
          </p:nvPr>
        </p:nvSpPr>
        <p:spPr>
          <a:xfrm>
            <a:off x="1490460" y="1953118"/>
            <a:ext cx="2335511" cy="2071068"/>
          </a:xfrm>
          <a:prstGeom prst="rect">
            <a:avLst/>
          </a:prstGeom>
          <a:noFill/>
          <a:ln>
            <a:noFill/>
          </a:ln>
        </p:spPr>
      </p:sp>
      <p:sp>
        <p:nvSpPr>
          <p:cNvPr id="1126" name="Google Shape;1126;p79"/>
          <p:cNvSpPr/>
          <p:nvPr>
            <p:ph idx="5" type="body"/>
          </p:nvPr>
        </p:nvSpPr>
        <p:spPr>
          <a:xfrm>
            <a:off x="1484525"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rgbClr val="F5F5F5"/>
              </a:buClr>
              <a:buSzPts val="1800"/>
              <a:buFont typeface="Arial"/>
              <a:buNone/>
              <a:defRPr sz="1800">
                <a:solidFill>
                  <a:srgbClr val="F5F5F5"/>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27" name="Google Shape;1127;p79"/>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28" name="Google Shape;1128;p79"/>
          <p:cNvSpPr/>
          <p:nvPr>
            <p:ph idx="7" type="pic"/>
          </p:nvPr>
        </p:nvSpPr>
        <p:spPr>
          <a:xfrm>
            <a:off x="8360095" y="1953118"/>
            <a:ext cx="2335511" cy="2071068"/>
          </a:xfrm>
          <a:prstGeom prst="rect">
            <a:avLst/>
          </a:prstGeom>
          <a:noFill/>
          <a:ln>
            <a:noFill/>
          </a:ln>
        </p:spPr>
      </p:sp>
      <p:sp>
        <p:nvSpPr>
          <p:cNvPr id="1129" name="Google Shape;1129;p79"/>
          <p:cNvSpPr/>
          <p:nvPr>
            <p:ph idx="8" type="body"/>
          </p:nvPr>
        </p:nvSpPr>
        <p:spPr>
          <a:xfrm>
            <a:off x="8354160"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30" name="Google Shape;1130;p79"/>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31" name="Google Shape;1131;p7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showMasterSp="0">
  <p:cSld name="Image and Text">
    <p:spTree>
      <p:nvGrpSpPr>
        <p:cNvPr id="1132" name="Shape 1132"/>
        <p:cNvGrpSpPr/>
        <p:nvPr/>
      </p:nvGrpSpPr>
      <p:grpSpPr>
        <a:xfrm>
          <a:off x="0" y="0"/>
          <a:ext cx="0" cy="0"/>
          <a:chOff x="0" y="0"/>
          <a:chExt cx="0" cy="0"/>
        </a:xfrm>
      </p:grpSpPr>
      <p:sp>
        <p:nvSpPr>
          <p:cNvPr id="1133" name="Google Shape;1133;p80"/>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34" name="Google Shape;1134;p80"/>
          <p:cNvSpPr/>
          <p:nvPr/>
        </p:nvSpPr>
        <p:spPr>
          <a:xfrm>
            <a:off x="3815398" y="1066800"/>
            <a:ext cx="6509702" cy="4273994"/>
          </a:xfrm>
          <a:prstGeom prst="roundRect">
            <a:avLst>
              <a:gd fmla="val 0" name="adj"/>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1135" name="Google Shape;1135;p80"/>
          <p:cNvSpPr/>
          <p:nvPr/>
        </p:nvSpPr>
        <p:spPr>
          <a:xfrm>
            <a:off x="1866900" y="1600200"/>
            <a:ext cx="3111498" cy="3159346"/>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36" name="Google Shape;1136;p80"/>
          <p:cNvSpPr/>
          <p:nvPr>
            <p:ph idx="2" type="pic"/>
          </p:nvPr>
        </p:nvSpPr>
        <p:spPr>
          <a:xfrm>
            <a:off x="1866900" y="1600200"/>
            <a:ext cx="3111500" cy="3159346"/>
          </a:xfrm>
          <a:prstGeom prst="rect">
            <a:avLst/>
          </a:prstGeom>
          <a:noFill/>
          <a:ln>
            <a:noFill/>
          </a:ln>
        </p:spPr>
      </p:sp>
      <p:sp>
        <p:nvSpPr>
          <p:cNvPr id="1137" name="Google Shape;1137;p80"/>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200"/>
              <a:buNone/>
              <a:defRPr b="1" i="0" sz="32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38" name="Google Shape;1138;p80"/>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400"/>
              <a:buNone/>
              <a:defRPr b="0" i="0" sz="24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39" name="Google Shape;1139;p80"/>
          <p:cNvSpPr/>
          <p:nvPr/>
        </p:nvSpPr>
        <p:spPr>
          <a:xfrm>
            <a:off x="-2" y="6212926"/>
            <a:ext cx="12192001"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0" name="Google Shape;1140;p8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141" name="Google Shape;1141;p80"/>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type="blank">
  <p:cSld name="BLANK">
    <p:spTree>
      <p:nvGrpSpPr>
        <p:cNvPr id="1142" name="Shape 1142"/>
        <p:cNvGrpSpPr/>
        <p:nvPr/>
      </p:nvGrpSpPr>
      <p:grpSpPr>
        <a:xfrm>
          <a:off x="0" y="0"/>
          <a:ext cx="0" cy="0"/>
          <a:chOff x="0" y="0"/>
          <a:chExt cx="0" cy="0"/>
        </a:xfrm>
      </p:grpSpPr>
      <p:sp>
        <p:nvSpPr>
          <p:cNvPr id="1143" name="Google Shape;1143;p81"/>
          <p:cNvSpPr/>
          <p:nvPr/>
        </p:nvSpPr>
        <p:spPr>
          <a:xfrm rot="10800000">
            <a:off x="0" y="0"/>
            <a:ext cx="12192000"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4" name="Google Shape;1144;p81"/>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45" name="Google Shape;1145;p81"/>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1146" name="Google Shape;1146;p8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p:cSld name="Title and Text Left_Content Right">
    <p:spTree>
      <p:nvGrpSpPr>
        <p:cNvPr id="1147" name="Shape 1147"/>
        <p:cNvGrpSpPr/>
        <p:nvPr/>
      </p:nvGrpSpPr>
      <p:grpSpPr>
        <a:xfrm>
          <a:off x="0" y="0"/>
          <a:ext cx="0" cy="0"/>
          <a:chOff x="0" y="0"/>
          <a:chExt cx="0" cy="0"/>
        </a:xfrm>
      </p:grpSpPr>
      <p:sp>
        <p:nvSpPr>
          <p:cNvPr id="1148" name="Google Shape;1148;p82"/>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9" name="Google Shape;1149;p82"/>
          <p:cNvSpPr txBox="1"/>
          <p:nvPr>
            <p:ph idx="1" type="body"/>
          </p:nvPr>
        </p:nvSpPr>
        <p:spPr>
          <a:xfrm>
            <a:off x="277934" y="1535080"/>
            <a:ext cx="5498276" cy="43323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150" name="Google Shape;1150;p8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51" name="Google Shape;1151;p82"/>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p:cSld name="Title and Text Left_Text Right">
    <p:spTree>
      <p:nvGrpSpPr>
        <p:cNvPr id="1152" name="Shape 1152"/>
        <p:cNvGrpSpPr/>
        <p:nvPr/>
      </p:nvGrpSpPr>
      <p:grpSpPr>
        <a:xfrm>
          <a:off x="0" y="0"/>
          <a:ext cx="0" cy="0"/>
          <a:chOff x="0" y="0"/>
          <a:chExt cx="0" cy="0"/>
        </a:xfrm>
      </p:grpSpPr>
      <p:sp>
        <p:nvSpPr>
          <p:cNvPr id="1153" name="Google Shape;1153;p83"/>
          <p:cNvSpPr/>
          <p:nvPr/>
        </p:nvSpPr>
        <p:spPr>
          <a:xfrm>
            <a:off x="6096000" y="0"/>
            <a:ext cx="6096000" cy="6208770"/>
          </a:xfrm>
          <a:prstGeom prst="rect">
            <a:avLst/>
          </a:prstGeom>
          <a:solidFill>
            <a:schemeClr val="lt1">
              <a:alpha val="1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4" name="Google Shape;1154;p83"/>
          <p:cNvSpPr txBox="1"/>
          <p:nvPr>
            <p:ph type="title"/>
          </p:nvPr>
        </p:nvSpPr>
        <p:spPr>
          <a:xfrm>
            <a:off x="277934" y="295773"/>
            <a:ext cx="5495544"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solidFill>
                  <a:srgbClr val="FEEE9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55" name="Google Shape;1155;p83"/>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156" name="Google Shape;1156;p8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57" name="Google Shape;1157;p83"/>
          <p:cNvSpPr txBox="1"/>
          <p:nvPr>
            <p:ph idx="2" type="body"/>
          </p:nvPr>
        </p:nvSpPr>
        <p:spPr>
          <a:xfrm>
            <a:off x="6429756"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 showMasterSp="0">
  <p:cSld name="Title and Text Left Multiple_Content Right">
    <p:spTree>
      <p:nvGrpSpPr>
        <p:cNvPr id="1158" name="Shape 1158"/>
        <p:cNvGrpSpPr/>
        <p:nvPr/>
      </p:nvGrpSpPr>
      <p:grpSpPr>
        <a:xfrm>
          <a:off x="0" y="0"/>
          <a:ext cx="0" cy="0"/>
          <a:chOff x="0" y="0"/>
          <a:chExt cx="0" cy="0"/>
        </a:xfrm>
      </p:grpSpPr>
      <p:sp>
        <p:nvSpPr>
          <p:cNvPr id="1159" name="Google Shape;1159;p84"/>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60" name="Google Shape;1160;p84"/>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1" name="Google Shape;1161;p84"/>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cxnSp>
        <p:nvCxnSpPr>
          <p:cNvPr id="1162" name="Google Shape;1162;p84"/>
          <p:cNvCxnSpPr/>
          <p:nvPr/>
        </p:nvCxnSpPr>
        <p:spPr>
          <a:xfrm>
            <a:off x="406400" y="1476768"/>
            <a:ext cx="711200" cy="0"/>
          </a:xfrm>
          <a:prstGeom prst="straightConnector1">
            <a:avLst/>
          </a:prstGeom>
          <a:noFill/>
          <a:ln cap="flat" cmpd="sng" w="28575">
            <a:solidFill>
              <a:schemeClr val="lt1"/>
            </a:solidFill>
            <a:prstDash val="solid"/>
            <a:miter lim="8000"/>
            <a:headEnd len="sm" w="sm" type="none"/>
            <a:tailEnd len="sm" w="sm" type="none"/>
          </a:ln>
        </p:spPr>
      </p:cxnSp>
      <p:sp>
        <p:nvSpPr>
          <p:cNvPr id="1163" name="Google Shape;1163;p84"/>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64" name="Google Shape;1164;p84"/>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1165" name="Google Shape;1165;p84"/>
          <p:cNvSpPr/>
          <p:nvPr>
            <p:ph idx="2" type="pic"/>
          </p:nvPr>
        </p:nvSpPr>
        <p:spPr>
          <a:xfrm>
            <a:off x="6096000" y="0"/>
            <a:ext cx="6099048" cy="6217920"/>
          </a:xfrm>
          <a:prstGeom prst="rect">
            <a:avLst/>
          </a:prstGeom>
          <a:noFill/>
          <a:ln>
            <a:noFill/>
          </a:ln>
        </p:spPr>
      </p:sp>
      <p:sp>
        <p:nvSpPr>
          <p:cNvPr id="1166" name="Google Shape;1166;p8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Text Right" showMasterSp="0">
  <p:cSld name="Title and Text Left Multiple_Text Right">
    <p:spTree>
      <p:nvGrpSpPr>
        <p:cNvPr id="1167" name="Shape 1167"/>
        <p:cNvGrpSpPr/>
        <p:nvPr/>
      </p:nvGrpSpPr>
      <p:grpSpPr>
        <a:xfrm>
          <a:off x="0" y="0"/>
          <a:ext cx="0" cy="0"/>
          <a:chOff x="0" y="0"/>
          <a:chExt cx="0" cy="0"/>
        </a:xfrm>
      </p:grpSpPr>
      <p:sp>
        <p:nvSpPr>
          <p:cNvPr id="1168" name="Google Shape;1168;p85"/>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69" name="Google Shape;1169;p85"/>
          <p:cNvSpPr/>
          <p:nvPr/>
        </p:nvSpPr>
        <p:spPr>
          <a:xfrm>
            <a:off x="6096000" y="0"/>
            <a:ext cx="6096000" cy="6208770"/>
          </a:xfrm>
          <a:prstGeom prst="rect">
            <a:avLst/>
          </a:prstGeom>
          <a:solidFill>
            <a:schemeClr val="lt1">
              <a:alpha val="1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0" name="Google Shape;1170;p85"/>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1" name="Google Shape;1171;p85"/>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cxnSp>
        <p:nvCxnSpPr>
          <p:cNvPr id="1172" name="Google Shape;1172;p85"/>
          <p:cNvCxnSpPr/>
          <p:nvPr/>
        </p:nvCxnSpPr>
        <p:spPr>
          <a:xfrm>
            <a:off x="406400" y="1476768"/>
            <a:ext cx="711200" cy="0"/>
          </a:xfrm>
          <a:prstGeom prst="straightConnector1">
            <a:avLst/>
          </a:prstGeom>
          <a:noFill/>
          <a:ln cap="flat" cmpd="sng" w="28575">
            <a:solidFill>
              <a:schemeClr val="lt1"/>
            </a:solidFill>
            <a:prstDash val="solid"/>
            <a:miter lim="8000"/>
            <a:headEnd len="sm" w="sm" type="none"/>
            <a:tailEnd len="sm" w="sm" type="none"/>
          </a:ln>
        </p:spPr>
      </p:cxnSp>
      <p:sp>
        <p:nvSpPr>
          <p:cNvPr id="1173" name="Google Shape;1173;p85"/>
          <p:cNvSpPr txBox="1"/>
          <p:nvPr>
            <p:ph idx="2" type="body"/>
          </p:nvPr>
        </p:nvSpPr>
        <p:spPr>
          <a:xfrm>
            <a:off x="6418522"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74" name="Google Shape;1174;p85"/>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5" name="Google Shape;1175;p8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200">
                <a:solidFill>
                  <a:schemeClr val="dk1"/>
                </a:solidFill>
                <a:latin typeface="Arial"/>
                <a:ea typeface="Arial"/>
                <a:cs typeface="Arial"/>
                <a:sym typeface="Arial"/>
              </a:defRPr>
            </a:lvl1pPr>
            <a:lvl2pPr indent="0" lvl="1" marL="0" algn="r">
              <a:spcBef>
                <a:spcPts val="0"/>
              </a:spcBef>
              <a:buNone/>
              <a:defRPr b="1" sz="1200">
                <a:solidFill>
                  <a:schemeClr val="dk1"/>
                </a:solidFill>
                <a:latin typeface="Arial"/>
                <a:ea typeface="Arial"/>
                <a:cs typeface="Arial"/>
                <a:sym typeface="Arial"/>
              </a:defRPr>
            </a:lvl2pPr>
            <a:lvl3pPr indent="0" lvl="2" marL="0" algn="r">
              <a:spcBef>
                <a:spcPts val="0"/>
              </a:spcBef>
              <a:buNone/>
              <a:defRPr b="1" sz="1200">
                <a:solidFill>
                  <a:schemeClr val="dk1"/>
                </a:solidFill>
                <a:latin typeface="Arial"/>
                <a:ea typeface="Arial"/>
                <a:cs typeface="Arial"/>
                <a:sym typeface="Arial"/>
              </a:defRPr>
            </a:lvl3pPr>
            <a:lvl4pPr indent="0" lvl="3" marL="0" algn="r">
              <a:spcBef>
                <a:spcPts val="0"/>
              </a:spcBef>
              <a:buNone/>
              <a:defRPr b="1" sz="1200">
                <a:solidFill>
                  <a:schemeClr val="dk1"/>
                </a:solidFill>
                <a:latin typeface="Arial"/>
                <a:ea typeface="Arial"/>
                <a:cs typeface="Arial"/>
                <a:sym typeface="Arial"/>
              </a:defRPr>
            </a:lvl4pPr>
            <a:lvl5pPr indent="0" lvl="4" marL="0" algn="r">
              <a:spcBef>
                <a:spcPts val="0"/>
              </a:spcBef>
              <a:buNone/>
              <a:defRPr b="1" sz="1200">
                <a:solidFill>
                  <a:schemeClr val="dk1"/>
                </a:solidFill>
                <a:latin typeface="Arial"/>
                <a:ea typeface="Arial"/>
                <a:cs typeface="Arial"/>
                <a:sym typeface="Arial"/>
              </a:defRPr>
            </a:lvl5pPr>
            <a:lvl6pPr indent="0" lvl="5" marL="0" algn="r">
              <a:spcBef>
                <a:spcPts val="0"/>
              </a:spcBef>
              <a:buNone/>
              <a:defRPr b="1" sz="1200">
                <a:solidFill>
                  <a:schemeClr val="dk1"/>
                </a:solidFill>
                <a:latin typeface="Arial"/>
                <a:ea typeface="Arial"/>
                <a:cs typeface="Arial"/>
                <a:sym typeface="Arial"/>
              </a:defRPr>
            </a:lvl6pPr>
            <a:lvl7pPr indent="0" lvl="6" marL="0" algn="r">
              <a:spcBef>
                <a:spcPts val="0"/>
              </a:spcBef>
              <a:buNone/>
              <a:defRPr b="1" sz="1200">
                <a:solidFill>
                  <a:schemeClr val="dk1"/>
                </a:solidFill>
                <a:latin typeface="Arial"/>
                <a:ea typeface="Arial"/>
                <a:cs typeface="Arial"/>
                <a:sym typeface="Arial"/>
              </a:defRPr>
            </a:lvl7pPr>
            <a:lvl8pPr indent="0" lvl="7" marL="0" algn="r">
              <a:spcBef>
                <a:spcPts val="0"/>
              </a:spcBef>
              <a:buNone/>
              <a:defRPr b="1" sz="1200">
                <a:solidFill>
                  <a:schemeClr val="dk1"/>
                </a:solidFill>
                <a:latin typeface="Arial"/>
                <a:ea typeface="Arial"/>
                <a:cs typeface="Arial"/>
                <a:sym typeface="Arial"/>
              </a:defRPr>
            </a:lvl8pPr>
            <a:lvl9pPr indent="0" lvl="8" marL="0" algn="r">
              <a:spcBef>
                <a:spcPts val="0"/>
              </a:spcBef>
              <a:buNone/>
              <a:defRPr b="1" sz="12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176" name="Google Shape;1176;p85"/>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Title and Large Image">
    <p:spTree>
      <p:nvGrpSpPr>
        <p:cNvPr id="1177" name="Shape 1177"/>
        <p:cNvGrpSpPr/>
        <p:nvPr/>
      </p:nvGrpSpPr>
      <p:grpSpPr>
        <a:xfrm>
          <a:off x="0" y="0"/>
          <a:ext cx="0" cy="0"/>
          <a:chOff x="0" y="0"/>
          <a:chExt cx="0" cy="0"/>
        </a:xfrm>
      </p:grpSpPr>
      <p:sp>
        <p:nvSpPr>
          <p:cNvPr id="1178" name="Google Shape;1178;p86"/>
          <p:cNvSpPr/>
          <p:nvPr>
            <p:ph idx="2" type="pic"/>
          </p:nvPr>
        </p:nvSpPr>
        <p:spPr>
          <a:xfrm>
            <a:off x="0" y="1142999"/>
            <a:ext cx="12192000" cy="5084065"/>
          </a:xfrm>
          <a:prstGeom prst="rect">
            <a:avLst/>
          </a:prstGeom>
          <a:noFill/>
          <a:ln>
            <a:noFill/>
          </a:ln>
        </p:spPr>
      </p:sp>
      <p:sp>
        <p:nvSpPr>
          <p:cNvPr id="1179" name="Google Shape;1179;p86"/>
          <p:cNvSpPr/>
          <p:nvPr/>
        </p:nvSpPr>
        <p:spPr>
          <a:xfrm>
            <a:off x="0" y="-1"/>
            <a:ext cx="12192000" cy="1143001"/>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80" name="Google Shape;1180;p8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81" name="Google Shape;1181;p86"/>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182" name="Google Shape;1182;p86"/>
          <p:cNvCxnSpPr/>
          <p:nvPr/>
        </p:nvCxnSpPr>
        <p:spPr>
          <a:xfrm>
            <a:off x="406400" y="989880"/>
            <a:ext cx="711200" cy="0"/>
          </a:xfrm>
          <a:prstGeom prst="straightConnector1">
            <a:avLst/>
          </a:prstGeom>
          <a:noFill/>
          <a:ln cap="flat" cmpd="sng" w="28575">
            <a:solidFill>
              <a:schemeClr val="lt1"/>
            </a:solidFill>
            <a:prstDash val="solid"/>
            <a:miter lim="8000"/>
            <a:headEnd len="sm" w="sm" type="none"/>
            <a:tailEnd len="sm" w="sm" type="none"/>
          </a:ln>
        </p:spPr>
      </p:cxn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spTree>
      <p:nvGrpSpPr>
        <p:cNvPr id="1183" name="Shape 1183"/>
        <p:cNvGrpSpPr/>
        <p:nvPr/>
      </p:nvGrpSpPr>
      <p:grpSpPr>
        <a:xfrm>
          <a:off x="0" y="0"/>
          <a:ext cx="0" cy="0"/>
          <a:chOff x="0" y="0"/>
          <a:chExt cx="0" cy="0"/>
        </a:xfrm>
      </p:grpSpPr>
      <p:sp>
        <p:nvSpPr>
          <p:cNvPr id="1184" name="Google Shape;1184;p87"/>
          <p:cNvSpPr/>
          <p:nvPr/>
        </p:nvSpPr>
        <p:spPr>
          <a:xfrm rot="10800000">
            <a:off x="0"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185" name="Google Shape;1185;p87"/>
          <p:cNvCxnSpPr/>
          <p:nvPr/>
        </p:nvCxnSpPr>
        <p:spPr>
          <a:xfrm>
            <a:off x="406402" y="989880"/>
            <a:ext cx="711200" cy="0"/>
          </a:xfrm>
          <a:prstGeom prst="straightConnector1">
            <a:avLst/>
          </a:prstGeom>
          <a:noFill/>
          <a:ln cap="flat" cmpd="sng" w="28575">
            <a:solidFill>
              <a:schemeClr val="lt1"/>
            </a:solidFill>
            <a:prstDash val="solid"/>
            <a:miter lim="8000"/>
            <a:headEnd len="sm" w="sm" type="none"/>
            <a:tailEnd len="sm" w="sm" type="none"/>
          </a:ln>
        </p:spPr>
      </p:cxnSp>
      <p:sp>
        <p:nvSpPr>
          <p:cNvPr id="1186" name="Google Shape;1186;p87"/>
          <p:cNvSpPr/>
          <p:nvPr>
            <p:ph idx="2" type="pic"/>
          </p:nvPr>
        </p:nvSpPr>
        <p:spPr>
          <a:xfrm>
            <a:off x="0" y="1143000"/>
            <a:ext cx="12192000" cy="5714999"/>
          </a:xfrm>
          <a:prstGeom prst="rect">
            <a:avLst/>
          </a:prstGeom>
          <a:noFill/>
          <a:ln>
            <a:noFill/>
          </a:ln>
        </p:spPr>
      </p:sp>
      <p:sp>
        <p:nvSpPr>
          <p:cNvPr id="1187" name="Google Shape;1187;p87"/>
          <p:cNvSpPr/>
          <p:nvPr/>
        </p:nvSpPr>
        <p:spPr>
          <a:xfrm>
            <a:off x="0" y="-1"/>
            <a:ext cx="12192000" cy="1143001"/>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88" name="Google Shape;1188;p87"/>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189" name="Google Shape;1189;p87"/>
          <p:cNvCxnSpPr/>
          <p:nvPr/>
        </p:nvCxnSpPr>
        <p:spPr>
          <a:xfrm>
            <a:off x="406400" y="989880"/>
            <a:ext cx="711200" cy="0"/>
          </a:xfrm>
          <a:prstGeom prst="straightConnector1">
            <a:avLst/>
          </a:prstGeom>
          <a:noFill/>
          <a:ln cap="flat" cmpd="sng" w="28575">
            <a:solidFill>
              <a:schemeClr val="lt1"/>
            </a:solidFill>
            <a:prstDash val="solid"/>
            <a:miter lim="8000"/>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21" Type="http://schemas.openxmlformats.org/officeDocument/2006/relationships/theme" Target="../theme/theme2.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7.xml"/><Relationship Id="rId22" Type="http://schemas.openxmlformats.org/officeDocument/2006/relationships/slideLayout" Target="../slideLayouts/slideLayout39.xml"/><Relationship Id="rId21" Type="http://schemas.openxmlformats.org/officeDocument/2006/relationships/slideLayout" Target="../slideLayouts/slideLayout38.xml"/><Relationship Id="rId24" Type="http://schemas.openxmlformats.org/officeDocument/2006/relationships/slideLayout" Target="../slideLayouts/slideLayout41.xml"/><Relationship Id="rId23" Type="http://schemas.openxmlformats.org/officeDocument/2006/relationships/slideLayout" Target="../slideLayouts/slideLayout40.xml"/><Relationship Id="rId1" Type="http://schemas.openxmlformats.org/officeDocument/2006/relationships/image" Target="../media/image3.jpg"/><Relationship Id="rId2" Type="http://schemas.openxmlformats.org/officeDocument/2006/relationships/image" Target="../media/image2.png"/><Relationship Id="rId3"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26" Type="http://schemas.openxmlformats.org/officeDocument/2006/relationships/slideLayout" Target="../slideLayouts/slideLayout43.xml"/><Relationship Id="rId25" Type="http://schemas.openxmlformats.org/officeDocument/2006/relationships/slideLayout" Target="../slideLayouts/slideLayout42.xml"/><Relationship Id="rId27" Type="http://schemas.openxmlformats.org/officeDocument/2006/relationships/theme" Target="../theme/theme4.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5" Type="http://schemas.openxmlformats.org/officeDocument/2006/relationships/slideLayout" Target="../slideLayouts/slideLayout32.xml"/><Relationship Id="rId14" Type="http://schemas.openxmlformats.org/officeDocument/2006/relationships/slideLayout" Target="../slideLayouts/slideLayout31.xml"/><Relationship Id="rId17" Type="http://schemas.openxmlformats.org/officeDocument/2006/relationships/slideLayout" Target="../slideLayouts/slideLayout34.xml"/><Relationship Id="rId16" Type="http://schemas.openxmlformats.org/officeDocument/2006/relationships/slideLayout" Target="../slideLayouts/slideLayout33.xml"/><Relationship Id="rId19" Type="http://schemas.openxmlformats.org/officeDocument/2006/relationships/slideLayout" Target="../slideLayouts/slideLayout36.xml"/><Relationship Id="rId18" Type="http://schemas.openxmlformats.org/officeDocument/2006/relationships/slideLayout" Target="../slideLayouts/slideLayout35.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82.xml"/><Relationship Id="rId20" Type="http://schemas.openxmlformats.org/officeDocument/2006/relationships/slideLayout" Target="../slideLayouts/slideLayout62.xml"/><Relationship Id="rId42" Type="http://schemas.openxmlformats.org/officeDocument/2006/relationships/slideLayout" Target="../slideLayouts/slideLayout84.xml"/><Relationship Id="rId41" Type="http://schemas.openxmlformats.org/officeDocument/2006/relationships/slideLayout" Target="../slideLayouts/slideLayout83.xml"/><Relationship Id="rId22" Type="http://schemas.openxmlformats.org/officeDocument/2006/relationships/slideLayout" Target="../slideLayouts/slideLayout64.xml"/><Relationship Id="rId44" Type="http://schemas.openxmlformats.org/officeDocument/2006/relationships/slideLayout" Target="../slideLayouts/slideLayout86.xml"/><Relationship Id="rId21" Type="http://schemas.openxmlformats.org/officeDocument/2006/relationships/slideLayout" Target="../slideLayouts/slideLayout63.xml"/><Relationship Id="rId43" Type="http://schemas.openxmlformats.org/officeDocument/2006/relationships/slideLayout" Target="../slideLayouts/slideLayout85.xml"/><Relationship Id="rId24" Type="http://schemas.openxmlformats.org/officeDocument/2006/relationships/slideLayout" Target="../slideLayouts/slideLayout66.xml"/><Relationship Id="rId23" Type="http://schemas.openxmlformats.org/officeDocument/2006/relationships/slideLayout" Target="../slideLayouts/slideLayout65.xml"/><Relationship Id="rId45" Type="http://schemas.openxmlformats.org/officeDocument/2006/relationships/theme" Target="../theme/theme7.xml"/><Relationship Id="rId1" Type="http://schemas.openxmlformats.org/officeDocument/2006/relationships/image" Target="../media/image1.png"/><Relationship Id="rId2" Type="http://schemas.openxmlformats.org/officeDocument/2006/relationships/slideLayout" Target="../slideLayouts/slideLayout44.xml"/><Relationship Id="rId3" Type="http://schemas.openxmlformats.org/officeDocument/2006/relationships/slideLayout" Target="../slideLayouts/slideLayout45.xml"/><Relationship Id="rId4" Type="http://schemas.openxmlformats.org/officeDocument/2006/relationships/slideLayout" Target="../slideLayouts/slideLayout46.xml"/><Relationship Id="rId9" Type="http://schemas.openxmlformats.org/officeDocument/2006/relationships/slideLayout" Target="../slideLayouts/slideLayout51.xml"/><Relationship Id="rId26" Type="http://schemas.openxmlformats.org/officeDocument/2006/relationships/slideLayout" Target="../slideLayouts/slideLayout68.xml"/><Relationship Id="rId25" Type="http://schemas.openxmlformats.org/officeDocument/2006/relationships/slideLayout" Target="../slideLayouts/slideLayout67.xml"/><Relationship Id="rId28" Type="http://schemas.openxmlformats.org/officeDocument/2006/relationships/slideLayout" Target="../slideLayouts/slideLayout70.xml"/><Relationship Id="rId27" Type="http://schemas.openxmlformats.org/officeDocument/2006/relationships/slideLayout" Target="../slideLayouts/slideLayout69.xml"/><Relationship Id="rId5" Type="http://schemas.openxmlformats.org/officeDocument/2006/relationships/slideLayout" Target="../slideLayouts/slideLayout47.xml"/><Relationship Id="rId6" Type="http://schemas.openxmlformats.org/officeDocument/2006/relationships/slideLayout" Target="../slideLayouts/slideLayout48.xml"/><Relationship Id="rId29" Type="http://schemas.openxmlformats.org/officeDocument/2006/relationships/slideLayout" Target="../slideLayouts/slideLayout71.xml"/><Relationship Id="rId7" Type="http://schemas.openxmlformats.org/officeDocument/2006/relationships/slideLayout" Target="../slideLayouts/slideLayout49.xml"/><Relationship Id="rId8" Type="http://schemas.openxmlformats.org/officeDocument/2006/relationships/slideLayout" Target="../slideLayouts/slideLayout50.xml"/><Relationship Id="rId31" Type="http://schemas.openxmlformats.org/officeDocument/2006/relationships/slideLayout" Target="../slideLayouts/slideLayout73.xml"/><Relationship Id="rId30" Type="http://schemas.openxmlformats.org/officeDocument/2006/relationships/slideLayout" Target="../slideLayouts/slideLayout72.xml"/><Relationship Id="rId11" Type="http://schemas.openxmlformats.org/officeDocument/2006/relationships/slideLayout" Target="../slideLayouts/slideLayout53.xml"/><Relationship Id="rId33" Type="http://schemas.openxmlformats.org/officeDocument/2006/relationships/slideLayout" Target="../slideLayouts/slideLayout75.xml"/><Relationship Id="rId10" Type="http://schemas.openxmlformats.org/officeDocument/2006/relationships/slideLayout" Target="../slideLayouts/slideLayout52.xml"/><Relationship Id="rId32" Type="http://schemas.openxmlformats.org/officeDocument/2006/relationships/slideLayout" Target="../slideLayouts/slideLayout74.xml"/><Relationship Id="rId13" Type="http://schemas.openxmlformats.org/officeDocument/2006/relationships/slideLayout" Target="../slideLayouts/slideLayout55.xml"/><Relationship Id="rId35" Type="http://schemas.openxmlformats.org/officeDocument/2006/relationships/slideLayout" Target="../slideLayouts/slideLayout77.xml"/><Relationship Id="rId12" Type="http://schemas.openxmlformats.org/officeDocument/2006/relationships/slideLayout" Target="../slideLayouts/slideLayout54.xml"/><Relationship Id="rId34" Type="http://schemas.openxmlformats.org/officeDocument/2006/relationships/slideLayout" Target="../slideLayouts/slideLayout76.xml"/><Relationship Id="rId15" Type="http://schemas.openxmlformats.org/officeDocument/2006/relationships/slideLayout" Target="../slideLayouts/slideLayout57.xml"/><Relationship Id="rId37" Type="http://schemas.openxmlformats.org/officeDocument/2006/relationships/slideLayout" Target="../slideLayouts/slideLayout79.xml"/><Relationship Id="rId14" Type="http://schemas.openxmlformats.org/officeDocument/2006/relationships/slideLayout" Target="../slideLayouts/slideLayout56.xml"/><Relationship Id="rId36" Type="http://schemas.openxmlformats.org/officeDocument/2006/relationships/slideLayout" Target="../slideLayouts/slideLayout78.xml"/><Relationship Id="rId17" Type="http://schemas.openxmlformats.org/officeDocument/2006/relationships/slideLayout" Target="../slideLayouts/slideLayout59.xml"/><Relationship Id="rId39" Type="http://schemas.openxmlformats.org/officeDocument/2006/relationships/slideLayout" Target="../slideLayouts/slideLayout81.xml"/><Relationship Id="rId16" Type="http://schemas.openxmlformats.org/officeDocument/2006/relationships/slideLayout" Target="../slideLayouts/slideLayout58.xml"/><Relationship Id="rId38" Type="http://schemas.openxmlformats.org/officeDocument/2006/relationships/slideLayout" Target="../slideLayouts/slideLayout80.xml"/><Relationship Id="rId19" Type="http://schemas.openxmlformats.org/officeDocument/2006/relationships/slideLayout" Target="../slideLayouts/slideLayout61.xml"/><Relationship Id="rId18" Type="http://schemas.openxmlformats.org/officeDocument/2006/relationships/slideLayout" Target="../slideLayouts/slideLayout60.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87.xml"/><Relationship Id="rId3" Type="http://schemas.openxmlformats.org/officeDocument/2006/relationships/slideLayout" Target="../slideLayouts/slideLayout88.xml"/><Relationship Id="rId4" Type="http://schemas.openxmlformats.org/officeDocument/2006/relationships/slideLayout" Target="../slideLayouts/slideLayout89.xml"/><Relationship Id="rId9" Type="http://schemas.openxmlformats.org/officeDocument/2006/relationships/slideLayout" Target="../slideLayouts/slideLayout94.xml"/><Relationship Id="rId5" Type="http://schemas.openxmlformats.org/officeDocument/2006/relationships/slideLayout" Target="../slideLayouts/slideLayout90.xml"/><Relationship Id="rId6" Type="http://schemas.openxmlformats.org/officeDocument/2006/relationships/slideLayout" Target="../slideLayouts/slideLayout91.xml"/><Relationship Id="rId7" Type="http://schemas.openxmlformats.org/officeDocument/2006/relationships/slideLayout" Target="../slideLayouts/slideLayout92.xml"/><Relationship Id="rId8" Type="http://schemas.openxmlformats.org/officeDocument/2006/relationships/slideLayout" Target="../slideLayouts/slideLayout93.xml"/><Relationship Id="rId11" Type="http://schemas.openxmlformats.org/officeDocument/2006/relationships/theme" Target="../theme/theme1.xml"/><Relationship Id="rId10" Type="http://schemas.openxmlformats.org/officeDocument/2006/relationships/slideLayout" Target="../slideLayouts/slideLayout95.xml"/></Relationships>
</file>

<file path=ppt/slideMasters/_rels/slideMaster5.xml.rels><?xml version="1.0" encoding="UTF-8" standalone="yes"?><Relationships xmlns="http://schemas.openxmlformats.org/package/2006/relationships"><Relationship Id="rId20" Type="http://schemas.openxmlformats.org/officeDocument/2006/relationships/theme" Target="../theme/theme5.xml"/><Relationship Id="rId1" Type="http://schemas.openxmlformats.org/officeDocument/2006/relationships/image" Target="../media/image1.png"/><Relationship Id="rId2" Type="http://schemas.openxmlformats.org/officeDocument/2006/relationships/slideLayout" Target="../slideLayouts/slideLayout96.xml"/><Relationship Id="rId3" Type="http://schemas.openxmlformats.org/officeDocument/2006/relationships/slideLayout" Target="../slideLayouts/slideLayout97.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5" Type="http://schemas.openxmlformats.org/officeDocument/2006/relationships/slideLayout" Target="../slideLayouts/slideLayout99.xml"/><Relationship Id="rId6" Type="http://schemas.openxmlformats.org/officeDocument/2006/relationships/slideLayout" Target="../slideLayouts/slideLayout100.xml"/><Relationship Id="rId7" Type="http://schemas.openxmlformats.org/officeDocument/2006/relationships/slideLayout" Target="../slideLayouts/slideLayout101.xml"/><Relationship Id="rId8" Type="http://schemas.openxmlformats.org/officeDocument/2006/relationships/slideLayout" Target="../slideLayouts/slideLayout102.xml"/><Relationship Id="rId11" Type="http://schemas.openxmlformats.org/officeDocument/2006/relationships/slideLayout" Target="../slideLayouts/slideLayout105.xml"/><Relationship Id="rId10" Type="http://schemas.openxmlformats.org/officeDocument/2006/relationships/slideLayout" Target="../slideLayouts/slideLayout104.xml"/><Relationship Id="rId13" Type="http://schemas.openxmlformats.org/officeDocument/2006/relationships/slideLayout" Target="../slideLayouts/slideLayout107.xml"/><Relationship Id="rId12" Type="http://schemas.openxmlformats.org/officeDocument/2006/relationships/slideLayout" Target="../slideLayouts/slideLayout106.xml"/><Relationship Id="rId15" Type="http://schemas.openxmlformats.org/officeDocument/2006/relationships/slideLayout" Target="../slideLayouts/slideLayout109.xml"/><Relationship Id="rId14" Type="http://schemas.openxmlformats.org/officeDocument/2006/relationships/slideLayout" Target="../slideLayouts/slideLayout108.xml"/><Relationship Id="rId17" Type="http://schemas.openxmlformats.org/officeDocument/2006/relationships/slideLayout" Target="../slideLayouts/slideLayout111.xml"/><Relationship Id="rId16" Type="http://schemas.openxmlformats.org/officeDocument/2006/relationships/slideLayout" Target="../slideLayouts/slideLayout110.xml"/><Relationship Id="rId19" Type="http://schemas.openxmlformats.org/officeDocument/2006/relationships/slideLayout" Target="../slideLayouts/slideLayout113.xml"/><Relationship Id="rId18" Type="http://schemas.openxmlformats.org/officeDocument/2006/relationships/slideLayout" Target="../slideLayouts/slideLayout112.xml"/></Relationships>
</file>

<file path=ppt/slideMasters/_rels/slideMaster6.xml.rels><?xml version="1.0" encoding="UTF-8" standalone="yes"?><Relationships xmlns="http://schemas.openxmlformats.org/package/2006/relationships"><Relationship Id="rId20" Type="http://schemas.openxmlformats.org/officeDocument/2006/relationships/theme" Target="../theme/theme8.xml"/><Relationship Id="rId1" Type="http://schemas.openxmlformats.org/officeDocument/2006/relationships/image" Target="../media/image1.png"/><Relationship Id="rId2" Type="http://schemas.openxmlformats.org/officeDocument/2006/relationships/slideLayout" Target="../slideLayouts/slideLayout114.xml"/><Relationship Id="rId3" Type="http://schemas.openxmlformats.org/officeDocument/2006/relationships/slideLayout" Target="../slideLayouts/slideLayout115.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5" Type="http://schemas.openxmlformats.org/officeDocument/2006/relationships/slideLayout" Target="../slideLayouts/slideLayout117.xml"/><Relationship Id="rId6" Type="http://schemas.openxmlformats.org/officeDocument/2006/relationships/slideLayout" Target="../slideLayouts/slideLayout118.xml"/><Relationship Id="rId7" Type="http://schemas.openxmlformats.org/officeDocument/2006/relationships/slideLayout" Target="../slideLayouts/slideLayout119.xml"/><Relationship Id="rId8" Type="http://schemas.openxmlformats.org/officeDocument/2006/relationships/slideLayout" Target="../slideLayouts/slideLayout120.xml"/><Relationship Id="rId11" Type="http://schemas.openxmlformats.org/officeDocument/2006/relationships/slideLayout" Target="../slideLayouts/slideLayout123.xml"/><Relationship Id="rId10" Type="http://schemas.openxmlformats.org/officeDocument/2006/relationships/slideLayout" Target="../slideLayouts/slideLayout122.xml"/><Relationship Id="rId13" Type="http://schemas.openxmlformats.org/officeDocument/2006/relationships/slideLayout" Target="../slideLayouts/slideLayout125.xml"/><Relationship Id="rId12" Type="http://schemas.openxmlformats.org/officeDocument/2006/relationships/slideLayout" Target="../slideLayouts/slideLayout124.xml"/><Relationship Id="rId15" Type="http://schemas.openxmlformats.org/officeDocument/2006/relationships/slideLayout" Target="../slideLayouts/slideLayout127.xml"/><Relationship Id="rId14" Type="http://schemas.openxmlformats.org/officeDocument/2006/relationships/slideLayout" Target="../slideLayouts/slideLayout126.xml"/><Relationship Id="rId17" Type="http://schemas.openxmlformats.org/officeDocument/2006/relationships/slideLayout" Target="../slideLayouts/slideLayout129.xml"/><Relationship Id="rId16" Type="http://schemas.openxmlformats.org/officeDocument/2006/relationships/slideLayout" Target="../slideLayouts/slideLayout128.xml"/><Relationship Id="rId19" Type="http://schemas.openxmlformats.org/officeDocument/2006/relationships/slideLayout" Target="../slideLayouts/slideLayout131.xml"/><Relationship Id="rId18" Type="http://schemas.openxmlformats.org/officeDocument/2006/relationships/slideLayout" Target="../slideLayouts/slideLayout130.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32.xml"/><Relationship Id="rId3" Type="http://schemas.openxmlformats.org/officeDocument/2006/relationships/slideLayout" Target="../slideLayouts/slideLayout133.xml"/><Relationship Id="rId4" Type="http://schemas.openxmlformats.org/officeDocument/2006/relationships/slideLayout" Target="../slideLayouts/slideLayout134.xml"/><Relationship Id="rId9" Type="http://schemas.openxmlformats.org/officeDocument/2006/relationships/slideLayout" Target="../slideLayouts/slideLayout139.xml"/><Relationship Id="rId5" Type="http://schemas.openxmlformats.org/officeDocument/2006/relationships/slideLayout" Target="../slideLayouts/slideLayout135.xml"/><Relationship Id="rId6" Type="http://schemas.openxmlformats.org/officeDocument/2006/relationships/slideLayout" Target="../slideLayouts/slideLayout136.xml"/><Relationship Id="rId7" Type="http://schemas.openxmlformats.org/officeDocument/2006/relationships/slideLayout" Target="../slideLayouts/slideLayout137.xml"/><Relationship Id="rId8" Type="http://schemas.openxmlformats.org/officeDocument/2006/relationships/slideLayout" Target="../slideLayouts/slideLayout138.xml"/><Relationship Id="rId11" Type="http://schemas.openxmlformats.org/officeDocument/2006/relationships/slideLayout" Target="../slideLayouts/slideLayout141.xml"/><Relationship Id="rId10" Type="http://schemas.openxmlformats.org/officeDocument/2006/relationships/slideLayout" Target="../slideLayouts/slideLayout140.xml"/><Relationship Id="rId13" Type="http://schemas.openxmlformats.org/officeDocument/2006/relationships/slideLayout" Target="../slideLayouts/slideLayout143.xml"/><Relationship Id="rId12" Type="http://schemas.openxmlformats.org/officeDocument/2006/relationships/slideLayout" Target="../slideLayouts/slideLayout142.xml"/><Relationship Id="rId15" Type="http://schemas.openxmlformats.org/officeDocument/2006/relationships/slideLayout" Target="../slideLayouts/slideLayout145.xml"/><Relationship Id="rId14" Type="http://schemas.openxmlformats.org/officeDocument/2006/relationships/slideLayout" Target="../slideLayouts/slideLayout144.xml"/><Relationship Id="rId17" Type="http://schemas.openxmlformats.org/officeDocument/2006/relationships/slideLayout" Target="../slideLayouts/slideLayout147.xml"/><Relationship Id="rId16" Type="http://schemas.openxmlformats.org/officeDocument/2006/relationships/slideLayout" Target="../slideLayouts/slideLayout146.xml"/><Relationship Id="rId18"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9" name="Shape 9"/>
        <p:cNvGrpSpPr/>
        <p:nvPr/>
      </p:nvGrpSpPr>
      <p:grpSpPr>
        <a:xfrm>
          <a:off x="0" y="0"/>
          <a:ext cx="0" cy="0"/>
          <a:chOff x="0" y="0"/>
          <a:chExt cx="0" cy="0"/>
        </a:xfrm>
      </p:grpSpPr>
      <p:sp>
        <p:nvSpPr>
          <p:cNvPr id="10" name="Google Shape;10;p28"/>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Toastmasters International" id="11" name="Google Shape;11;p28"/>
          <p:cNvPicPr preferRelativeResize="0"/>
          <p:nvPr/>
        </p:nvPicPr>
        <p:blipFill rotWithShape="1">
          <a:blip r:embed="rId1">
            <a:alphaModFix/>
          </a:blip>
          <a:srcRect b="0" l="0" r="0" t="0"/>
          <a:stretch/>
        </p:blipFill>
        <p:spPr>
          <a:xfrm>
            <a:off x="313559" y="6316627"/>
            <a:ext cx="1773873" cy="404848"/>
          </a:xfrm>
          <a:prstGeom prst="rect">
            <a:avLst/>
          </a:prstGeom>
          <a:noFill/>
          <a:ln>
            <a:noFill/>
          </a:ln>
        </p:spPr>
      </p:pic>
      <p:sp>
        <p:nvSpPr>
          <p:cNvPr id="12" name="Google Shape;12;p28"/>
          <p:cNvSpPr txBox="1"/>
          <p:nvPr>
            <p:ph idx="1" type="body"/>
          </p:nvPr>
        </p:nvSpPr>
        <p:spPr>
          <a:xfrm>
            <a:off x="272316" y="1598532"/>
            <a:ext cx="11647368" cy="426958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 name="Google Shape;13;p28"/>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333333"/>
              </a:buClr>
              <a:buSzPts val="3600"/>
              <a:buFont typeface="Arial"/>
              <a:buNone/>
              <a:defRPr b="1" i="0" sz="3600" u="none" cap="none" strike="noStrike">
                <a:solidFill>
                  <a:srgbClr val="33333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2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800" u="none" cap="none" strike="noStrike">
                <a:solidFill>
                  <a:schemeClr val="lt1"/>
                </a:solidFill>
                <a:latin typeface="Arial"/>
                <a:ea typeface="Arial"/>
                <a:cs typeface="Arial"/>
                <a:sym typeface="Arial"/>
              </a:defRPr>
            </a:lvl1pPr>
            <a:lvl2pPr indent="0" lvl="1" marL="0" marR="0" rtl="0" algn="r">
              <a:spcBef>
                <a:spcPts val="0"/>
              </a:spcBef>
              <a:buNone/>
              <a:defRPr b="1" i="0" sz="1800" u="none" cap="none" strike="noStrike">
                <a:solidFill>
                  <a:schemeClr val="lt1"/>
                </a:solidFill>
                <a:latin typeface="Arial"/>
                <a:ea typeface="Arial"/>
                <a:cs typeface="Arial"/>
                <a:sym typeface="Arial"/>
              </a:defRPr>
            </a:lvl2pPr>
            <a:lvl3pPr indent="0" lvl="2" marL="0" marR="0" rtl="0" algn="r">
              <a:spcBef>
                <a:spcPts val="0"/>
              </a:spcBef>
              <a:buNone/>
              <a:defRPr b="1" i="0" sz="1800" u="none" cap="none" strike="noStrike">
                <a:solidFill>
                  <a:schemeClr val="lt1"/>
                </a:solidFill>
                <a:latin typeface="Arial"/>
                <a:ea typeface="Arial"/>
                <a:cs typeface="Arial"/>
                <a:sym typeface="Arial"/>
              </a:defRPr>
            </a:lvl3pPr>
            <a:lvl4pPr indent="0" lvl="3" marL="0" marR="0" rtl="0" algn="r">
              <a:spcBef>
                <a:spcPts val="0"/>
              </a:spcBef>
              <a:buNone/>
              <a:defRPr b="1" i="0" sz="1800" u="none" cap="none" strike="noStrike">
                <a:solidFill>
                  <a:schemeClr val="lt1"/>
                </a:solidFill>
                <a:latin typeface="Arial"/>
                <a:ea typeface="Arial"/>
                <a:cs typeface="Arial"/>
                <a:sym typeface="Arial"/>
              </a:defRPr>
            </a:lvl4pPr>
            <a:lvl5pPr indent="0" lvl="4" marL="0" marR="0" rtl="0" algn="r">
              <a:spcBef>
                <a:spcPts val="0"/>
              </a:spcBef>
              <a:buNone/>
              <a:defRPr b="1" i="0" sz="1800" u="none" cap="none" strike="noStrike">
                <a:solidFill>
                  <a:schemeClr val="lt1"/>
                </a:solidFill>
                <a:latin typeface="Arial"/>
                <a:ea typeface="Arial"/>
                <a:cs typeface="Arial"/>
                <a:sym typeface="Arial"/>
              </a:defRPr>
            </a:lvl5pPr>
            <a:lvl6pPr indent="0" lvl="5" marL="0" marR="0" rtl="0" algn="r">
              <a:spcBef>
                <a:spcPts val="0"/>
              </a:spcBef>
              <a:buNone/>
              <a:defRPr b="1" i="0" sz="1800" u="none" cap="none" strike="noStrike">
                <a:solidFill>
                  <a:schemeClr val="lt1"/>
                </a:solidFill>
                <a:latin typeface="Arial"/>
                <a:ea typeface="Arial"/>
                <a:cs typeface="Arial"/>
                <a:sym typeface="Arial"/>
              </a:defRPr>
            </a:lvl6pPr>
            <a:lvl7pPr indent="0" lvl="6" marL="0" marR="0" rtl="0" algn="r">
              <a:spcBef>
                <a:spcPts val="0"/>
              </a:spcBef>
              <a:buNone/>
              <a:defRPr b="1" i="0" sz="1800" u="none" cap="none" strike="noStrike">
                <a:solidFill>
                  <a:schemeClr val="lt1"/>
                </a:solidFill>
                <a:latin typeface="Arial"/>
                <a:ea typeface="Arial"/>
                <a:cs typeface="Arial"/>
                <a:sym typeface="Arial"/>
              </a:defRPr>
            </a:lvl7pPr>
            <a:lvl8pPr indent="0" lvl="7" marL="0" marR="0" rtl="0" algn="r">
              <a:spcBef>
                <a:spcPts val="0"/>
              </a:spcBef>
              <a:buNone/>
              <a:defRPr b="1" i="0" sz="1800" u="none" cap="none" strike="noStrike">
                <a:solidFill>
                  <a:schemeClr val="lt1"/>
                </a:solidFill>
                <a:latin typeface="Arial"/>
                <a:ea typeface="Arial"/>
                <a:cs typeface="Arial"/>
                <a:sym typeface="Arial"/>
              </a:defRPr>
            </a:lvl8pPr>
            <a:lvl9pPr indent="0" lvl="8" marL="0" marR="0" rtl="0" algn="r">
              <a:spcBef>
                <a:spcPts val="0"/>
              </a:spcBef>
              <a:buNone/>
              <a:defRPr b="1" i="0" sz="18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5" name="Google Shape;15;p28"/>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40">
          <p15:clr>
            <a:srgbClr val="F26B43"/>
          </p15:clr>
        </p15:guide>
        <p15:guide id="3" pos="7440">
          <p15:clr>
            <a:srgbClr val="F26B43"/>
          </p15:clr>
        </p15:guide>
        <p15:guide id="4" orient="horz" pos="264">
          <p15:clr>
            <a:srgbClr val="F26B43"/>
          </p15:clr>
        </p15:guide>
        <p15:guide id="5" pos="3840">
          <p15:clr>
            <a:srgbClr val="F26B43"/>
          </p15:clr>
        </p15:guide>
        <p15:guide id="6" orient="horz" pos="1008">
          <p15:clr>
            <a:srgbClr val="F26B43"/>
          </p15:clr>
        </p15:guide>
        <p15:guide id="7" pos="168">
          <p15:clr>
            <a:srgbClr val="F26B43"/>
          </p15:clr>
        </p15:guide>
        <p15:guide id="8" pos="7512">
          <p15:clr>
            <a:srgbClr val="F26B43"/>
          </p15:clr>
        </p15:guide>
        <p15:guide id="9" orient="horz" pos="3768">
          <p15:clr>
            <a:srgbClr val="F26B43"/>
          </p15:clr>
        </p15:guide>
        <p15:guide id="10" orient="horz" pos="369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166" name="Shape 166"/>
        <p:cNvGrpSpPr/>
        <p:nvPr/>
      </p:nvGrpSpPr>
      <p:grpSpPr>
        <a:xfrm>
          <a:off x="0" y="0"/>
          <a:ext cx="0" cy="0"/>
          <a:chOff x="0" y="0"/>
          <a:chExt cx="0" cy="0"/>
        </a:xfrm>
      </p:grpSpPr>
      <p:sp>
        <p:nvSpPr>
          <p:cNvPr id="167" name="Google Shape;167;p30"/>
          <p:cNvSpPr/>
          <p:nvPr/>
        </p:nvSpPr>
        <p:spPr>
          <a:xfrm>
            <a:off x="-2" y="6212926"/>
            <a:ext cx="12192001"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8" name="Google Shape;168;p30"/>
          <p:cNvSpPr txBox="1"/>
          <p:nvPr>
            <p:ph idx="1" type="body"/>
          </p:nvPr>
        </p:nvSpPr>
        <p:spPr>
          <a:xfrm>
            <a:off x="272316" y="1598532"/>
            <a:ext cx="11647368" cy="426958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169" name="Google Shape;169;p30"/>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FEEE9F"/>
              </a:buClr>
              <a:buSzPts val="3600"/>
              <a:buFont typeface="Arial"/>
              <a:buNone/>
              <a:defRPr b="1" i="0" sz="3600" u="none" cap="none" strike="noStrike">
                <a:solidFill>
                  <a:srgbClr val="FEEE9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0" name="Google Shape;170;p3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800" u="none" cap="none" strike="noStrike">
                <a:solidFill>
                  <a:schemeClr val="dk1"/>
                </a:solidFill>
                <a:latin typeface="Arial"/>
                <a:ea typeface="Arial"/>
                <a:cs typeface="Arial"/>
                <a:sym typeface="Arial"/>
              </a:defRPr>
            </a:lvl1pPr>
            <a:lvl2pPr indent="0" lvl="1" marL="0" marR="0" rtl="0" algn="r">
              <a:spcBef>
                <a:spcPts val="0"/>
              </a:spcBef>
              <a:buNone/>
              <a:defRPr b="1" i="0" sz="1800" u="none" cap="none" strike="noStrike">
                <a:solidFill>
                  <a:schemeClr val="dk1"/>
                </a:solidFill>
                <a:latin typeface="Arial"/>
                <a:ea typeface="Arial"/>
                <a:cs typeface="Arial"/>
                <a:sym typeface="Arial"/>
              </a:defRPr>
            </a:lvl2pPr>
            <a:lvl3pPr indent="0" lvl="2" marL="0" marR="0" rtl="0" algn="r">
              <a:spcBef>
                <a:spcPts val="0"/>
              </a:spcBef>
              <a:buNone/>
              <a:defRPr b="1" i="0" sz="1800" u="none" cap="none" strike="noStrike">
                <a:solidFill>
                  <a:schemeClr val="dk1"/>
                </a:solidFill>
                <a:latin typeface="Arial"/>
                <a:ea typeface="Arial"/>
                <a:cs typeface="Arial"/>
                <a:sym typeface="Arial"/>
              </a:defRPr>
            </a:lvl3pPr>
            <a:lvl4pPr indent="0" lvl="3" marL="0" marR="0" rtl="0" algn="r">
              <a:spcBef>
                <a:spcPts val="0"/>
              </a:spcBef>
              <a:buNone/>
              <a:defRPr b="1" i="0" sz="1800" u="none" cap="none" strike="noStrike">
                <a:solidFill>
                  <a:schemeClr val="dk1"/>
                </a:solidFill>
                <a:latin typeface="Arial"/>
                <a:ea typeface="Arial"/>
                <a:cs typeface="Arial"/>
                <a:sym typeface="Arial"/>
              </a:defRPr>
            </a:lvl4pPr>
            <a:lvl5pPr indent="0" lvl="4" marL="0" marR="0" rtl="0" algn="r">
              <a:spcBef>
                <a:spcPts val="0"/>
              </a:spcBef>
              <a:buNone/>
              <a:defRPr b="1" i="0" sz="1800" u="none" cap="none" strike="noStrike">
                <a:solidFill>
                  <a:schemeClr val="dk1"/>
                </a:solidFill>
                <a:latin typeface="Arial"/>
                <a:ea typeface="Arial"/>
                <a:cs typeface="Arial"/>
                <a:sym typeface="Arial"/>
              </a:defRPr>
            </a:lvl5pPr>
            <a:lvl6pPr indent="0" lvl="5" marL="0" marR="0" rtl="0" algn="r">
              <a:spcBef>
                <a:spcPts val="0"/>
              </a:spcBef>
              <a:buNone/>
              <a:defRPr b="1" i="0" sz="1800" u="none" cap="none" strike="noStrike">
                <a:solidFill>
                  <a:schemeClr val="dk1"/>
                </a:solidFill>
                <a:latin typeface="Arial"/>
                <a:ea typeface="Arial"/>
                <a:cs typeface="Arial"/>
                <a:sym typeface="Arial"/>
              </a:defRPr>
            </a:lvl6pPr>
            <a:lvl7pPr indent="0" lvl="6" marL="0" marR="0" rtl="0" algn="r">
              <a:spcBef>
                <a:spcPts val="0"/>
              </a:spcBef>
              <a:buNone/>
              <a:defRPr b="1" i="0" sz="1800" u="none" cap="none" strike="noStrike">
                <a:solidFill>
                  <a:schemeClr val="dk1"/>
                </a:solidFill>
                <a:latin typeface="Arial"/>
                <a:ea typeface="Arial"/>
                <a:cs typeface="Arial"/>
                <a:sym typeface="Arial"/>
              </a:defRPr>
            </a:lvl7pPr>
            <a:lvl8pPr indent="0" lvl="7" marL="0" marR="0" rtl="0" algn="r">
              <a:spcBef>
                <a:spcPts val="0"/>
              </a:spcBef>
              <a:buNone/>
              <a:defRPr b="1" i="0" sz="1800" u="none" cap="none" strike="noStrike">
                <a:solidFill>
                  <a:schemeClr val="dk1"/>
                </a:solidFill>
                <a:latin typeface="Arial"/>
                <a:ea typeface="Arial"/>
                <a:cs typeface="Arial"/>
                <a:sym typeface="Arial"/>
              </a:defRPr>
            </a:lvl8pPr>
            <a:lvl9pPr indent="0" lvl="8" marL="0" marR="0" rtl="0" algn="r">
              <a:spcBef>
                <a:spcPts val="0"/>
              </a:spcBef>
              <a:buNone/>
              <a:defRPr b="1"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71" name="Google Shape;171;p30"/>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 id="2147483691" r:id="rId25"/>
    <p:sldLayoutId id="2147483692"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40">
          <p15:clr>
            <a:srgbClr val="F26B43"/>
          </p15:clr>
        </p15:guide>
        <p15:guide id="3" pos="7440">
          <p15:clr>
            <a:srgbClr val="F26B43"/>
          </p15:clr>
        </p15:guide>
        <p15:guide id="4" orient="horz" pos="264">
          <p15:clr>
            <a:srgbClr val="F26B43"/>
          </p15:clr>
        </p15:guide>
        <p15:guide id="5" pos="3840">
          <p15:clr>
            <a:srgbClr val="F26B43"/>
          </p15:clr>
        </p15:guide>
        <p15:guide id="6" orient="horz" pos="1008">
          <p15:clr>
            <a:srgbClr val="F26B43"/>
          </p15:clr>
        </p15:guide>
        <p15:guide id="7" pos="168">
          <p15:clr>
            <a:srgbClr val="F26B43"/>
          </p15:clr>
        </p15:guide>
        <p15:guide id="8" pos="7512">
          <p15:clr>
            <a:srgbClr val="F26B43"/>
          </p15:clr>
        </p15:guide>
        <p15:guide id="9" orient="horz" pos="3768">
          <p15:clr>
            <a:srgbClr val="F26B43"/>
          </p15:clr>
        </p15:guide>
        <p15:guide id="10" orient="horz" pos="369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330" name="Shape 330"/>
        <p:cNvGrpSpPr/>
        <p:nvPr/>
      </p:nvGrpSpPr>
      <p:grpSpPr>
        <a:xfrm>
          <a:off x="0" y="0"/>
          <a:ext cx="0" cy="0"/>
          <a:chOff x="0" y="0"/>
          <a:chExt cx="0" cy="0"/>
        </a:xfrm>
      </p:grpSpPr>
      <p:sp>
        <p:nvSpPr>
          <p:cNvPr id="331" name="Google Shape;331;p33"/>
          <p:cNvSpPr/>
          <p:nvPr/>
        </p:nvSpPr>
        <p:spPr>
          <a:xfrm>
            <a:off x="0" y="6212925"/>
            <a:ext cx="12192000" cy="645076"/>
          </a:xfrm>
          <a:prstGeom prst="rect">
            <a:avLst/>
          </a:prstGeom>
          <a:solidFill>
            <a:schemeClr val="accent6"/>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Helvetica Neue"/>
              <a:ea typeface="Helvetica Neue"/>
              <a:cs typeface="Helvetica Neue"/>
              <a:sym typeface="Helvetica Neue"/>
            </a:endParaRPr>
          </a:p>
        </p:txBody>
      </p:sp>
      <p:pic>
        <p:nvPicPr>
          <p:cNvPr descr="Picture 7" id="332" name="Google Shape;332;p33"/>
          <p:cNvPicPr preferRelativeResize="0"/>
          <p:nvPr/>
        </p:nvPicPr>
        <p:blipFill rotWithShape="1">
          <a:blip r:embed="rId1">
            <a:alphaModFix/>
          </a:blip>
          <a:srcRect b="0" l="0" r="0" t="0"/>
          <a:stretch/>
        </p:blipFill>
        <p:spPr>
          <a:xfrm>
            <a:off x="313559" y="6316626"/>
            <a:ext cx="1773873" cy="404850"/>
          </a:xfrm>
          <a:prstGeom prst="rect">
            <a:avLst/>
          </a:prstGeom>
          <a:noFill/>
          <a:ln>
            <a:noFill/>
          </a:ln>
        </p:spPr>
      </p:pic>
      <p:cxnSp>
        <p:nvCxnSpPr>
          <p:cNvPr id="333" name="Google Shape;333;p33"/>
          <p:cNvCxnSpPr/>
          <p:nvPr/>
        </p:nvCxnSpPr>
        <p:spPr>
          <a:xfrm>
            <a:off x="406400" y="1256578"/>
            <a:ext cx="711200" cy="3"/>
          </a:xfrm>
          <a:prstGeom prst="straightConnector1">
            <a:avLst/>
          </a:prstGeom>
          <a:noFill/>
          <a:ln cap="flat" cmpd="sng" w="28575">
            <a:solidFill>
              <a:srgbClr val="800000"/>
            </a:solidFill>
            <a:prstDash val="solid"/>
            <a:round/>
            <a:headEnd len="sm" w="sm" type="none"/>
            <a:tailEnd len="sm" w="sm" type="none"/>
          </a:ln>
        </p:spPr>
      </p:cxnSp>
      <p:sp>
        <p:nvSpPr>
          <p:cNvPr id="334" name="Google Shape;334;p33"/>
          <p:cNvSpPr txBox="1"/>
          <p:nvPr>
            <p:ph type="title"/>
          </p:nvPr>
        </p:nvSpPr>
        <p:spPr>
          <a:xfrm>
            <a:off x="304800" y="533400"/>
            <a:ext cx="11484000" cy="645076"/>
          </a:xfrm>
          <a:prstGeom prst="rect">
            <a:avLst/>
          </a:prstGeom>
          <a:noFill/>
          <a:ln>
            <a:noFill/>
          </a:ln>
        </p:spPr>
        <p:txBody>
          <a:bodyPr anchorCtr="0" anchor="t" bIns="45700" lIns="45700" spcFirstLastPara="1" rIns="45700" wrap="square" tIns="45700">
            <a:normAutofit/>
          </a:bodyPr>
          <a:lstStyle>
            <a:lvl1pPr lvl="0"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1pPr>
            <a:lvl2pPr lvl="1"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2pPr>
            <a:lvl3pPr lvl="2"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3pPr>
            <a:lvl4pPr lvl="3"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4pPr>
            <a:lvl5pPr lvl="4"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5pPr>
            <a:lvl6pPr lvl="5"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6pPr>
            <a:lvl7pPr lvl="6"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7pPr>
            <a:lvl8pPr lvl="7"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8pPr>
            <a:lvl9pPr lvl="8" marR="0" rtl="0" algn="l">
              <a:lnSpc>
                <a:spcPct val="100000"/>
              </a:lnSpc>
              <a:spcBef>
                <a:spcPts val="0"/>
              </a:spcBef>
              <a:spcAft>
                <a:spcPts val="0"/>
              </a:spcAft>
              <a:buClr>
                <a:srgbClr val="595959"/>
              </a:buClr>
              <a:buSzPts val="3600"/>
              <a:buFont typeface="Open Sans Light"/>
              <a:buNone/>
              <a:defRPr b="1" i="0" sz="3600" u="none" cap="none" strike="noStrike">
                <a:solidFill>
                  <a:srgbClr val="595959"/>
                </a:solidFill>
                <a:latin typeface="Open Sans Light"/>
                <a:ea typeface="Open Sans Light"/>
                <a:cs typeface="Open Sans Light"/>
                <a:sym typeface="Open Sans Light"/>
              </a:defRPr>
            </a:lvl9pPr>
          </a:lstStyle>
          <a:p/>
        </p:txBody>
      </p:sp>
      <p:sp>
        <p:nvSpPr>
          <p:cNvPr id="335" name="Google Shape;335;p33"/>
          <p:cNvSpPr txBox="1"/>
          <p:nvPr>
            <p:ph idx="1" type="body"/>
          </p:nvPr>
        </p:nvSpPr>
        <p:spPr>
          <a:xfrm>
            <a:off x="354000" y="1604154"/>
            <a:ext cx="11484000" cy="4568046"/>
          </a:xfrm>
          <a:prstGeom prst="rect">
            <a:avLst/>
          </a:prstGeom>
          <a:noFill/>
          <a:ln>
            <a:noFill/>
          </a:ln>
        </p:spPr>
        <p:txBody>
          <a:bodyPr anchorCtr="0" anchor="t" bIns="45700" lIns="45700" spcFirstLastPara="1" rIns="45700" wrap="square" tIns="45700">
            <a:normAutofit/>
          </a:bodyPr>
          <a:lstStyle>
            <a:lvl1pPr indent="-406400" lvl="0" marL="457200" marR="0" rtl="0" algn="l">
              <a:lnSpc>
                <a:spcPct val="100000"/>
              </a:lnSpc>
              <a:spcBef>
                <a:spcPts val="600"/>
              </a:spcBef>
              <a:spcAft>
                <a:spcPts val="0"/>
              </a:spcAft>
              <a:buClr>
                <a:srgbClr val="800000"/>
              </a:buClr>
              <a:buSzPts val="2800"/>
              <a:buFont typeface="Arimo"/>
              <a:buChar char="▸"/>
              <a:defRPr b="0" i="0" sz="2800" u="none" cap="none" strike="noStrike">
                <a:solidFill>
                  <a:srgbClr val="595959"/>
                </a:solidFill>
                <a:latin typeface="Open Sans"/>
                <a:ea typeface="Open Sans"/>
                <a:cs typeface="Open Sans"/>
                <a:sym typeface="Open Sans"/>
              </a:defRPr>
            </a:lvl1pPr>
            <a:lvl2pPr indent="-370840" lvl="1" marL="914400" marR="0" rtl="0" algn="l">
              <a:lnSpc>
                <a:spcPct val="100000"/>
              </a:lnSpc>
              <a:spcBef>
                <a:spcPts val="600"/>
              </a:spcBef>
              <a:spcAft>
                <a:spcPts val="0"/>
              </a:spcAft>
              <a:buClr>
                <a:srgbClr val="800000"/>
              </a:buClr>
              <a:buSzPts val="2240"/>
              <a:buFont typeface="Arimo"/>
              <a:buChar char="▪"/>
              <a:defRPr b="0" i="0" sz="2800" u="none" cap="none" strike="noStrike">
                <a:solidFill>
                  <a:srgbClr val="595959"/>
                </a:solidFill>
                <a:latin typeface="Open Sans"/>
                <a:ea typeface="Open Sans"/>
                <a:cs typeface="Open Sans"/>
                <a:sym typeface="Open Sans"/>
              </a:defRPr>
            </a:lvl2pPr>
            <a:lvl3pPr indent="-406400" lvl="2" marL="1371600" marR="0" rtl="0" algn="l">
              <a:lnSpc>
                <a:spcPct val="100000"/>
              </a:lnSpc>
              <a:spcBef>
                <a:spcPts val="600"/>
              </a:spcBef>
              <a:spcAft>
                <a:spcPts val="0"/>
              </a:spcAft>
              <a:buClr>
                <a:srgbClr val="800000"/>
              </a:buClr>
              <a:buSzPts val="2800"/>
              <a:buFont typeface="Arimo"/>
              <a:buChar char="•"/>
              <a:defRPr b="0" i="0" sz="2800" u="none" cap="none" strike="noStrike">
                <a:solidFill>
                  <a:srgbClr val="595959"/>
                </a:solidFill>
                <a:latin typeface="Open Sans"/>
                <a:ea typeface="Open Sans"/>
                <a:cs typeface="Open Sans"/>
                <a:sym typeface="Open Sans"/>
              </a:defRPr>
            </a:lvl3pPr>
            <a:lvl4pPr indent="-406400" lvl="3" marL="1828800" marR="0" rtl="0" algn="l">
              <a:lnSpc>
                <a:spcPct val="100000"/>
              </a:lnSpc>
              <a:spcBef>
                <a:spcPts val="600"/>
              </a:spcBef>
              <a:spcAft>
                <a:spcPts val="0"/>
              </a:spcAft>
              <a:buClr>
                <a:srgbClr val="800000"/>
              </a:buClr>
              <a:buSzPts val="2800"/>
              <a:buFont typeface="Arimo"/>
              <a:buChar char="✓"/>
              <a:defRPr b="0" i="0" sz="2800" u="none" cap="none" strike="noStrike">
                <a:solidFill>
                  <a:srgbClr val="595959"/>
                </a:solidFill>
                <a:latin typeface="Open Sans"/>
                <a:ea typeface="Open Sans"/>
                <a:cs typeface="Open Sans"/>
                <a:sym typeface="Open Sans"/>
              </a:defRPr>
            </a:lvl4pPr>
            <a:lvl5pPr indent="-406400" lvl="4" marL="2286000" marR="0" rtl="0" algn="l">
              <a:lnSpc>
                <a:spcPct val="100000"/>
              </a:lnSpc>
              <a:spcBef>
                <a:spcPts val="600"/>
              </a:spcBef>
              <a:spcAft>
                <a:spcPts val="0"/>
              </a:spcAft>
              <a:buClr>
                <a:srgbClr val="800000"/>
              </a:buClr>
              <a:buSzPts val="2800"/>
              <a:buFont typeface="Arimo"/>
              <a:buChar char="o"/>
              <a:defRPr b="0" i="0" sz="2800" u="none" cap="none" strike="noStrike">
                <a:solidFill>
                  <a:srgbClr val="595959"/>
                </a:solidFill>
                <a:latin typeface="Open Sans"/>
                <a:ea typeface="Open Sans"/>
                <a:cs typeface="Open Sans"/>
                <a:sym typeface="Open Sans"/>
              </a:defRPr>
            </a:lvl5pPr>
            <a:lvl6pPr indent="-406400" lvl="5" marL="2743200" marR="0" rtl="0" algn="l">
              <a:lnSpc>
                <a:spcPct val="100000"/>
              </a:lnSpc>
              <a:spcBef>
                <a:spcPts val="600"/>
              </a:spcBef>
              <a:spcAft>
                <a:spcPts val="0"/>
              </a:spcAft>
              <a:buClr>
                <a:srgbClr val="800000"/>
              </a:buClr>
              <a:buSzPts val="2800"/>
              <a:buFont typeface="Arimo"/>
              <a:buChar char="•"/>
              <a:defRPr b="0" i="0" sz="2800" u="none" cap="none" strike="noStrike">
                <a:solidFill>
                  <a:srgbClr val="595959"/>
                </a:solidFill>
                <a:latin typeface="Open Sans"/>
                <a:ea typeface="Open Sans"/>
                <a:cs typeface="Open Sans"/>
                <a:sym typeface="Open Sans"/>
              </a:defRPr>
            </a:lvl6pPr>
            <a:lvl7pPr indent="-406400" lvl="6" marL="3200400" marR="0" rtl="0" algn="l">
              <a:lnSpc>
                <a:spcPct val="100000"/>
              </a:lnSpc>
              <a:spcBef>
                <a:spcPts val="600"/>
              </a:spcBef>
              <a:spcAft>
                <a:spcPts val="0"/>
              </a:spcAft>
              <a:buClr>
                <a:srgbClr val="800000"/>
              </a:buClr>
              <a:buSzPts val="2800"/>
              <a:buFont typeface="Arimo"/>
              <a:buChar char="•"/>
              <a:defRPr b="0" i="0" sz="2800" u="none" cap="none" strike="noStrike">
                <a:solidFill>
                  <a:srgbClr val="595959"/>
                </a:solidFill>
                <a:latin typeface="Open Sans"/>
                <a:ea typeface="Open Sans"/>
                <a:cs typeface="Open Sans"/>
                <a:sym typeface="Open Sans"/>
              </a:defRPr>
            </a:lvl7pPr>
            <a:lvl8pPr indent="-406400" lvl="7" marL="3657600" marR="0" rtl="0" algn="l">
              <a:lnSpc>
                <a:spcPct val="100000"/>
              </a:lnSpc>
              <a:spcBef>
                <a:spcPts val="600"/>
              </a:spcBef>
              <a:spcAft>
                <a:spcPts val="0"/>
              </a:spcAft>
              <a:buClr>
                <a:srgbClr val="800000"/>
              </a:buClr>
              <a:buSzPts val="2800"/>
              <a:buFont typeface="Arimo"/>
              <a:buChar char="•"/>
              <a:defRPr b="0" i="0" sz="2800" u="none" cap="none" strike="noStrike">
                <a:solidFill>
                  <a:srgbClr val="595959"/>
                </a:solidFill>
                <a:latin typeface="Open Sans"/>
                <a:ea typeface="Open Sans"/>
                <a:cs typeface="Open Sans"/>
                <a:sym typeface="Open Sans"/>
              </a:defRPr>
            </a:lvl8pPr>
            <a:lvl9pPr indent="-406400" lvl="8" marL="4114800" marR="0" rtl="0" algn="l">
              <a:lnSpc>
                <a:spcPct val="100000"/>
              </a:lnSpc>
              <a:spcBef>
                <a:spcPts val="600"/>
              </a:spcBef>
              <a:spcAft>
                <a:spcPts val="0"/>
              </a:spcAft>
              <a:buClr>
                <a:srgbClr val="800000"/>
              </a:buClr>
              <a:buSzPts val="2800"/>
              <a:buFont typeface="Arimo"/>
              <a:buChar char="•"/>
              <a:defRPr b="0" i="0" sz="2800" u="none" cap="none" strike="noStrike">
                <a:solidFill>
                  <a:srgbClr val="595959"/>
                </a:solidFill>
                <a:latin typeface="Open Sans"/>
                <a:ea typeface="Open Sans"/>
                <a:cs typeface="Open Sans"/>
                <a:sym typeface="Open Sans"/>
              </a:defRPr>
            </a:lvl9pPr>
          </a:lstStyle>
          <a:p/>
        </p:txBody>
      </p:sp>
      <p:sp>
        <p:nvSpPr>
          <p:cNvPr id="336" name="Google Shape;336;p33"/>
          <p:cNvSpPr txBox="1"/>
          <p:nvPr>
            <p:ph idx="12" type="sldNum"/>
          </p:nvPr>
        </p:nvSpPr>
        <p:spPr>
          <a:xfrm>
            <a:off x="8463946" y="6224224"/>
            <a:ext cx="273654" cy="264253"/>
          </a:xfrm>
          <a:prstGeom prst="rect">
            <a:avLst/>
          </a:prstGeom>
          <a:noFill/>
          <a:ln>
            <a:noFill/>
          </a:ln>
        </p:spPr>
        <p:txBody>
          <a:bodyPr anchorCtr="0" anchor="ctr" bIns="45700" lIns="45700" spcFirstLastPara="1" rIns="45700" wrap="square" tIns="45700">
            <a:spAutoFit/>
          </a:bodyPr>
          <a:lstStyle>
            <a:lvl1pPr indent="0" lvl="0" marL="0" marR="0" rtl="0" algn="r">
              <a:spcBef>
                <a:spcPts val="0"/>
              </a:spcBef>
              <a:buNone/>
              <a:defRPr b="0" i="0" sz="1200" u="none" cap="none" strike="noStrike">
                <a:solidFill>
                  <a:srgbClr val="132E3E"/>
                </a:solidFill>
                <a:latin typeface="Arial"/>
                <a:ea typeface="Arial"/>
                <a:cs typeface="Arial"/>
                <a:sym typeface="Arial"/>
              </a:defRPr>
            </a:lvl1pPr>
            <a:lvl2pPr indent="0" lvl="1" marL="0" marR="0" rtl="0" algn="r">
              <a:spcBef>
                <a:spcPts val="0"/>
              </a:spcBef>
              <a:buNone/>
              <a:defRPr b="0" i="0" sz="1200" u="none" cap="none" strike="noStrike">
                <a:solidFill>
                  <a:srgbClr val="132E3E"/>
                </a:solidFill>
                <a:latin typeface="Arial"/>
                <a:ea typeface="Arial"/>
                <a:cs typeface="Arial"/>
                <a:sym typeface="Arial"/>
              </a:defRPr>
            </a:lvl2pPr>
            <a:lvl3pPr indent="0" lvl="2" marL="0" marR="0" rtl="0" algn="r">
              <a:spcBef>
                <a:spcPts val="0"/>
              </a:spcBef>
              <a:buNone/>
              <a:defRPr b="0" i="0" sz="1200" u="none" cap="none" strike="noStrike">
                <a:solidFill>
                  <a:srgbClr val="132E3E"/>
                </a:solidFill>
                <a:latin typeface="Arial"/>
                <a:ea typeface="Arial"/>
                <a:cs typeface="Arial"/>
                <a:sym typeface="Arial"/>
              </a:defRPr>
            </a:lvl3pPr>
            <a:lvl4pPr indent="0" lvl="3" marL="0" marR="0" rtl="0" algn="r">
              <a:spcBef>
                <a:spcPts val="0"/>
              </a:spcBef>
              <a:buNone/>
              <a:defRPr b="0" i="0" sz="1200" u="none" cap="none" strike="noStrike">
                <a:solidFill>
                  <a:srgbClr val="132E3E"/>
                </a:solidFill>
                <a:latin typeface="Arial"/>
                <a:ea typeface="Arial"/>
                <a:cs typeface="Arial"/>
                <a:sym typeface="Arial"/>
              </a:defRPr>
            </a:lvl4pPr>
            <a:lvl5pPr indent="0" lvl="4" marL="0" marR="0" rtl="0" algn="r">
              <a:spcBef>
                <a:spcPts val="0"/>
              </a:spcBef>
              <a:buNone/>
              <a:defRPr b="0" i="0" sz="1200" u="none" cap="none" strike="noStrike">
                <a:solidFill>
                  <a:srgbClr val="132E3E"/>
                </a:solidFill>
                <a:latin typeface="Arial"/>
                <a:ea typeface="Arial"/>
                <a:cs typeface="Arial"/>
                <a:sym typeface="Arial"/>
              </a:defRPr>
            </a:lvl5pPr>
            <a:lvl6pPr indent="0" lvl="5" marL="0" marR="0" rtl="0" algn="r">
              <a:spcBef>
                <a:spcPts val="0"/>
              </a:spcBef>
              <a:buNone/>
              <a:defRPr b="0" i="0" sz="1200" u="none" cap="none" strike="noStrike">
                <a:solidFill>
                  <a:srgbClr val="132E3E"/>
                </a:solidFill>
                <a:latin typeface="Arial"/>
                <a:ea typeface="Arial"/>
                <a:cs typeface="Arial"/>
                <a:sym typeface="Arial"/>
              </a:defRPr>
            </a:lvl6pPr>
            <a:lvl7pPr indent="0" lvl="6" marL="0" marR="0" rtl="0" algn="r">
              <a:spcBef>
                <a:spcPts val="0"/>
              </a:spcBef>
              <a:buNone/>
              <a:defRPr b="0" i="0" sz="1200" u="none" cap="none" strike="noStrike">
                <a:solidFill>
                  <a:srgbClr val="132E3E"/>
                </a:solidFill>
                <a:latin typeface="Arial"/>
                <a:ea typeface="Arial"/>
                <a:cs typeface="Arial"/>
                <a:sym typeface="Arial"/>
              </a:defRPr>
            </a:lvl7pPr>
            <a:lvl8pPr indent="0" lvl="7" marL="0" marR="0" rtl="0" algn="r">
              <a:spcBef>
                <a:spcPts val="0"/>
              </a:spcBef>
              <a:buNone/>
              <a:defRPr b="0" i="0" sz="1200" u="none" cap="none" strike="noStrike">
                <a:solidFill>
                  <a:srgbClr val="132E3E"/>
                </a:solidFill>
                <a:latin typeface="Arial"/>
                <a:ea typeface="Arial"/>
                <a:cs typeface="Arial"/>
                <a:sym typeface="Arial"/>
              </a:defRPr>
            </a:lvl8pPr>
            <a:lvl9pPr indent="0" lvl="8" marL="0" marR="0" rtl="0" algn="r">
              <a:spcBef>
                <a:spcPts val="0"/>
              </a:spcBef>
              <a:buNone/>
              <a:defRPr b="0" i="0" sz="1200" u="none" cap="none" strike="noStrike">
                <a:solidFill>
                  <a:srgbClr val="132E3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 id="2147483727" r:id="rId35"/>
    <p:sldLayoutId id="2147483728" r:id="rId36"/>
    <p:sldLayoutId id="2147483729" r:id="rId37"/>
    <p:sldLayoutId id="2147483730" r:id="rId38"/>
    <p:sldLayoutId id="2147483731" r:id="rId39"/>
    <p:sldLayoutId id="2147483732" r:id="rId40"/>
    <p:sldLayoutId id="2147483733" r:id="rId41"/>
    <p:sldLayoutId id="2147483734" r:id="rId42"/>
    <p:sldLayoutId id="2147483735" r:id="rId43"/>
    <p:sldLayoutId id="2147483736"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732" name="Shape 732"/>
        <p:cNvGrpSpPr/>
        <p:nvPr/>
      </p:nvGrpSpPr>
      <p:grpSpPr>
        <a:xfrm>
          <a:off x="0" y="0"/>
          <a:ext cx="0" cy="0"/>
          <a:chOff x="0" y="0"/>
          <a:chExt cx="0" cy="0"/>
        </a:xfrm>
      </p:grpSpPr>
      <p:sp>
        <p:nvSpPr>
          <p:cNvPr id="733" name="Google Shape;733;p35"/>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734" name="Google Shape;734;p35"/>
          <p:cNvPicPr preferRelativeResize="0"/>
          <p:nvPr/>
        </p:nvPicPr>
        <p:blipFill rotWithShape="1">
          <a:blip r:embed="rId1">
            <a:alphaModFix/>
          </a:blip>
          <a:srcRect b="0" l="0" r="0" t="0"/>
          <a:stretch/>
        </p:blipFill>
        <p:spPr>
          <a:xfrm>
            <a:off x="313559" y="6316627"/>
            <a:ext cx="1773873" cy="404848"/>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Lst>
  <p:transition p14:dur="100">
    <p:cut/>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776" name="Shape 776"/>
        <p:cNvGrpSpPr/>
        <p:nvPr/>
      </p:nvGrpSpPr>
      <p:grpSpPr>
        <a:xfrm>
          <a:off x="0" y="0"/>
          <a:ext cx="0" cy="0"/>
          <a:chOff x="0" y="0"/>
          <a:chExt cx="0" cy="0"/>
        </a:xfrm>
      </p:grpSpPr>
      <p:sp>
        <p:nvSpPr>
          <p:cNvPr id="777" name="Google Shape;777;p40"/>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Toastmasters International" id="778" name="Google Shape;778;p40"/>
          <p:cNvPicPr preferRelativeResize="0"/>
          <p:nvPr/>
        </p:nvPicPr>
        <p:blipFill rotWithShape="1">
          <a:blip r:embed="rId1">
            <a:alphaModFix/>
          </a:blip>
          <a:srcRect b="0" l="0" r="0" t="0"/>
          <a:stretch/>
        </p:blipFill>
        <p:spPr>
          <a:xfrm>
            <a:off x="313559" y="6316627"/>
            <a:ext cx="1773873" cy="404848"/>
          </a:xfrm>
          <a:prstGeom prst="rect">
            <a:avLst/>
          </a:prstGeom>
          <a:noFill/>
          <a:ln>
            <a:noFill/>
          </a:ln>
        </p:spPr>
      </p:pic>
      <p:sp>
        <p:nvSpPr>
          <p:cNvPr id="779" name="Google Shape;779;p40"/>
          <p:cNvSpPr txBox="1"/>
          <p:nvPr>
            <p:ph idx="1" type="body"/>
          </p:nvPr>
        </p:nvSpPr>
        <p:spPr>
          <a:xfrm>
            <a:off x="272316" y="1598532"/>
            <a:ext cx="11647368" cy="426958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80" name="Google Shape;780;p40"/>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333333"/>
              </a:buClr>
              <a:buSzPts val="3600"/>
              <a:buFont typeface="Arial"/>
              <a:buNone/>
              <a:defRPr b="1" i="0" sz="3600" u="none" cap="none" strike="noStrike">
                <a:solidFill>
                  <a:srgbClr val="33333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81" name="Google Shape;781;p4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sz="1800">
                <a:solidFill>
                  <a:schemeClr val="lt1"/>
                </a:solidFill>
                <a:latin typeface="Arial"/>
                <a:ea typeface="Arial"/>
                <a:cs typeface="Arial"/>
                <a:sym typeface="Arial"/>
              </a:defRPr>
            </a:lvl1pPr>
            <a:lvl2pPr indent="0" lvl="1" marL="0" marR="0" rtl="0" algn="r">
              <a:spcBef>
                <a:spcPts val="0"/>
              </a:spcBef>
              <a:buNone/>
              <a:defRPr b="1" sz="1800">
                <a:solidFill>
                  <a:schemeClr val="lt1"/>
                </a:solidFill>
                <a:latin typeface="Arial"/>
                <a:ea typeface="Arial"/>
                <a:cs typeface="Arial"/>
                <a:sym typeface="Arial"/>
              </a:defRPr>
            </a:lvl2pPr>
            <a:lvl3pPr indent="0" lvl="2" marL="0" marR="0" rtl="0" algn="r">
              <a:spcBef>
                <a:spcPts val="0"/>
              </a:spcBef>
              <a:buNone/>
              <a:defRPr b="1" sz="1800">
                <a:solidFill>
                  <a:schemeClr val="lt1"/>
                </a:solidFill>
                <a:latin typeface="Arial"/>
                <a:ea typeface="Arial"/>
                <a:cs typeface="Arial"/>
                <a:sym typeface="Arial"/>
              </a:defRPr>
            </a:lvl3pPr>
            <a:lvl4pPr indent="0" lvl="3" marL="0" marR="0" rtl="0" algn="r">
              <a:spcBef>
                <a:spcPts val="0"/>
              </a:spcBef>
              <a:buNone/>
              <a:defRPr b="1" sz="1800">
                <a:solidFill>
                  <a:schemeClr val="lt1"/>
                </a:solidFill>
                <a:latin typeface="Arial"/>
                <a:ea typeface="Arial"/>
                <a:cs typeface="Arial"/>
                <a:sym typeface="Arial"/>
              </a:defRPr>
            </a:lvl4pPr>
            <a:lvl5pPr indent="0" lvl="4" marL="0" marR="0" rtl="0" algn="r">
              <a:spcBef>
                <a:spcPts val="0"/>
              </a:spcBef>
              <a:buNone/>
              <a:defRPr b="1" sz="1800">
                <a:solidFill>
                  <a:schemeClr val="lt1"/>
                </a:solidFill>
                <a:latin typeface="Arial"/>
                <a:ea typeface="Arial"/>
                <a:cs typeface="Arial"/>
                <a:sym typeface="Arial"/>
              </a:defRPr>
            </a:lvl5pPr>
            <a:lvl6pPr indent="0" lvl="5" marL="0" marR="0" rtl="0" algn="r">
              <a:spcBef>
                <a:spcPts val="0"/>
              </a:spcBef>
              <a:buNone/>
              <a:defRPr b="1" sz="1800">
                <a:solidFill>
                  <a:schemeClr val="lt1"/>
                </a:solidFill>
                <a:latin typeface="Arial"/>
                <a:ea typeface="Arial"/>
                <a:cs typeface="Arial"/>
                <a:sym typeface="Arial"/>
              </a:defRPr>
            </a:lvl6pPr>
            <a:lvl7pPr indent="0" lvl="6" marL="0" marR="0" rtl="0" algn="r">
              <a:spcBef>
                <a:spcPts val="0"/>
              </a:spcBef>
              <a:buNone/>
              <a:defRPr b="1" sz="1800">
                <a:solidFill>
                  <a:schemeClr val="lt1"/>
                </a:solidFill>
                <a:latin typeface="Arial"/>
                <a:ea typeface="Arial"/>
                <a:cs typeface="Arial"/>
                <a:sym typeface="Arial"/>
              </a:defRPr>
            </a:lvl7pPr>
            <a:lvl8pPr indent="0" lvl="7" marL="0" marR="0" rtl="0" algn="r">
              <a:spcBef>
                <a:spcPts val="0"/>
              </a:spcBef>
              <a:buNone/>
              <a:defRPr b="1" sz="1800">
                <a:solidFill>
                  <a:schemeClr val="lt1"/>
                </a:solidFill>
                <a:latin typeface="Arial"/>
                <a:ea typeface="Arial"/>
                <a:cs typeface="Arial"/>
                <a:sym typeface="Arial"/>
              </a:defRPr>
            </a:lvl8pPr>
            <a:lvl9pPr indent="0" lvl="8" marL="0" marR="0" rt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 id="2147483763" r:id="rId17"/>
    <p:sldLayoutId id="2147483764" r:id="rId18"/>
    <p:sldLayoutId id="2147483765"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40">
          <p15:clr>
            <a:srgbClr val="F26B43"/>
          </p15:clr>
        </p15:guide>
        <p15:guide id="3" pos="7440">
          <p15:clr>
            <a:srgbClr val="F26B43"/>
          </p15:clr>
        </p15:guide>
        <p15:guide id="4" orient="horz" pos="264">
          <p15:clr>
            <a:srgbClr val="F26B43"/>
          </p15:clr>
        </p15:guide>
        <p15:guide id="5" pos="3840">
          <p15:clr>
            <a:srgbClr val="F26B43"/>
          </p15:clr>
        </p15:guide>
        <p15:guide id="6" orient="horz" pos="1008">
          <p15:clr>
            <a:srgbClr val="F26B43"/>
          </p15:clr>
        </p15:guide>
        <p15:guide id="7" pos="168">
          <p15:clr>
            <a:srgbClr val="F26B43"/>
          </p15:clr>
        </p15:guide>
        <p15:guide id="8" pos="7512">
          <p15:clr>
            <a:srgbClr val="F26B43"/>
          </p15:clr>
        </p15:guide>
        <p15:guide id="9" orient="horz" pos="3768">
          <p15:clr>
            <a:srgbClr val="F26B43"/>
          </p15:clr>
        </p15:guide>
        <p15:guide id="10" orient="horz" pos="3696">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921" name="Shape 921"/>
        <p:cNvGrpSpPr/>
        <p:nvPr/>
      </p:nvGrpSpPr>
      <p:grpSpPr>
        <a:xfrm>
          <a:off x="0" y="0"/>
          <a:ext cx="0" cy="0"/>
          <a:chOff x="0" y="0"/>
          <a:chExt cx="0" cy="0"/>
        </a:xfrm>
      </p:grpSpPr>
      <p:sp>
        <p:nvSpPr>
          <p:cNvPr id="922" name="Google Shape;922;p43"/>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Toastmasters International" id="923" name="Google Shape;923;p43"/>
          <p:cNvPicPr preferRelativeResize="0"/>
          <p:nvPr/>
        </p:nvPicPr>
        <p:blipFill rotWithShape="1">
          <a:blip r:embed="rId1">
            <a:alphaModFix/>
          </a:blip>
          <a:srcRect b="0" l="0" r="0" t="0"/>
          <a:stretch/>
        </p:blipFill>
        <p:spPr>
          <a:xfrm>
            <a:off x="313559" y="6316627"/>
            <a:ext cx="1773873" cy="404848"/>
          </a:xfrm>
          <a:prstGeom prst="rect">
            <a:avLst/>
          </a:prstGeom>
          <a:noFill/>
          <a:ln>
            <a:noFill/>
          </a:ln>
        </p:spPr>
      </p:pic>
      <p:sp>
        <p:nvSpPr>
          <p:cNvPr id="924" name="Google Shape;924;p43"/>
          <p:cNvSpPr txBox="1"/>
          <p:nvPr>
            <p:ph idx="1" type="body"/>
          </p:nvPr>
        </p:nvSpPr>
        <p:spPr>
          <a:xfrm>
            <a:off x="272316" y="1598532"/>
            <a:ext cx="11647368" cy="426958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25" name="Google Shape;925;p43"/>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333333"/>
              </a:buClr>
              <a:buSzPts val="3600"/>
              <a:buFont typeface="Arial"/>
              <a:buNone/>
              <a:defRPr b="1" i="0" sz="3600" u="none" cap="none" strike="noStrike">
                <a:solidFill>
                  <a:srgbClr val="33333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26" name="Google Shape;926;p4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sz="1800">
                <a:solidFill>
                  <a:schemeClr val="lt1"/>
                </a:solidFill>
                <a:latin typeface="Arial"/>
                <a:ea typeface="Arial"/>
                <a:cs typeface="Arial"/>
                <a:sym typeface="Arial"/>
              </a:defRPr>
            </a:lvl1pPr>
            <a:lvl2pPr indent="0" lvl="1" marL="0" marR="0" rtl="0" algn="r">
              <a:spcBef>
                <a:spcPts val="0"/>
              </a:spcBef>
              <a:buNone/>
              <a:defRPr b="1" sz="1800">
                <a:solidFill>
                  <a:schemeClr val="lt1"/>
                </a:solidFill>
                <a:latin typeface="Arial"/>
                <a:ea typeface="Arial"/>
                <a:cs typeface="Arial"/>
                <a:sym typeface="Arial"/>
              </a:defRPr>
            </a:lvl2pPr>
            <a:lvl3pPr indent="0" lvl="2" marL="0" marR="0" rtl="0" algn="r">
              <a:spcBef>
                <a:spcPts val="0"/>
              </a:spcBef>
              <a:buNone/>
              <a:defRPr b="1" sz="1800">
                <a:solidFill>
                  <a:schemeClr val="lt1"/>
                </a:solidFill>
                <a:latin typeface="Arial"/>
                <a:ea typeface="Arial"/>
                <a:cs typeface="Arial"/>
                <a:sym typeface="Arial"/>
              </a:defRPr>
            </a:lvl3pPr>
            <a:lvl4pPr indent="0" lvl="3" marL="0" marR="0" rtl="0" algn="r">
              <a:spcBef>
                <a:spcPts val="0"/>
              </a:spcBef>
              <a:buNone/>
              <a:defRPr b="1" sz="1800">
                <a:solidFill>
                  <a:schemeClr val="lt1"/>
                </a:solidFill>
                <a:latin typeface="Arial"/>
                <a:ea typeface="Arial"/>
                <a:cs typeface="Arial"/>
                <a:sym typeface="Arial"/>
              </a:defRPr>
            </a:lvl4pPr>
            <a:lvl5pPr indent="0" lvl="4" marL="0" marR="0" rtl="0" algn="r">
              <a:spcBef>
                <a:spcPts val="0"/>
              </a:spcBef>
              <a:buNone/>
              <a:defRPr b="1" sz="1800">
                <a:solidFill>
                  <a:schemeClr val="lt1"/>
                </a:solidFill>
                <a:latin typeface="Arial"/>
                <a:ea typeface="Arial"/>
                <a:cs typeface="Arial"/>
                <a:sym typeface="Arial"/>
              </a:defRPr>
            </a:lvl5pPr>
            <a:lvl6pPr indent="0" lvl="5" marL="0" marR="0" rtl="0" algn="r">
              <a:spcBef>
                <a:spcPts val="0"/>
              </a:spcBef>
              <a:buNone/>
              <a:defRPr b="1" sz="1800">
                <a:solidFill>
                  <a:schemeClr val="lt1"/>
                </a:solidFill>
                <a:latin typeface="Arial"/>
                <a:ea typeface="Arial"/>
                <a:cs typeface="Arial"/>
                <a:sym typeface="Arial"/>
              </a:defRPr>
            </a:lvl6pPr>
            <a:lvl7pPr indent="0" lvl="6" marL="0" marR="0" rtl="0" algn="r">
              <a:spcBef>
                <a:spcPts val="0"/>
              </a:spcBef>
              <a:buNone/>
              <a:defRPr b="1" sz="1800">
                <a:solidFill>
                  <a:schemeClr val="lt1"/>
                </a:solidFill>
                <a:latin typeface="Arial"/>
                <a:ea typeface="Arial"/>
                <a:cs typeface="Arial"/>
                <a:sym typeface="Arial"/>
              </a:defRPr>
            </a:lvl7pPr>
            <a:lvl8pPr indent="0" lvl="7" marL="0" marR="0" rtl="0" algn="r">
              <a:spcBef>
                <a:spcPts val="0"/>
              </a:spcBef>
              <a:buNone/>
              <a:defRPr b="1" sz="1800">
                <a:solidFill>
                  <a:schemeClr val="lt1"/>
                </a:solidFill>
                <a:latin typeface="Arial"/>
                <a:ea typeface="Arial"/>
                <a:cs typeface="Arial"/>
                <a:sym typeface="Arial"/>
              </a:defRPr>
            </a:lvl8pPr>
            <a:lvl9pPr indent="0" lvl="8" marL="0" marR="0" rt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 id="2147483783" r:id="rId18"/>
    <p:sldLayoutId id="2147483784"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40">
          <p15:clr>
            <a:srgbClr val="F26B43"/>
          </p15:clr>
        </p15:guide>
        <p15:guide id="3" pos="7440">
          <p15:clr>
            <a:srgbClr val="F26B43"/>
          </p15:clr>
        </p15:guide>
        <p15:guide id="4" orient="horz" pos="264">
          <p15:clr>
            <a:srgbClr val="F26B43"/>
          </p15:clr>
        </p15:guide>
        <p15:guide id="5" pos="3840">
          <p15:clr>
            <a:srgbClr val="F26B43"/>
          </p15:clr>
        </p15:guide>
        <p15:guide id="6" orient="horz" pos="1008">
          <p15:clr>
            <a:srgbClr val="F26B43"/>
          </p15:clr>
        </p15:guide>
        <p15:guide id="7" pos="168">
          <p15:clr>
            <a:srgbClr val="F26B43"/>
          </p15:clr>
        </p15:guide>
        <p15:guide id="8" pos="7512">
          <p15:clr>
            <a:srgbClr val="F26B43"/>
          </p15:clr>
        </p15:guide>
        <p15:guide id="9" orient="horz" pos="3768">
          <p15:clr>
            <a:srgbClr val="F26B43"/>
          </p15:clr>
        </p15:guide>
        <p15:guide id="10" orient="horz" pos="369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072" name="Shape 1072"/>
        <p:cNvGrpSpPr/>
        <p:nvPr/>
      </p:nvGrpSpPr>
      <p:grpSpPr>
        <a:xfrm>
          <a:off x="0" y="0"/>
          <a:ext cx="0" cy="0"/>
          <a:chOff x="0" y="0"/>
          <a:chExt cx="0" cy="0"/>
        </a:xfrm>
      </p:grpSpPr>
      <p:sp>
        <p:nvSpPr>
          <p:cNvPr id="1073" name="Google Shape;1073;p45"/>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74" name="Google Shape;1074;p45"/>
          <p:cNvSpPr/>
          <p:nvPr/>
        </p:nvSpPr>
        <p:spPr>
          <a:xfrm>
            <a:off x="-2" y="6212926"/>
            <a:ext cx="12192001"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75" name="Google Shape;1075;p45"/>
          <p:cNvSpPr txBox="1"/>
          <p:nvPr>
            <p:ph idx="1" type="body"/>
          </p:nvPr>
        </p:nvSpPr>
        <p:spPr>
          <a:xfrm>
            <a:off x="272316" y="1598532"/>
            <a:ext cx="11647368" cy="426958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1076" name="Google Shape;1076;p45"/>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FEEE9F"/>
              </a:buClr>
              <a:buSzPts val="3600"/>
              <a:buFont typeface="Arial"/>
              <a:buNone/>
              <a:defRPr b="1" i="0" sz="3600" u="none" cap="none" strike="noStrike">
                <a:solidFill>
                  <a:srgbClr val="FEEE9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77" name="Google Shape;1077;p4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sz="1800">
                <a:solidFill>
                  <a:schemeClr val="dk1"/>
                </a:solidFill>
                <a:latin typeface="Arial"/>
                <a:ea typeface="Arial"/>
                <a:cs typeface="Arial"/>
                <a:sym typeface="Arial"/>
              </a:defRPr>
            </a:lvl1pPr>
            <a:lvl2pPr indent="0" lvl="1" marL="0" marR="0" rtl="0" algn="r">
              <a:spcBef>
                <a:spcPts val="0"/>
              </a:spcBef>
              <a:buNone/>
              <a:defRPr b="1" sz="1800">
                <a:solidFill>
                  <a:schemeClr val="dk1"/>
                </a:solidFill>
                <a:latin typeface="Arial"/>
                <a:ea typeface="Arial"/>
                <a:cs typeface="Arial"/>
                <a:sym typeface="Arial"/>
              </a:defRPr>
            </a:lvl2pPr>
            <a:lvl3pPr indent="0" lvl="2" marL="0" marR="0" rtl="0" algn="r">
              <a:spcBef>
                <a:spcPts val="0"/>
              </a:spcBef>
              <a:buNone/>
              <a:defRPr b="1" sz="1800">
                <a:solidFill>
                  <a:schemeClr val="dk1"/>
                </a:solidFill>
                <a:latin typeface="Arial"/>
                <a:ea typeface="Arial"/>
                <a:cs typeface="Arial"/>
                <a:sym typeface="Arial"/>
              </a:defRPr>
            </a:lvl3pPr>
            <a:lvl4pPr indent="0" lvl="3" marL="0" marR="0" rtl="0" algn="r">
              <a:spcBef>
                <a:spcPts val="0"/>
              </a:spcBef>
              <a:buNone/>
              <a:defRPr b="1" sz="1800">
                <a:solidFill>
                  <a:schemeClr val="dk1"/>
                </a:solidFill>
                <a:latin typeface="Arial"/>
                <a:ea typeface="Arial"/>
                <a:cs typeface="Arial"/>
                <a:sym typeface="Arial"/>
              </a:defRPr>
            </a:lvl4pPr>
            <a:lvl5pPr indent="0" lvl="4" marL="0" marR="0" rtl="0" algn="r">
              <a:spcBef>
                <a:spcPts val="0"/>
              </a:spcBef>
              <a:buNone/>
              <a:defRPr b="1" sz="1800">
                <a:solidFill>
                  <a:schemeClr val="dk1"/>
                </a:solidFill>
                <a:latin typeface="Arial"/>
                <a:ea typeface="Arial"/>
                <a:cs typeface="Arial"/>
                <a:sym typeface="Arial"/>
              </a:defRPr>
            </a:lvl5pPr>
            <a:lvl6pPr indent="0" lvl="5" marL="0" marR="0" rtl="0" algn="r">
              <a:spcBef>
                <a:spcPts val="0"/>
              </a:spcBef>
              <a:buNone/>
              <a:defRPr b="1" sz="1800">
                <a:solidFill>
                  <a:schemeClr val="dk1"/>
                </a:solidFill>
                <a:latin typeface="Arial"/>
                <a:ea typeface="Arial"/>
                <a:cs typeface="Arial"/>
                <a:sym typeface="Arial"/>
              </a:defRPr>
            </a:lvl6pPr>
            <a:lvl7pPr indent="0" lvl="6" marL="0" marR="0" rtl="0" algn="r">
              <a:spcBef>
                <a:spcPts val="0"/>
              </a:spcBef>
              <a:buNone/>
              <a:defRPr b="1" sz="1800">
                <a:solidFill>
                  <a:schemeClr val="dk1"/>
                </a:solidFill>
                <a:latin typeface="Arial"/>
                <a:ea typeface="Arial"/>
                <a:cs typeface="Arial"/>
                <a:sym typeface="Arial"/>
              </a:defRPr>
            </a:lvl7pPr>
            <a:lvl8pPr indent="0" lvl="7" marL="0" marR="0" rtl="0" algn="r">
              <a:spcBef>
                <a:spcPts val="0"/>
              </a:spcBef>
              <a:buNone/>
              <a:defRPr b="1" sz="1800">
                <a:solidFill>
                  <a:schemeClr val="dk1"/>
                </a:solidFill>
                <a:latin typeface="Arial"/>
                <a:ea typeface="Arial"/>
                <a:cs typeface="Arial"/>
                <a:sym typeface="Arial"/>
              </a:defRPr>
            </a:lvl8pPr>
            <a:lvl9pPr indent="0" lvl="8" marL="0" marR="0" rt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078" name="Google Shape;1078;p45"/>
          <p:cNvCxnSpPr/>
          <p:nvPr/>
        </p:nvCxnSpPr>
        <p:spPr>
          <a:xfrm>
            <a:off x="406400" y="989880"/>
            <a:ext cx="711200" cy="0"/>
          </a:xfrm>
          <a:prstGeom prst="straightConnector1">
            <a:avLst/>
          </a:prstGeom>
          <a:noFill/>
          <a:ln cap="flat" cmpd="sng" w="28575">
            <a:solidFill>
              <a:schemeClr val="lt1"/>
            </a:solidFill>
            <a:prstDash val="solid"/>
            <a:miter lim="8000"/>
            <a:headEnd len="sm" w="sm" type="none"/>
            <a:tailEnd len="sm" w="sm" type="none"/>
          </a:ln>
        </p:spPr>
      </p:cxnSp>
      <p:pic>
        <p:nvPicPr>
          <p:cNvPr id="1079" name="Google Shape;1079;p45"/>
          <p:cNvPicPr preferRelativeResize="0"/>
          <p:nvPr/>
        </p:nvPicPr>
        <p:blipFill rotWithShape="1">
          <a:blip r:embed="rId1">
            <a:alphaModFix/>
          </a:blip>
          <a:srcRect b="0" l="0" r="0" t="0"/>
          <a:stretch/>
        </p:blipFill>
        <p:spPr>
          <a:xfrm>
            <a:off x="392430" y="6410997"/>
            <a:ext cx="1607820" cy="24892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 id="2147483797" r:id="rId13"/>
    <p:sldLayoutId id="2147483798" r:id="rId14"/>
    <p:sldLayoutId id="2147483799" r:id="rId15"/>
    <p:sldLayoutId id="2147483800" r:id="rId16"/>
    <p:sldLayoutId id="2147483801"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40">
          <p15:clr>
            <a:srgbClr val="F26B43"/>
          </p15:clr>
        </p15:guide>
        <p15:guide id="3" pos="7440">
          <p15:clr>
            <a:srgbClr val="F26B43"/>
          </p15:clr>
        </p15:guide>
        <p15:guide id="4" orient="horz" pos="264">
          <p15:clr>
            <a:srgbClr val="F26B43"/>
          </p15:clr>
        </p15:guide>
        <p15:guide id="5" pos="3840">
          <p15:clr>
            <a:srgbClr val="F26B43"/>
          </p15:clr>
        </p15:guide>
        <p15:guide id="6" orient="horz" pos="1008">
          <p15:clr>
            <a:srgbClr val="F26B43"/>
          </p15:clr>
        </p15:guide>
        <p15:guide id="7" pos="168">
          <p15:clr>
            <a:srgbClr val="F26B43"/>
          </p15:clr>
        </p15:guide>
        <p15:guide id="8" pos="7512">
          <p15:clr>
            <a:srgbClr val="F26B43"/>
          </p15:clr>
        </p15:guide>
        <p15:guide id="9" orient="horz" pos="3768">
          <p15:clr>
            <a:srgbClr val="F26B43"/>
          </p15:clr>
        </p15:guide>
        <p15:guide id="10" orient="horz" pos="3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 Id="rId3" Type="http://schemas.openxmlformats.org/officeDocument/2006/relationships/image" Target="../media/image1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4.xml"/><Relationship Id="rId3" Type="http://schemas.openxmlformats.org/officeDocument/2006/relationships/image" Target="../media/image2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notesSlide" Target="../notesSlides/notesSlide5.xml"/><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0.xml"/><Relationship Id="rId3"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notesSlide" Target="../notesSlides/notesSlide12.xml"/><Relationship Id="rId3" Type="http://schemas.openxmlformats.org/officeDocument/2006/relationships/image" Target="../media/image2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7.xml"/><Relationship Id="rId2" Type="http://schemas.openxmlformats.org/officeDocument/2006/relationships/notesSlide" Target="../notesSlides/notesSlide13.xml"/><Relationship Id="rId3"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 Id="rId3" Type="http://schemas.openxmlformats.org/officeDocument/2006/relationships/image" Target="../media/image26.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 Id="rId3"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 Id="rId3" Type="http://schemas.openxmlformats.org/officeDocument/2006/relationships/image" Target="../media/image1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8.xml"/><Relationship Id="rId3" Type="http://schemas.openxmlformats.org/officeDocument/2006/relationships/image" Target="../media/image1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9.xml"/><Relationship Id="rId3" Type="http://schemas.openxmlformats.org/officeDocument/2006/relationships/image" Target="../media/image2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notesSlide" Target="../notesSlides/notesSlide20.xml"/><Relationship Id="rId3" Type="http://schemas.openxmlformats.org/officeDocument/2006/relationships/image" Target="../media/image1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1.xml"/><Relationship Id="rId3" Type="http://schemas.openxmlformats.org/officeDocument/2006/relationships/image" Target="../media/image2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 Id="rId3" Type="http://schemas.openxmlformats.org/officeDocument/2006/relationships/image" Target="../media/image2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3.xml"/><Relationship Id="rId3" Type="http://schemas.openxmlformats.org/officeDocument/2006/relationships/image" Target="../media/image29.jpg"/><Relationship Id="rId4" Type="http://schemas.openxmlformats.org/officeDocument/2006/relationships/hyperlink" Target="https://support.toastmastersclubs.org/" TargetMode="External"/><Relationship Id="rId9" Type="http://schemas.openxmlformats.org/officeDocument/2006/relationships/hyperlink" Target="https://www.toastmasters.org/education/pathways/pathways-updates" TargetMode="External"/><Relationship Id="rId5" Type="http://schemas.openxmlformats.org/officeDocument/2006/relationships/hyperlink" Target="https://support.toastmastersclubs.org/" TargetMode="External"/><Relationship Id="rId6" Type="http://schemas.openxmlformats.org/officeDocument/2006/relationships/hyperlink" Target="https://easy-speak.org/faq.php" TargetMode="External"/><Relationship Id="rId7" Type="http://schemas.openxmlformats.org/officeDocument/2006/relationships/hyperlink" Target="https://www.toastmasters.org/education/pathways" TargetMode="External"/><Relationship Id="rId8" Type="http://schemas.openxmlformats.org/officeDocument/2006/relationships/hyperlink" Target="https://www.toastmasters.org/education/base-camp-videos" TargetMode="External"/><Relationship Id="rId11" Type="http://schemas.openxmlformats.org/officeDocument/2006/relationships/hyperlink" Target="https://content.toastmasters.org/image/upload/club-excellence-curriculum.pdf" TargetMode="External"/><Relationship Id="rId10" Type="http://schemas.openxmlformats.org/officeDocument/2006/relationships/hyperlink" Target="https://ccdn.toastmasters.org/medias/files/department-documents/club-documents/1315-effective-club-practices.pdf"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 Id="rId3" Type="http://schemas.openxmlformats.org/officeDocument/2006/relationships/image" Target="../media/image2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image" Target="../media/image2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94" name="Shape 1194"/>
        <p:cNvGrpSpPr/>
        <p:nvPr/>
      </p:nvGrpSpPr>
      <p:grpSpPr>
        <a:xfrm>
          <a:off x="0" y="0"/>
          <a:ext cx="0" cy="0"/>
          <a:chOff x="0" y="0"/>
          <a:chExt cx="0" cy="0"/>
        </a:xfrm>
      </p:grpSpPr>
      <p:sp>
        <p:nvSpPr>
          <p:cNvPr id="1195" name="Google Shape;1195;p1"/>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3600"/>
              <a:buNone/>
            </a:pPr>
            <a:r>
              <a:rPr lang="en-US"/>
              <a:t>Facilitator Instructions </a:t>
            </a:r>
            <a:r>
              <a:rPr lang="en-US">
                <a:solidFill>
                  <a:srgbClr val="C00000"/>
                </a:solidFill>
              </a:rPr>
              <a:t>(not for presentation)</a:t>
            </a:r>
            <a:endParaRPr>
              <a:solidFill>
                <a:srgbClr val="C00000"/>
              </a:solidFill>
            </a:endParaRPr>
          </a:p>
        </p:txBody>
      </p:sp>
      <p:sp>
        <p:nvSpPr>
          <p:cNvPr id="1196" name="Google Shape;1196;p1"/>
          <p:cNvSpPr txBox="1"/>
          <p:nvPr>
            <p:ph idx="1" type="body"/>
          </p:nvPr>
        </p:nvSpPr>
        <p:spPr>
          <a:xfrm>
            <a:off x="262167" y="1156997"/>
            <a:ext cx="11914067" cy="4907901"/>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000"/>
              <a:buChar char="•"/>
            </a:pPr>
            <a:r>
              <a:rPr b="1" lang="en-US" sz="2000"/>
              <a:t>Session</a:t>
            </a:r>
            <a:r>
              <a:rPr lang="en-US" sz="2000"/>
              <a:t>: This presentation is the one-hour Vice President Education breakout session for Round 1: New Year Club Officer Training. The order of presentations for the full Club Officer Training: Hall of Fame slides shown before the training starts, Round 1: New Year General Session Part 1 followed by the individual club officer breakout sessions, ending with Round 1: New Year General Session Part 2 . Round 1: New Year General Session Parts 1 and 2 are presented to all club officers. </a:t>
            </a:r>
            <a:endParaRPr/>
          </a:p>
          <a:p>
            <a:pPr indent="-228600" lvl="0" marL="228600" rtl="0" algn="l">
              <a:lnSpc>
                <a:spcPct val="100000"/>
              </a:lnSpc>
              <a:spcBef>
                <a:spcPts val="600"/>
              </a:spcBef>
              <a:spcAft>
                <a:spcPts val="0"/>
              </a:spcAft>
              <a:buClr>
                <a:schemeClr val="dk1"/>
              </a:buClr>
              <a:buSzPts val="2000"/>
              <a:buChar char="•"/>
            </a:pPr>
            <a:r>
              <a:rPr b="1" lang="en-US" sz="2000"/>
              <a:t>Facilitator notes on each slide</a:t>
            </a:r>
            <a:r>
              <a:rPr lang="en-US" sz="2000"/>
              <a:t>: These notes begin with the estimated time to present the individual slide and then the overall elapsed session time. It is essential that you review the facilitator notes on each slide and practice delivering the presentation to familiarize yourself with the material and stay on time. Facilitator notes should be used as a guide rather than a script that must be stated “word-for-word”. Parentheses denote instructions for facilitators – what facilitators should “do”. </a:t>
            </a:r>
            <a:endParaRPr/>
          </a:p>
          <a:p>
            <a:pPr indent="-228600" lvl="0" marL="228600" rtl="0" algn="l">
              <a:lnSpc>
                <a:spcPct val="100000"/>
              </a:lnSpc>
              <a:spcBef>
                <a:spcPts val="600"/>
              </a:spcBef>
              <a:spcAft>
                <a:spcPts val="0"/>
              </a:spcAft>
              <a:buClr>
                <a:schemeClr val="dk1"/>
              </a:buClr>
              <a:buSzPts val="2000"/>
              <a:buChar char="•"/>
            </a:pPr>
            <a:r>
              <a:rPr b="1" lang="en-US" sz="2000">
                <a:latin typeface="Arial"/>
                <a:ea typeface="Arial"/>
                <a:cs typeface="Arial"/>
                <a:sym typeface="Arial"/>
              </a:rPr>
              <a:t>Interaction</a:t>
            </a:r>
            <a:r>
              <a:rPr b="0" lang="en-US" sz="2000">
                <a:latin typeface="Arial"/>
                <a:ea typeface="Arial"/>
                <a:cs typeface="Arial"/>
                <a:sym typeface="Arial"/>
              </a:rPr>
              <a:t>: To interact in online training, ask participants to enter their responses in the chat. Ask the Chat Master to share a few of the responses. If the training is physically in-person, ask a few of the participants to share their responses verbally. For interaction in a hybrid training, do both. </a:t>
            </a:r>
            <a:endParaRPr/>
          </a:p>
          <a:p>
            <a:pPr indent="-228600" lvl="0" marL="228600" rtl="0" algn="l">
              <a:lnSpc>
                <a:spcPct val="100000"/>
              </a:lnSpc>
              <a:spcBef>
                <a:spcPts val="600"/>
              </a:spcBef>
              <a:spcAft>
                <a:spcPts val="0"/>
              </a:spcAft>
              <a:buClr>
                <a:schemeClr val="dk1"/>
              </a:buClr>
              <a:buSzPts val="2000"/>
              <a:buChar char="•"/>
            </a:pPr>
            <a:r>
              <a:rPr b="1" lang="en-US" sz="2000"/>
              <a:t>Zoom/Chat Masters</a:t>
            </a:r>
            <a:r>
              <a:rPr lang="en-US" sz="2000"/>
              <a:t>: For online training, it is critical to have sufficient District technical support to manage the training. To facilitate interaction, please assign a Zoom/Chat Master to each session. </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1" name="Shape 1201"/>
        <p:cNvGrpSpPr/>
        <p:nvPr/>
      </p:nvGrpSpPr>
      <p:grpSpPr>
        <a:xfrm>
          <a:off x="0" y="0"/>
          <a:ext cx="0" cy="0"/>
          <a:chOff x="0" y="0"/>
          <a:chExt cx="0" cy="0"/>
        </a:xfrm>
      </p:grpSpPr>
      <p:sp>
        <p:nvSpPr>
          <p:cNvPr id="1202" name="Google Shape;1202;p2"/>
          <p:cNvSpPr txBox="1"/>
          <p:nvPr>
            <p:ph type="ctrTitle"/>
          </p:nvPr>
        </p:nvSpPr>
        <p:spPr>
          <a:xfrm>
            <a:off x="1524000" y="2782957"/>
            <a:ext cx="9144000" cy="164208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EEE9F"/>
              </a:buClr>
              <a:buSzPts val="4400"/>
              <a:buNone/>
            </a:pPr>
            <a:r>
              <a:rPr lang="en-US" sz="4400"/>
              <a:t>Vice President Education </a:t>
            </a:r>
            <a:r>
              <a:rPr lang="en-US" sz="3600"/>
              <a:t>(VPE)</a:t>
            </a:r>
            <a:br>
              <a:rPr lang="en-US" sz="3600"/>
            </a:br>
            <a:r>
              <a:rPr lang="en-US" sz="3600"/>
              <a:t>Club Officer Training (COT)</a:t>
            </a:r>
            <a:endParaRPr sz="3600"/>
          </a:p>
        </p:txBody>
      </p:sp>
      <p:sp>
        <p:nvSpPr>
          <p:cNvPr id="1203" name="Google Shape;1203;p2"/>
          <p:cNvSpPr txBox="1"/>
          <p:nvPr/>
        </p:nvSpPr>
        <p:spPr>
          <a:xfrm>
            <a:off x="1524000" y="4506686"/>
            <a:ext cx="9144000" cy="603284"/>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Round 1: New Year Training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8" name="Shape 1208"/>
        <p:cNvGrpSpPr/>
        <p:nvPr/>
      </p:nvGrpSpPr>
      <p:grpSpPr>
        <a:xfrm>
          <a:off x="0" y="0"/>
          <a:ext cx="0" cy="0"/>
          <a:chOff x="0" y="0"/>
          <a:chExt cx="0" cy="0"/>
        </a:xfrm>
      </p:grpSpPr>
      <p:sp>
        <p:nvSpPr>
          <p:cNvPr id="1209" name="Google Shape;1209;p3"/>
          <p:cNvSpPr txBox="1"/>
          <p:nvPr>
            <p:ph type="ctrTitle"/>
          </p:nvPr>
        </p:nvSpPr>
        <p:spPr>
          <a:xfrm>
            <a:off x="1051367" y="1562350"/>
            <a:ext cx="9144000" cy="73152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182E34"/>
              </a:buClr>
              <a:buSzPct val="100000"/>
              <a:buNone/>
            </a:pPr>
            <a:r>
              <a:rPr lang="en-US">
                <a:solidFill>
                  <a:srgbClr val="182E34"/>
                </a:solidFill>
              </a:rPr>
              <a:t>Agenda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13" name="Shape 1213"/>
        <p:cNvGrpSpPr/>
        <p:nvPr/>
      </p:nvGrpSpPr>
      <p:grpSpPr>
        <a:xfrm>
          <a:off x="0" y="0"/>
          <a:ext cx="0" cy="0"/>
          <a:chOff x="0" y="0"/>
          <a:chExt cx="0" cy="0"/>
        </a:xfrm>
      </p:grpSpPr>
      <p:sp>
        <p:nvSpPr>
          <p:cNvPr id="1214" name="Google Shape;1214;p4"/>
          <p:cNvSpPr txBox="1"/>
          <p:nvPr/>
        </p:nvSpPr>
        <p:spPr>
          <a:xfrm>
            <a:off x="6410300" y="1443862"/>
            <a:ext cx="4095710" cy="3970275"/>
          </a:xfrm>
          <a:prstGeom prst="rect">
            <a:avLst/>
          </a:prstGeom>
          <a:noFill/>
          <a:ln>
            <a:noFill/>
          </a:ln>
        </p:spPr>
        <p:txBody>
          <a:bodyPr anchorCtr="0" anchor="t" bIns="45675" lIns="45675" spcFirstLastPara="1" rIns="45675" wrap="square" tIns="45675">
            <a:spAutoFit/>
          </a:bodyPr>
          <a:lstStyle/>
          <a:p>
            <a:pPr indent="-107950" lvl="0" marL="285750" marR="0" rtl="0" algn="l">
              <a:lnSpc>
                <a:spcPct val="100000"/>
              </a:lnSpc>
              <a:spcBef>
                <a:spcPts val="0"/>
              </a:spcBef>
              <a:spcAft>
                <a:spcPts val="0"/>
              </a:spcAft>
              <a:buClr>
                <a:srgbClr val="FFFFFF"/>
              </a:buClr>
              <a:buSzPts val="2800"/>
              <a:buFont typeface="Arial"/>
              <a:buNone/>
            </a:pPr>
            <a:r>
              <a:t/>
            </a:r>
            <a:endParaRPr b="0" i="0" sz="2800" u="none" cap="none" strike="noStrike">
              <a:solidFill>
                <a:srgbClr val="FFFFFF"/>
              </a:solidFill>
              <a:latin typeface="Arial"/>
              <a:ea typeface="Arial"/>
              <a:cs typeface="Arial"/>
              <a:sym typeface="Arial"/>
            </a:endParaRPr>
          </a:p>
          <a:p>
            <a:pPr indent="-360000" lvl="0" marL="360000" marR="0" rtl="0" algn="l">
              <a:spcBef>
                <a:spcPts val="0"/>
              </a:spcBef>
              <a:spcAft>
                <a:spcPts val="0"/>
              </a:spcAft>
              <a:buClr>
                <a:schemeClr val="dk1"/>
              </a:buClr>
              <a:buSzPts val="2800"/>
              <a:buFont typeface="Arial"/>
              <a:buChar char="•"/>
            </a:pPr>
            <a:r>
              <a:rPr b="0" i="0" lang="en-US" sz="2800" u="none" cap="none" strike="noStrike">
                <a:solidFill>
                  <a:schemeClr val="dk1"/>
                </a:solidFill>
                <a:latin typeface="Helvetica Neue"/>
                <a:ea typeface="Helvetica Neue"/>
                <a:cs typeface="Helvetica Neue"/>
                <a:sym typeface="Helvetica Neue"/>
              </a:rPr>
              <a:t>Club Success Cycle</a:t>
            </a:r>
            <a:endParaRPr/>
          </a:p>
          <a:p>
            <a:pPr indent="-360000" lvl="0" marL="360000" marR="0" rtl="0" algn="l">
              <a:spcBef>
                <a:spcPts val="0"/>
              </a:spcBef>
              <a:spcAft>
                <a:spcPts val="0"/>
              </a:spcAft>
              <a:buClr>
                <a:schemeClr val="dk1"/>
              </a:buClr>
              <a:buSzPts val="2800"/>
              <a:buFont typeface="Arial"/>
              <a:buChar char="•"/>
            </a:pPr>
            <a:r>
              <a:rPr b="0" i="0" lang="en-US" sz="2800" u="none" cap="none" strike="noStrike">
                <a:solidFill>
                  <a:schemeClr val="dk1"/>
                </a:solidFill>
                <a:latin typeface="Helvetica Neue"/>
                <a:ea typeface="Helvetica Neue"/>
                <a:cs typeface="Helvetica Neue"/>
                <a:sym typeface="Helvetica Neue"/>
              </a:rPr>
              <a:t>Transferable Skills</a:t>
            </a:r>
            <a:endParaRPr/>
          </a:p>
          <a:p>
            <a:pPr indent="-360000" lvl="0" marL="360000" marR="0" rtl="0" algn="l">
              <a:spcBef>
                <a:spcPts val="0"/>
              </a:spcBef>
              <a:spcAft>
                <a:spcPts val="0"/>
              </a:spcAft>
              <a:buClr>
                <a:schemeClr val="dk1"/>
              </a:buClr>
              <a:buSzPts val="2800"/>
              <a:buFont typeface="Arial"/>
              <a:buChar char="•"/>
            </a:pPr>
            <a:r>
              <a:rPr b="0" i="0" lang="en-US" sz="2800" u="none" cap="none" strike="noStrike">
                <a:solidFill>
                  <a:schemeClr val="dk1"/>
                </a:solidFill>
                <a:latin typeface="Helvetica Neue"/>
                <a:ea typeface="Helvetica Neue"/>
                <a:cs typeface="Helvetica Neue"/>
                <a:sym typeface="Helvetica Neue"/>
              </a:rPr>
              <a:t>Responsibilities</a:t>
            </a:r>
            <a:endParaRPr/>
          </a:p>
          <a:p>
            <a:pPr indent="-360000" lvl="0" marL="360000" marR="0" rtl="0" algn="l">
              <a:spcBef>
                <a:spcPts val="0"/>
              </a:spcBef>
              <a:spcAft>
                <a:spcPts val="0"/>
              </a:spcAft>
              <a:buClr>
                <a:schemeClr val="dk1"/>
              </a:buClr>
              <a:buSzPts val="2800"/>
              <a:buFont typeface="Arial"/>
              <a:buChar char="•"/>
            </a:pPr>
            <a:r>
              <a:rPr b="0" i="0" lang="en-US" sz="2800" u="none" cap="none" strike="noStrike">
                <a:solidFill>
                  <a:schemeClr val="dk1"/>
                </a:solidFill>
                <a:latin typeface="Helvetica Neue"/>
                <a:ea typeface="Helvetica Neue"/>
                <a:cs typeface="Helvetica Neue"/>
                <a:sym typeface="Helvetica Neue"/>
              </a:rPr>
              <a:t>Best Practices</a:t>
            </a:r>
            <a:endParaRPr/>
          </a:p>
          <a:p>
            <a:pPr indent="-360000" lvl="0" marL="360000" marR="0" rtl="0" algn="l">
              <a:spcBef>
                <a:spcPts val="0"/>
              </a:spcBef>
              <a:spcAft>
                <a:spcPts val="0"/>
              </a:spcAft>
              <a:buClr>
                <a:schemeClr val="dk1"/>
              </a:buClr>
              <a:buSzPts val="2800"/>
              <a:buFont typeface="Arial"/>
              <a:buChar char="•"/>
            </a:pPr>
            <a:r>
              <a:rPr b="0" i="0" lang="en-US" sz="2800" u="none" cap="none" strike="noStrike">
                <a:solidFill>
                  <a:schemeClr val="dk1"/>
                </a:solidFill>
                <a:latin typeface="Helvetica Neue"/>
                <a:ea typeface="Helvetica Neue"/>
                <a:cs typeface="Helvetica Neue"/>
                <a:sym typeface="Helvetica Neue"/>
              </a:rPr>
              <a:t>Resources</a:t>
            </a:r>
            <a:endParaRPr/>
          </a:p>
          <a:p>
            <a:pPr indent="-360000" lvl="0" marL="360000" marR="0" rtl="0" algn="l">
              <a:spcBef>
                <a:spcPts val="0"/>
              </a:spcBef>
              <a:spcAft>
                <a:spcPts val="0"/>
              </a:spcAft>
              <a:buClr>
                <a:schemeClr val="dk1"/>
              </a:buClr>
              <a:buSzPts val="2800"/>
              <a:buFont typeface="Arial"/>
              <a:buChar char="•"/>
            </a:pPr>
            <a:r>
              <a:rPr b="0" i="0" lang="en-US" sz="2800" u="none" cap="none" strike="noStrike">
                <a:solidFill>
                  <a:schemeClr val="dk1"/>
                </a:solidFill>
                <a:latin typeface="Helvetica Neue"/>
                <a:ea typeface="Helvetica Neue"/>
                <a:cs typeface="Helvetica Neue"/>
                <a:sym typeface="Helvetica Neue"/>
              </a:rPr>
              <a:t>Q&amp;A</a:t>
            </a:r>
            <a:endParaRPr/>
          </a:p>
          <a:p>
            <a:pPr indent="-360000" lvl="0" marL="360000" marR="0" rtl="0" algn="l">
              <a:spcBef>
                <a:spcPts val="0"/>
              </a:spcBef>
              <a:spcAft>
                <a:spcPts val="0"/>
              </a:spcAft>
              <a:buClr>
                <a:schemeClr val="dk1"/>
              </a:buClr>
              <a:buSzPts val="2800"/>
              <a:buFont typeface="Arial"/>
              <a:buChar char="•"/>
            </a:pPr>
            <a:r>
              <a:rPr b="0" i="0" lang="en-US" sz="2800" u="none" cap="none" strike="noStrike">
                <a:solidFill>
                  <a:schemeClr val="dk1"/>
                </a:solidFill>
                <a:latin typeface="Helvetica Neue"/>
                <a:ea typeface="Helvetica Neue"/>
                <a:cs typeface="Helvetica Neue"/>
                <a:sym typeface="Helvetica Neue"/>
              </a:rPr>
              <a:t>Next Steps</a:t>
            </a:r>
            <a:br>
              <a:rPr b="0" i="0" lang="en-US" sz="2800" u="none" cap="none" strike="noStrike">
                <a:solidFill>
                  <a:srgbClr val="00374A"/>
                </a:solidFill>
                <a:latin typeface="Arial"/>
                <a:ea typeface="Arial"/>
                <a:cs typeface="Arial"/>
                <a:sym typeface="Arial"/>
              </a:rPr>
            </a:br>
            <a:endParaRPr b="0" i="0" sz="2800" u="none" cap="none" strike="noStrike">
              <a:solidFill>
                <a:srgbClr val="00374A"/>
              </a:solidFill>
              <a:latin typeface="Arial"/>
              <a:ea typeface="Arial"/>
              <a:cs typeface="Arial"/>
              <a:sym typeface="Arial"/>
            </a:endParaRPr>
          </a:p>
        </p:txBody>
      </p:sp>
      <p:sp>
        <p:nvSpPr>
          <p:cNvPr id="1215" name="Google Shape;1215;p4"/>
          <p:cNvSpPr txBox="1"/>
          <p:nvPr>
            <p:ph type="title"/>
          </p:nvPr>
        </p:nvSpPr>
        <p:spPr>
          <a:xfrm>
            <a:off x="1981200" y="1965960"/>
            <a:ext cx="3276600" cy="731521"/>
          </a:xfrm>
          <a:prstGeom prst="rect">
            <a:avLst/>
          </a:prstGeom>
          <a:noFill/>
          <a:ln>
            <a:noFill/>
          </a:ln>
        </p:spPr>
        <p:txBody>
          <a:bodyPr anchorCtr="0" anchor="b" bIns="45700" lIns="45700" spcFirstLastPara="1" rIns="45700" wrap="square" tIns="45700">
            <a:normAutofit/>
          </a:bodyPr>
          <a:lstStyle/>
          <a:p>
            <a:pPr indent="0" lvl="0" marL="0" marR="0" rtl="0" algn="ctr">
              <a:lnSpc>
                <a:spcPct val="90000"/>
              </a:lnSpc>
              <a:spcBef>
                <a:spcPts val="0"/>
              </a:spcBef>
              <a:spcAft>
                <a:spcPts val="0"/>
              </a:spcAft>
              <a:buClr>
                <a:srgbClr val="00374A"/>
              </a:buClr>
              <a:buSzPts val="4560"/>
              <a:buFont typeface="Arial"/>
              <a:buNone/>
            </a:pPr>
            <a:r>
              <a:rPr b="1" i="0" lang="en-US" sz="4560" u="none" cap="none" strike="noStrike">
                <a:solidFill>
                  <a:srgbClr val="00374A"/>
                </a:solidFill>
                <a:latin typeface="Arial"/>
                <a:ea typeface="Arial"/>
                <a:cs typeface="Arial"/>
                <a:sym typeface="Arial"/>
              </a:rPr>
              <a:t>Agenda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20" name="Shape 1220"/>
        <p:cNvGrpSpPr/>
        <p:nvPr/>
      </p:nvGrpSpPr>
      <p:grpSpPr>
        <a:xfrm>
          <a:off x="0" y="0"/>
          <a:ext cx="0" cy="0"/>
          <a:chOff x="0" y="0"/>
          <a:chExt cx="0" cy="0"/>
        </a:xfrm>
      </p:grpSpPr>
      <p:sp>
        <p:nvSpPr>
          <p:cNvPr id="1221" name="Google Shape;1221;p5"/>
          <p:cNvSpPr txBox="1"/>
          <p:nvPr>
            <p:ph type="title"/>
          </p:nvPr>
        </p:nvSpPr>
        <p:spPr>
          <a:xfrm>
            <a:off x="4593772" y="2618509"/>
            <a:ext cx="7598228" cy="162098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4400">
                <a:solidFill>
                  <a:schemeClr val="dk1"/>
                </a:solidFill>
              </a:rPr>
              <a:t>Vice President Education</a:t>
            </a:r>
            <a:br>
              <a:rPr lang="en-US" sz="4400">
                <a:solidFill>
                  <a:schemeClr val="dk1"/>
                </a:solidFill>
              </a:rPr>
            </a:br>
            <a:r>
              <a:rPr lang="en-US" sz="4400">
                <a:solidFill>
                  <a:schemeClr val="dk1"/>
                </a:solidFill>
              </a:rPr>
              <a:t>Responsibilities</a:t>
            </a:r>
            <a:endParaRPr/>
          </a:p>
        </p:txBody>
      </p:sp>
      <p:sp>
        <p:nvSpPr>
          <p:cNvPr id="1222" name="Google Shape;1222;p5"/>
          <p:cNvSpPr txBox="1"/>
          <p:nvPr>
            <p:ph idx="2" type="body"/>
          </p:nvPr>
        </p:nvSpPr>
        <p:spPr>
          <a:xfrm>
            <a:off x="7518000" y="6400800"/>
            <a:ext cx="4320000" cy="288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044"/>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6"/>
          <p:cNvSpPr txBox="1"/>
          <p:nvPr/>
        </p:nvSpPr>
        <p:spPr>
          <a:xfrm>
            <a:off x="298716" y="1424577"/>
            <a:ext cx="4881692" cy="4524527"/>
          </a:xfrm>
          <a:prstGeom prst="rect">
            <a:avLst/>
          </a:prstGeom>
          <a:noFill/>
          <a:ln>
            <a:noFill/>
          </a:ln>
        </p:spPr>
        <p:txBody>
          <a:bodyPr anchorCtr="0" anchor="t" bIns="45700" lIns="91425" spcFirstLastPara="1" rIns="91425" wrap="square" tIns="45700">
            <a:noAutofit/>
          </a:bodyPr>
          <a:lstStyle/>
          <a:p>
            <a:pPr indent="-346075" lvl="0" marL="346075" marR="0" rtl="0" algn="l">
              <a:lnSpc>
                <a:spcPct val="100000"/>
              </a:lnSpc>
              <a:spcBef>
                <a:spcPts val="0"/>
              </a:spcBef>
              <a:spcAft>
                <a:spcPts val="0"/>
              </a:spcAft>
              <a:buClr>
                <a:srgbClr val="0070C0"/>
              </a:buClr>
              <a:buSzPts val="2800"/>
              <a:buFont typeface="Arial"/>
              <a:buChar char="•"/>
            </a:pPr>
            <a:r>
              <a:rPr b="1" i="0" lang="en-US" sz="2800" u="none" cap="none" strike="noStrike">
                <a:solidFill>
                  <a:srgbClr val="0070C0"/>
                </a:solidFill>
                <a:latin typeface="Arial"/>
                <a:ea typeface="Arial"/>
                <a:cs typeface="Arial"/>
                <a:sym typeface="Arial"/>
              </a:rPr>
              <a:t>VPPR</a:t>
            </a:r>
            <a:endParaRPr/>
          </a:p>
          <a:p>
            <a:pPr indent="-346075" lvl="0" marL="346075" marR="0" rtl="0" algn="l">
              <a:lnSpc>
                <a:spcPct val="100000"/>
              </a:lnSpc>
              <a:spcBef>
                <a:spcPts val="1200"/>
              </a:spcBef>
              <a:spcAft>
                <a:spcPts val="0"/>
              </a:spcAft>
              <a:buClr>
                <a:srgbClr val="3E3A2D"/>
              </a:buClr>
              <a:buSzPts val="2800"/>
              <a:buFont typeface="Arial"/>
              <a:buChar char="•"/>
            </a:pPr>
            <a:r>
              <a:rPr b="1" i="0" lang="en-US" sz="2800" u="none" cap="none" strike="noStrike">
                <a:solidFill>
                  <a:srgbClr val="3E3A2D"/>
                </a:solidFill>
                <a:latin typeface="Arial"/>
                <a:ea typeface="Arial"/>
                <a:cs typeface="Arial"/>
                <a:sym typeface="Arial"/>
              </a:rPr>
              <a:t>Sergeant at Arms</a:t>
            </a:r>
            <a:endParaRPr/>
          </a:p>
          <a:p>
            <a:pPr indent="-346075" lvl="0" marL="346075" marR="0" rtl="0" algn="l">
              <a:lnSpc>
                <a:spcPct val="100000"/>
              </a:lnSpc>
              <a:spcBef>
                <a:spcPts val="1200"/>
              </a:spcBef>
              <a:spcAft>
                <a:spcPts val="0"/>
              </a:spcAft>
              <a:buClr>
                <a:srgbClr val="00B050"/>
              </a:buClr>
              <a:buSzPts val="2800"/>
              <a:buFont typeface="Arial"/>
              <a:buChar char="•"/>
            </a:pPr>
            <a:r>
              <a:rPr b="1" i="0" lang="en-US" sz="2800" u="none" cap="none" strike="noStrike">
                <a:solidFill>
                  <a:srgbClr val="00B050"/>
                </a:solidFill>
                <a:latin typeface="Arial"/>
                <a:ea typeface="Arial"/>
                <a:cs typeface="Arial"/>
                <a:sym typeface="Arial"/>
              </a:rPr>
              <a:t>VPM</a:t>
            </a:r>
            <a:endParaRPr/>
          </a:p>
          <a:p>
            <a:pPr indent="-346075" lvl="0" marL="346075" marR="0" rtl="0" algn="l">
              <a:lnSpc>
                <a:spcPct val="100000"/>
              </a:lnSpc>
              <a:spcBef>
                <a:spcPts val="1200"/>
              </a:spcBef>
              <a:spcAft>
                <a:spcPts val="0"/>
              </a:spcAft>
              <a:buClr>
                <a:srgbClr val="FFC000"/>
              </a:buClr>
              <a:buSzPts val="2800"/>
              <a:buFont typeface="Arial"/>
              <a:buChar char="•"/>
            </a:pPr>
            <a:r>
              <a:rPr b="1" i="0" lang="en-US" sz="2800" u="none" cap="none" strike="noStrike">
                <a:solidFill>
                  <a:srgbClr val="FFC000"/>
                </a:solidFill>
                <a:latin typeface="Arial"/>
                <a:ea typeface="Arial"/>
                <a:cs typeface="Arial"/>
                <a:sym typeface="Arial"/>
              </a:rPr>
              <a:t>VPE</a:t>
            </a:r>
            <a:endParaRPr/>
          </a:p>
          <a:p>
            <a:pPr indent="-346075" lvl="0" marL="346075" marR="0" rtl="0" algn="l">
              <a:lnSpc>
                <a:spcPct val="100000"/>
              </a:lnSpc>
              <a:spcBef>
                <a:spcPts val="1200"/>
              </a:spcBef>
              <a:spcAft>
                <a:spcPts val="0"/>
              </a:spcAft>
              <a:buClr>
                <a:srgbClr val="C00000"/>
              </a:buClr>
              <a:buSzPts val="2800"/>
              <a:buFont typeface="Arial"/>
              <a:buChar char="•"/>
            </a:pPr>
            <a:r>
              <a:rPr b="1" i="0" lang="en-US" sz="2800" u="none" cap="none" strike="noStrike">
                <a:solidFill>
                  <a:srgbClr val="C00000"/>
                </a:solidFill>
                <a:latin typeface="Arial"/>
                <a:ea typeface="Arial"/>
                <a:cs typeface="Arial"/>
                <a:sym typeface="Arial"/>
              </a:rPr>
              <a:t>President</a:t>
            </a:r>
            <a:endParaRPr/>
          </a:p>
          <a:p>
            <a:pPr indent="-346075" lvl="0" marL="346075" marR="0" rtl="0" algn="l">
              <a:lnSpc>
                <a:spcPct val="100000"/>
              </a:lnSpc>
              <a:spcBef>
                <a:spcPts val="1200"/>
              </a:spcBef>
              <a:spcAft>
                <a:spcPts val="0"/>
              </a:spcAft>
              <a:buClr>
                <a:srgbClr val="3E3A2D"/>
              </a:buClr>
              <a:buSzPts val="2800"/>
              <a:buFont typeface="Arial"/>
              <a:buChar char="•"/>
            </a:pPr>
            <a:r>
              <a:rPr b="1" i="0" lang="en-US" sz="2800" u="none" cap="none" strike="noStrike">
                <a:solidFill>
                  <a:srgbClr val="3E3A2D"/>
                </a:solidFill>
                <a:latin typeface="Arial"/>
                <a:ea typeface="Arial"/>
                <a:cs typeface="Arial"/>
                <a:sym typeface="Arial"/>
              </a:rPr>
              <a:t>Secretary</a:t>
            </a:r>
            <a:endParaRPr/>
          </a:p>
          <a:p>
            <a:pPr indent="-346075" lvl="0" marL="346075" marR="0" rtl="0" algn="l">
              <a:lnSpc>
                <a:spcPct val="100000"/>
              </a:lnSpc>
              <a:spcBef>
                <a:spcPts val="1200"/>
              </a:spcBef>
              <a:spcAft>
                <a:spcPts val="0"/>
              </a:spcAft>
              <a:buClr>
                <a:srgbClr val="3E3A2D"/>
              </a:buClr>
              <a:buSzPts val="2800"/>
              <a:buFont typeface="Arial"/>
              <a:buChar char="•"/>
            </a:pPr>
            <a:r>
              <a:rPr b="1" i="0" lang="en-US" sz="2800" u="none" cap="none" strike="noStrike">
                <a:solidFill>
                  <a:srgbClr val="3E3A2D"/>
                </a:solidFill>
                <a:latin typeface="Arial"/>
                <a:ea typeface="Arial"/>
                <a:cs typeface="Arial"/>
                <a:sym typeface="Arial"/>
              </a:rPr>
              <a:t>Treasurer</a:t>
            </a:r>
            <a:endParaRPr/>
          </a:p>
          <a:p>
            <a:pPr indent="-346075" lvl="0" marL="346075" marR="0" rtl="0" algn="l">
              <a:lnSpc>
                <a:spcPct val="100000"/>
              </a:lnSpc>
              <a:spcBef>
                <a:spcPts val="1200"/>
              </a:spcBef>
              <a:spcAft>
                <a:spcPts val="0"/>
              </a:spcAft>
              <a:buClr>
                <a:srgbClr val="D86CCC"/>
              </a:buClr>
              <a:buSzPts val="2800"/>
              <a:buFont typeface="Arial"/>
              <a:buChar char="•"/>
            </a:pPr>
            <a:r>
              <a:rPr b="1" i="0" lang="en-US" sz="2800" u="none" cap="none" strike="noStrike">
                <a:solidFill>
                  <a:srgbClr val="D86CCC"/>
                </a:solidFill>
                <a:latin typeface="Arial"/>
                <a:ea typeface="Arial"/>
                <a:cs typeface="Arial"/>
                <a:sym typeface="Arial"/>
              </a:rPr>
              <a:t>Advocate – All Members</a:t>
            </a:r>
            <a:endParaRPr b="1" i="0" sz="2200" u="none" cap="none" strike="noStrike">
              <a:solidFill>
                <a:srgbClr val="D86CCC"/>
              </a:solidFill>
              <a:latin typeface="Arial"/>
              <a:ea typeface="Arial"/>
              <a:cs typeface="Arial"/>
              <a:sym typeface="Arial"/>
            </a:endParaRPr>
          </a:p>
        </p:txBody>
      </p:sp>
      <p:sp>
        <p:nvSpPr>
          <p:cNvPr id="1229" name="Google Shape;1229;p6"/>
          <p:cNvSpPr/>
          <p:nvPr/>
        </p:nvSpPr>
        <p:spPr>
          <a:xfrm rot="-1200000">
            <a:off x="7477790" y="906873"/>
            <a:ext cx="321905" cy="409049"/>
          </a:xfrm>
          <a:custGeom>
            <a:rect b="b" l="l" r="r" t="t"/>
            <a:pathLst>
              <a:path extrusionOk="0" h="441764" w="347650">
                <a:moveTo>
                  <a:pt x="0" y="88353"/>
                </a:moveTo>
                <a:lnTo>
                  <a:pt x="173825" y="88353"/>
                </a:lnTo>
                <a:lnTo>
                  <a:pt x="173825" y="0"/>
                </a:lnTo>
                <a:lnTo>
                  <a:pt x="347650" y="220882"/>
                </a:lnTo>
                <a:lnTo>
                  <a:pt x="173825" y="441764"/>
                </a:lnTo>
                <a:lnTo>
                  <a:pt x="173825" y="353411"/>
                </a:lnTo>
                <a:lnTo>
                  <a:pt x="0" y="353411"/>
                </a:lnTo>
                <a:lnTo>
                  <a:pt x="0" y="88353"/>
                </a:lnTo>
                <a:close/>
              </a:path>
            </a:pathLst>
          </a:custGeom>
          <a:solidFill>
            <a:srgbClr val="AAAEB6"/>
          </a:solidFill>
          <a:ln>
            <a:noFill/>
          </a:ln>
        </p:spPr>
        <p:txBody>
          <a:bodyPr anchorCtr="0" anchor="ctr" bIns="88350" lIns="0" spcFirstLastPara="1" rIns="104275"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grpSp>
        <p:nvGrpSpPr>
          <p:cNvPr id="1230" name="Google Shape;1230;p6"/>
          <p:cNvGrpSpPr/>
          <p:nvPr/>
        </p:nvGrpSpPr>
        <p:grpSpPr>
          <a:xfrm>
            <a:off x="5276796" y="186275"/>
            <a:ext cx="6450663" cy="5935694"/>
            <a:chOff x="5276796" y="191152"/>
            <a:chExt cx="6450663" cy="6371075"/>
          </a:xfrm>
        </p:grpSpPr>
        <p:sp>
          <p:nvSpPr>
            <p:cNvPr id="1231" name="Google Shape;1231;p6"/>
            <p:cNvSpPr/>
            <p:nvPr/>
          </p:nvSpPr>
          <p:spPr>
            <a:xfrm>
              <a:off x="7896127" y="191152"/>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0070C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Guest Interest</a:t>
              </a:r>
              <a:endParaRPr/>
            </a:p>
          </p:txBody>
        </p:sp>
        <p:sp>
          <p:nvSpPr>
            <p:cNvPr id="1232" name="Google Shape;1232;p6"/>
            <p:cNvSpPr/>
            <p:nvPr/>
          </p:nvSpPr>
          <p:spPr>
            <a:xfrm rot="1200000">
              <a:off x="9187437" y="900642"/>
              <a:ext cx="321905" cy="409049"/>
            </a:xfrm>
            <a:custGeom>
              <a:rect b="b" l="l" r="r" t="t"/>
              <a:pathLst>
                <a:path extrusionOk="0" h="441764" w="347650">
                  <a:moveTo>
                    <a:pt x="0" y="88353"/>
                  </a:moveTo>
                  <a:lnTo>
                    <a:pt x="173825" y="88353"/>
                  </a:lnTo>
                  <a:lnTo>
                    <a:pt x="173825" y="0"/>
                  </a:lnTo>
                  <a:lnTo>
                    <a:pt x="347650" y="220882"/>
                  </a:lnTo>
                  <a:lnTo>
                    <a:pt x="173825" y="441764"/>
                  </a:lnTo>
                  <a:lnTo>
                    <a:pt x="173825" y="353411"/>
                  </a:lnTo>
                  <a:lnTo>
                    <a:pt x="0" y="353411"/>
                  </a:lnTo>
                  <a:lnTo>
                    <a:pt x="0" y="88353"/>
                  </a:lnTo>
                  <a:close/>
                </a:path>
              </a:pathLst>
            </a:custGeom>
            <a:solidFill>
              <a:srgbClr val="AAAEB6"/>
            </a:solidFill>
            <a:ln>
              <a:noFill/>
            </a:ln>
          </p:spPr>
          <p:txBody>
            <a:bodyPr anchorCtr="0" anchor="ctr" bIns="88350" lIns="0" spcFirstLastPara="1" rIns="104275"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33" name="Google Shape;1233;p6"/>
            <p:cNvSpPr/>
            <p:nvPr/>
          </p:nvSpPr>
          <p:spPr>
            <a:xfrm>
              <a:off x="9605774" y="813412"/>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0070C0"/>
            </a:solidFill>
            <a:ln>
              <a:noFill/>
            </a:ln>
          </p:spPr>
          <p:txBody>
            <a:bodyPr anchorCtr="0" anchor="ctr" bIns="209450" lIns="209450" spcFirstLastPara="1" rIns="209450" wrap="square" tIns="209450">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Research</a:t>
              </a:r>
              <a:r>
                <a:rPr b="0" i="0" lang="en-US" sz="1100" u="none" cap="none" strike="noStrike">
                  <a:solidFill>
                    <a:srgbClr val="FFFFFF"/>
                  </a:solidFill>
                  <a:latin typeface="Arial"/>
                  <a:ea typeface="Arial"/>
                  <a:cs typeface="Arial"/>
                  <a:sym typeface="Arial"/>
                </a:rPr>
                <a:t> </a:t>
              </a:r>
              <a:endParaRPr/>
            </a:p>
          </p:txBody>
        </p:sp>
        <p:sp>
          <p:nvSpPr>
            <p:cNvPr id="1234" name="Google Shape;1234;p6"/>
            <p:cNvSpPr/>
            <p:nvPr/>
          </p:nvSpPr>
          <p:spPr>
            <a:xfrm rot="3600000">
              <a:off x="10501108" y="1994807"/>
              <a:ext cx="321905" cy="409049"/>
            </a:xfrm>
            <a:custGeom>
              <a:rect b="b" l="l" r="r" t="t"/>
              <a:pathLst>
                <a:path extrusionOk="0" h="441764" w="347650">
                  <a:moveTo>
                    <a:pt x="0" y="88353"/>
                  </a:moveTo>
                  <a:lnTo>
                    <a:pt x="173825" y="88353"/>
                  </a:lnTo>
                  <a:lnTo>
                    <a:pt x="173825" y="0"/>
                  </a:lnTo>
                  <a:lnTo>
                    <a:pt x="347650" y="220882"/>
                  </a:lnTo>
                  <a:lnTo>
                    <a:pt x="173825" y="441764"/>
                  </a:lnTo>
                  <a:lnTo>
                    <a:pt x="173825" y="353411"/>
                  </a:lnTo>
                  <a:lnTo>
                    <a:pt x="0" y="353411"/>
                  </a:lnTo>
                  <a:lnTo>
                    <a:pt x="0" y="88353"/>
                  </a:lnTo>
                  <a:close/>
                </a:path>
              </a:pathLst>
            </a:custGeom>
            <a:solidFill>
              <a:srgbClr val="AAAEB6"/>
            </a:solidFill>
            <a:ln>
              <a:noFill/>
            </a:ln>
          </p:spPr>
          <p:txBody>
            <a:bodyPr anchorCtr="0" anchor="ctr" bIns="88350" lIns="0" spcFirstLastPara="1" rIns="104275"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35" name="Google Shape;1235;p6"/>
            <p:cNvSpPr/>
            <p:nvPr/>
          </p:nvSpPr>
          <p:spPr>
            <a:xfrm>
              <a:off x="10515459" y="2389031"/>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gradFill>
              <a:gsLst>
                <a:gs pos="0">
                  <a:srgbClr val="0070C0"/>
                </a:gs>
                <a:gs pos="50000">
                  <a:srgbClr val="005EAB"/>
                </a:gs>
                <a:gs pos="100000">
                  <a:srgbClr val="00B050"/>
                </a:gs>
              </a:gsLst>
              <a:lin ang="5400000" scaled="0"/>
            </a:gradFill>
            <a:ln>
              <a:noFill/>
            </a:ln>
          </p:spPr>
          <p:txBody>
            <a:bodyPr anchorCtr="0" anchor="ctr" bIns="209450" lIns="209450" spcFirstLastPara="1" rIns="209450" wrap="square" tIns="209450">
              <a:noAutofit/>
            </a:bodyPr>
            <a:lstStyle/>
            <a:p>
              <a:pPr indent="0" lvl="0" marL="0" marR="0" rtl="0" algn="ctr">
                <a:lnSpc>
                  <a:spcPct val="9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Meeting</a:t>
              </a:r>
              <a:endParaRPr b="1" i="0" sz="1250" u="none" cap="none" strike="noStrike">
                <a:solidFill>
                  <a:srgbClr val="FFFFFF"/>
                </a:solidFill>
                <a:latin typeface="Arial"/>
                <a:ea typeface="Arial"/>
                <a:cs typeface="Arial"/>
                <a:sym typeface="Arial"/>
              </a:endParaRPr>
            </a:p>
          </p:txBody>
        </p:sp>
        <p:sp>
          <p:nvSpPr>
            <p:cNvPr id="1236" name="Google Shape;1236;p6"/>
            <p:cNvSpPr/>
            <p:nvPr/>
          </p:nvSpPr>
          <p:spPr>
            <a:xfrm rot="-4800000">
              <a:off x="10804123" y="3677398"/>
              <a:ext cx="321906" cy="409049"/>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AAAEB6"/>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37" name="Google Shape;1237;p6"/>
            <p:cNvSpPr/>
            <p:nvPr/>
          </p:nvSpPr>
          <p:spPr>
            <a:xfrm>
              <a:off x="10199528" y="4180760"/>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00B05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Member-ship</a:t>
              </a:r>
              <a:r>
                <a:rPr b="0" i="0" lang="en-US" sz="1200" u="none" cap="none" strike="noStrike">
                  <a:solidFill>
                    <a:srgbClr val="FFFFFF"/>
                  </a:solidFill>
                  <a:latin typeface="Arial"/>
                  <a:ea typeface="Arial"/>
                  <a:cs typeface="Arial"/>
                  <a:sym typeface="Arial"/>
                </a:rPr>
                <a:t> </a:t>
              </a:r>
              <a:endParaRPr/>
            </a:p>
          </p:txBody>
        </p:sp>
        <p:sp>
          <p:nvSpPr>
            <p:cNvPr id="1238" name="Google Shape;1238;p6"/>
            <p:cNvSpPr/>
            <p:nvPr/>
          </p:nvSpPr>
          <p:spPr>
            <a:xfrm rot="-2400000">
              <a:off x="9954697" y="5161111"/>
              <a:ext cx="321906" cy="409050"/>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AAAEB6"/>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39" name="Google Shape;1239;p6"/>
            <p:cNvSpPr/>
            <p:nvPr/>
          </p:nvSpPr>
          <p:spPr>
            <a:xfrm>
              <a:off x="8805812" y="5350227"/>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00B05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Orientation</a:t>
              </a:r>
              <a:r>
                <a:rPr b="0" i="0" lang="en-US" sz="1100" u="none" cap="none" strike="noStrike">
                  <a:solidFill>
                    <a:srgbClr val="FFFFFF"/>
                  </a:solidFill>
                  <a:latin typeface="Arial"/>
                  <a:ea typeface="Arial"/>
                  <a:cs typeface="Arial"/>
                  <a:sym typeface="Arial"/>
                </a:rPr>
                <a:t> </a:t>
              </a:r>
              <a:endParaRPr/>
            </a:p>
          </p:txBody>
        </p:sp>
        <p:sp>
          <p:nvSpPr>
            <p:cNvPr id="1240" name="Google Shape;1240;p6"/>
            <p:cNvSpPr/>
            <p:nvPr/>
          </p:nvSpPr>
          <p:spPr>
            <a:xfrm>
              <a:off x="8350285" y="5751701"/>
              <a:ext cx="321905" cy="409050"/>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AAAEB6"/>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41" name="Google Shape;1241;p6"/>
            <p:cNvSpPr/>
            <p:nvPr/>
          </p:nvSpPr>
          <p:spPr>
            <a:xfrm>
              <a:off x="6986443" y="5350227"/>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gradFill>
              <a:gsLst>
                <a:gs pos="0">
                  <a:srgbClr val="FFC000"/>
                </a:gs>
                <a:gs pos="100000">
                  <a:srgbClr val="00BD4E"/>
                </a:gs>
              </a:gsLst>
              <a:lin ang="2700000" scaled="0"/>
            </a:gra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Mentoring</a:t>
              </a:r>
              <a:r>
                <a:rPr b="0" i="0" lang="en-US" sz="1100" u="none" cap="none" strike="noStrike">
                  <a:solidFill>
                    <a:srgbClr val="FFFFFF"/>
                  </a:solidFill>
                  <a:latin typeface="Arial"/>
                  <a:ea typeface="Arial"/>
                  <a:cs typeface="Arial"/>
                  <a:sym typeface="Arial"/>
                </a:rPr>
                <a:t> </a:t>
              </a:r>
              <a:endParaRPr/>
            </a:p>
          </p:txBody>
        </p:sp>
        <p:sp>
          <p:nvSpPr>
            <p:cNvPr id="1242" name="Google Shape;1242;p6"/>
            <p:cNvSpPr/>
            <p:nvPr/>
          </p:nvSpPr>
          <p:spPr>
            <a:xfrm rot="2400000">
              <a:off x="6741611" y="5172824"/>
              <a:ext cx="321906" cy="409049"/>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AAAEB6"/>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43" name="Google Shape;1243;p6"/>
            <p:cNvSpPr/>
            <p:nvPr/>
          </p:nvSpPr>
          <p:spPr>
            <a:xfrm>
              <a:off x="5592727" y="4180760"/>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FFC00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Pathways</a:t>
              </a:r>
              <a:r>
                <a:rPr b="0" i="0" lang="en-US" sz="1100" u="none" cap="none" strike="noStrike">
                  <a:solidFill>
                    <a:srgbClr val="FFFFFF"/>
                  </a:solidFill>
                  <a:latin typeface="Arial"/>
                  <a:ea typeface="Arial"/>
                  <a:cs typeface="Arial"/>
                  <a:sym typeface="Arial"/>
                </a:rPr>
                <a:t>   </a:t>
              </a:r>
              <a:endParaRPr/>
            </a:p>
          </p:txBody>
        </p:sp>
        <p:sp>
          <p:nvSpPr>
            <p:cNvPr id="1244" name="Google Shape;1244;p6"/>
            <p:cNvSpPr/>
            <p:nvPr/>
          </p:nvSpPr>
          <p:spPr>
            <a:xfrm rot="4800000">
              <a:off x="5881391" y="3695343"/>
              <a:ext cx="321905" cy="409049"/>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AAAEB6"/>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45" name="Google Shape;1245;p6"/>
            <p:cNvSpPr/>
            <p:nvPr/>
          </p:nvSpPr>
          <p:spPr>
            <a:xfrm>
              <a:off x="5276796" y="2389031"/>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gradFill>
              <a:gsLst>
                <a:gs pos="0">
                  <a:srgbClr val="FFC000"/>
                </a:gs>
                <a:gs pos="100000">
                  <a:srgbClr val="C00000"/>
                </a:gs>
              </a:gsLst>
              <a:lin ang="18900000" scaled="0"/>
            </a:gra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Engage-ment</a:t>
              </a:r>
              <a:endParaRPr/>
            </a:p>
          </p:txBody>
        </p:sp>
        <p:sp>
          <p:nvSpPr>
            <p:cNvPr id="1246" name="Google Shape;1246;p6"/>
            <p:cNvSpPr/>
            <p:nvPr/>
          </p:nvSpPr>
          <p:spPr>
            <a:xfrm rot="-3600000">
              <a:off x="6172131" y="2010587"/>
              <a:ext cx="321905" cy="409049"/>
            </a:xfrm>
            <a:custGeom>
              <a:rect b="b" l="l" r="r" t="t"/>
              <a:pathLst>
                <a:path extrusionOk="0" h="441764" w="347650">
                  <a:moveTo>
                    <a:pt x="0" y="88353"/>
                  </a:moveTo>
                  <a:lnTo>
                    <a:pt x="173825" y="88353"/>
                  </a:lnTo>
                  <a:lnTo>
                    <a:pt x="173825" y="0"/>
                  </a:lnTo>
                  <a:lnTo>
                    <a:pt x="347650" y="220882"/>
                  </a:lnTo>
                  <a:lnTo>
                    <a:pt x="173825" y="441764"/>
                  </a:lnTo>
                  <a:lnTo>
                    <a:pt x="173825" y="353411"/>
                  </a:lnTo>
                  <a:lnTo>
                    <a:pt x="0" y="353411"/>
                  </a:lnTo>
                  <a:lnTo>
                    <a:pt x="0" y="88353"/>
                  </a:lnTo>
                  <a:close/>
                </a:path>
              </a:pathLst>
            </a:custGeom>
            <a:solidFill>
              <a:srgbClr val="AAAEB6"/>
            </a:solidFill>
            <a:ln>
              <a:noFill/>
            </a:ln>
          </p:spPr>
          <p:txBody>
            <a:bodyPr anchorCtr="0" anchor="ctr" bIns="88350" lIns="0" spcFirstLastPara="1" rIns="104275"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47" name="Google Shape;1247;p6"/>
            <p:cNvSpPr/>
            <p:nvPr/>
          </p:nvSpPr>
          <p:spPr>
            <a:xfrm>
              <a:off x="6186481" y="813412"/>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C0000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150"/>
                <a:buFont typeface="Arial"/>
                <a:buNone/>
              </a:pPr>
              <a:r>
                <a:rPr b="1" i="0" lang="en-US" sz="1150" u="none" cap="none" strike="noStrike">
                  <a:solidFill>
                    <a:srgbClr val="FFFFFF"/>
                  </a:solidFill>
                  <a:latin typeface="Arial"/>
                  <a:ea typeface="Arial"/>
                  <a:cs typeface="Arial"/>
                  <a:sym typeface="Arial"/>
                </a:rPr>
                <a:t>Leadership</a:t>
              </a:r>
              <a:endParaRPr/>
            </a:p>
          </p:txBody>
        </p:sp>
        <p:sp>
          <p:nvSpPr>
            <p:cNvPr id="1248" name="Google Shape;1248;p6"/>
            <p:cNvSpPr/>
            <p:nvPr/>
          </p:nvSpPr>
          <p:spPr>
            <a:xfrm>
              <a:off x="7861941" y="2668800"/>
              <a:ext cx="1482956" cy="15204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FF66FF"/>
            </a:solidFill>
            <a:ln>
              <a:noFill/>
            </a:ln>
          </p:spPr>
          <p:txBody>
            <a:bodyPr anchorCtr="0" anchor="ctr" bIns="209450" lIns="209450" spcFirstLastPara="1" rIns="209450" wrap="square" tIns="209450">
              <a:noAutofit/>
            </a:bodyPr>
            <a:lstStyle/>
            <a:p>
              <a:pPr indent="0" lvl="0" marL="0" marR="0" rtl="0" algn="ctr">
                <a:lnSpc>
                  <a:spcPct val="9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Advocate</a:t>
              </a:r>
              <a:r>
                <a:rPr b="0" i="0" lang="en-US" sz="1600" u="none" cap="none" strike="noStrike">
                  <a:solidFill>
                    <a:srgbClr val="FFFFFF"/>
                  </a:solidFill>
                  <a:latin typeface="Arial"/>
                  <a:ea typeface="Arial"/>
                  <a:cs typeface="Arial"/>
                  <a:sym typeface="Arial"/>
                </a:rPr>
                <a:t> </a:t>
              </a:r>
              <a:endParaRPr/>
            </a:p>
          </p:txBody>
        </p:sp>
      </p:grpSp>
      <p:sp>
        <p:nvSpPr>
          <p:cNvPr id="1249" name="Google Shape;1249;p6"/>
          <p:cNvSpPr txBox="1"/>
          <p:nvPr>
            <p:ph type="title"/>
          </p:nvPr>
        </p:nvSpPr>
        <p:spPr>
          <a:xfrm>
            <a:off x="298716" y="503593"/>
            <a:ext cx="11647366" cy="64922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sz="3600">
                <a:solidFill>
                  <a:schemeClr val="dk2"/>
                </a:solidFill>
              </a:rPr>
              <a:t>Club Success Cycle</a:t>
            </a:r>
            <a:endParaRPr>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7"/>
          <p:cNvSpPr txBox="1"/>
          <p:nvPr>
            <p:ph type="title"/>
          </p:nvPr>
        </p:nvSpPr>
        <p:spPr>
          <a:xfrm>
            <a:off x="309030" y="520251"/>
            <a:ext cx="11484000" cy="64507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2"/>
                </a:solidFill>
              </a:rPr>
              <a:t>Club Success Cycle – Vice President Education</a:t>
            </a:r>
            <a:endParaRPr/>
          </a:p>
        </p:txBody>
      </p:sp>
      <p:sp>
        <p:nvSpPr>
          <p:cNvPr id="1256" name="Google Shape;1256;p7"/>
          <p:cNvSpPr txBox="1"/>
          <p:nvPr/>
        </p:nvSpPr>
        <p:spPr>
          <a:xfrm>
            <a:off x="-5157377" y="6400800"/>
            <a:ext cx="4320000" cy="2880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800000"/>
              </a:buClr>
              <a:buSzPts val="1044"/>
              <a:buFont typeface="Arimo"/>
              <a:buNone/>
            </a:pPr>
            <a:r>
              <a:t/>
            </a:r>
            <a:endParaRPr b="0" i="0" sz="1200" u="none" cap="none" strike="noStrike">
              <a:solidFill>
                <a:schemeClr val="lt1"/>
              </a:solidFill>
              <a:latin typeface="Arial"/>
              <a:ea typeface="Arial"/>
              <a:cs typeface="Arial"/>
              <a:sym typeface="Arial"/>
            </a:endParaRPr>
          </a:p>
        </p:txBody>
      </p:sp>
      <p:grpSp>
        <p:nvGrpSpPr>
          <p:cNvPr id="1257" name="Google Shape;1257;p7"/>
          <p:cNvGrpSpPr/>
          <p:nvPr/>
        </p:nvGrpSpPr>
        <p:grpSpPr>
          <a:xfrm>
            <a:off x="7330734" y="1192582"/>
            <a:ext cx="4221194" cy="4863066"/>
            <a:chOff x="7330734" y="1192582"/>
            <a:chExt cx="4221194" cy="4863066"/>
          </a:xfrm>
        </p:grpSpPr>
        <p:sp>
          <p:nvSpPr>
            <p:cNvPr id="1258" name="Google Shape;1258;p7"/>
            <p:cNvSpPr/>
            <p:nvPr/>
          </p:nvSpPr>
          <p:spPr>
            <a:xfrm>
              <a:off x="11151732" y="5111134"/>
              <a:ext cx="400196" cy="476670"/>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AAAEB6"/>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59" name="Google Shape;1259;p7"/>
            <p:cNvSpPr/>
            <p:nvPr/>
          </p:nvSpPr>
          <p:spPr>
            <a:xfrm>
              <a:off x="9456187" y="4643292"/>
              <a:ext cx="1506773" cy="1412356"/>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gradFill>
              <a:gsLst>
                <a:gs pos="0">
                  <a:srgbClr val="FFC000"/>
                </a:gs>
                <a:gs pos="100000">
                  <a:srgbClr val="00BD4E"/>
                </a:gs>
              </a:gsLst>
              <a:lin ang="2700000" scaled="0"/>
            </a:gra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Mentoring</a:t>
              </a:r>
              <a:r>
                <a:rPr b="0" i="0" lang="en-US" sz="1100" u="none" cap="none" strike="noStrike">
                  <a:solidFill>
                    <a:srgbClr val="FFFFFF"/>
                  </a:solidFill>
                  <a:latin typeface="Arial"/>
                  <a:ea typeface="Arial"/>
                  <a:cs typeface="Arial"/>
                  <a:sym typeface="Arial"/>
                </a:rPr>
                <a:t> </a:t>
              </a:r>
              <a:endParaRPr/>
            </a:p>
          </p:txBody>
        </p:sp>
        <p:sp>
          <p:nvSpPr>
            <p:cNvPr id="1260" name="Google Shape;1260;p7"/>
            <p:cNvSpPr/>
            <p:nvPr/>
          </p:nvSpPr>
          <p:spPr>
            <a:xfrm rot="2400000">
              <a:off x="9151809" y="4436563"/>
              <a:ext cx="400197" cy="476669"/>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AAAEB6"/>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61" name="Google Shape;1261;p7"/>
            <p:cNvSpPr/>
            <p:nvPr/>
          </p:nvSpPr>
          <p:spPr>
            <a:xfrm>
              <a:off x="7723503" y="3280501"/>
              <a:ext cx="1506773" cy="1412356"/>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FFC00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Pathways</a:t>
              </a:r>
              <a:r>
                <a:rPr b="0" i="0" lang="en-US" sz="1100" u="none" cap="none" strike="noStrike">
                  <a:solidFill>
                    <a:srgbClr val="FFFFFF"/>
                  </a:solidFill>
                  <a:latin typeface="Arial"/>
                  <a:ea typeface="Arial"/>
                  <a:cs typeface="Arial"/>
                  <a:sym typeface="Arial"/>
                </a:rPr>
                <a:t>   </a:t>
              </a:r>
              <a:endParaRPr/>
            </a:p>
          </p:txBody>
        </p:sp>
        <p:sp>
          <p:nvSpPr>
            <p:cNvPr id="1262" name="Google Shape;1262;p7"/>
            <p:cNvSpPr/>
            <p:nvPr/>
          </p:nvSpPr>
          <p:spPr>
            <a:xfrm rot="4800000">
              <a:off x="8094912" y="2698907"/>
              <a:ext cx="375119" cy="508535"/>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AAAEB6"/>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263" name="Google Shape;1263;p7"/>
            <p:cNvSpPr/>
            <p:nvPr/>
          </p:nvSpPr>
          <p:spPr>
            <a:xfrm>
              <a:off x="7330734" y="1192582"/>
              <a:ext cx="1506773" cy="1412356"/>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gradFill>
              <a:gsLst>
                <a:gs pos="0">
                  <a:srgbClr val="FFC000"/>
                </a:gs>
                <a:gs pos="100000">
                  <a:srgbClr val="C00000"/>
                </a:gs>
              </a:gsLst>
              <a:lin ang="18900000" scaled="0"/>
            </a:gra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Engagement</a:t>
              </a:r>
              <a:endParaRPr/>
            </a:p>
          </p:txBody>
        </p:sp>
      </p:grpSp>
      <p:sp>
        <p:nvSpPr>
          <p:cNvPr id="1264" name="Google Shape;1264;p7"/>
          <p:cNvSpPr txBox="1"/>
          <p:nvPr/>
        </p:nvSpPr>
        <p:spPr>
          <a:xfrm>
            <a:off x="354000" y="1354010"/>
            <a:ext cx="6046492" cy="4695095"/>
          </a:xfrm>
          <a:prstGeom prst="rect">
            <a:avLst/>
          </a:prstGeom>
          <a:noFill/>
          <a:ln>
            <a:noFill/>
          </a:ln>
        </p:spPr>
        <p:txBody>
          <a:bodyPr anchorCtr="0" anchor="t" bIns="45700" lIns="91425" spcFirstLastPara="1" rIns="91425" wrap="square" tIns="45700">
            <a:noAutofit/>
          </a:bodyPr>
          <a:lstStyle/>
          <a:p>
            <a:pPr indent="-407988" lvl="0" marL="407988" marR="0" rtl="0" algn="l">
              <a:lnSpc>
                <a:spcPct val="100000"/>
              </a:lnSpc>
              <a:spcBef>
                <a:spcPts val="0"/>
              </a:spcBef>
              <a:spcAft>
                <a:spcPts val="0"/>
              </a:spcAft>
              <a:buClr>
                <a:srgbClr val="000000"/>
              </a:buClr>
              <a:buSzPts val="2800"/>
              <a:buFont typeface="Noto Sans Symbols"/>
              <a:buChar char="▪"/>
            </a:pPr>
            <a:r>
              <a:rPr b="0" i="0" lang="en-US" sz="2800" u="none" cap="none" strike="noStrike">
                <a:solidFill>
                  <a:srgbClr val="000000"/>
                </a:solidFill>
                <a:latin typeface="Arial"/>
                <a:ea typeface="Arial"/>
                <a:cs typeface="Arial"/>
                <a:sym typeface="Arial"/>
              </a:rPr>
              <a:t>With the help of the VPM, assigns a mentor to each new member</a:t>
            </a:r>
            <a:endParaRPr/>
          </a:p>
          <a:p>
            <a:pPr indent="-407988" lvl="0" marL="407988" marR="0" rtl="0" algn="l">
              <a:lnSpc>
                <a:spcPct val="100000"/>
              </a:lnSpc>
              <a:spcBef>
                <a:spcPts val="1200"/>
              </a:spcBef>
              <a:spcAft>
                <a:spcPts val="0"/>
              </a:spcAft>
              <a:buClr>
                <a:srgbClr val="000000"/>
              </a:buClr>
              <a:buSzPts val="2800"/>
              <a:buFont typeface="Noto Sans Symbols"/>
              <a:buChar char="▪"/>
            </a:pPr>
            <a:r>
              <a:rPr b="0" i="0" lang="en-US" sz="2800" u="none" cap="none" strike="noStrike">
                <a:solidFill>
                  <a:srgbClr val="000000"/>
                </a:solidFill>
                <a:latin typeface="Arial"/>
                <a:ea typeface="Arial"/>
                <a:cs typeface="Arial"/>
                <a:sym typeface="Arial"/>
              </a:rPr>
              <a:t>Explains Pathways to members</a:t>
            </a:r>
            <a:endParaRPr/>
          </a:p>
          <a:p>
            <a:pPr indent="-407988" lvl="0" marL="407988" marR="0" rtl="0" algn="l">
              <a:lnSpc>
                <a:spcPct val="100000"/>
              </a:lnSpc>
              <a:spcBef>
                <a:spcPts val="1200"/>
              </a:spcBef>
              <a:spcAft>
                <a:spcPts val="0"/>
              </a:spcAft>
              <a:buClr>
                <a:srgbClr val="000000"/>
              </a:buClr>
              <a:buSzPts val="2800"/>
              <a:buFont typeface="Noto Sans Symbols"/>
              <a:buChar char="▪"/>
            </a:pPr>
            <a:r>
              <a:rPr b="0" i="0" lang="en-US" sz="2800" u="none" cap="none" strike="noStrike">
                <a:solidFill>
                  <a:srgbClr val="000000"/>
                </a:solidFill>
                <a:latin typeface="Arial"/>
                <a:ea typeface="Arial"/>
                <a:cs typeface="Arial"/>
                <a:sym typeface="Arial"/>
              </a:rPr>
              <a:t>Enrolls members in Pathways</a:t>
            </a:r>
            <a:endParaRPr/>
          </a:p>
          <a:p>
            <a:pPr indent="-407988" lvl="0" marL="407988" marR="0" rtl="0" algn="l">
              <a:lnSpc>
                <a:spcPct val="100000"/>
              </a:lnSpc>
              <a:spcBef>
                <a:spcPts val="1200"/>
              </a:spcBef>
              <a:spcAft>
                <a:spcPts val="0"/>
              </a:spcAft>
              <a:buClr>
                <a:srgbClr val="000000"/>
              </a:buClr>
              <a:buSzPts val="2800"/>
              <a:buFont typeface="Noto Sans Symbols"/>
              <a:buChar char="▪"/>
            </a:pPr>
            <a:r>
              <a:rPr b="0" i="0" lang="en-US" sz="2800" u="none" cap="none" strike="noStrike">
                <a:solidFill>
                  <a:srgbClr val="000000"/>
                </a:solidFill>
                <a:latin typeface="Arial"/>
                <a:ea typeface="Arial"/>
                <a:cs typeface="Arial"/>
                <a:sym typeface="Arial"/>
              </a:rPr>
              <a:t>Schedules members to fill meeting roles and speech projects</a:t>
            </a:r>
            <a:endParaRPr/>
          </a:p>
          <a:p>
            <a:pPr indent="-407988" lvl="0" marL="407988" marR="0" rtl="0" algn="l">
              <a:lnSpc>
                <a:spcPct val="100000"/>
              </a:lnSpc>
              <a:spcBef>
                <a:spcPts val="1200"/>
              </a:spcBef>
              <a:spcAft>
                <a:spcPts val="0"/>
              </a:spcAft>
              <a:buClr>
                <a:srgbClr val="000000"/>
              </a:buClr>
              <a:buSzPts val="2800"/>
              <a:buFont typeface="Noto Sans Symbols"/>
              <a:buChar char="▪"/>
            </a:pPr>
            <a:r>
              <a:rPr b="0" i="0" lang="en-US" sz="2800" u="none" cap="none" strike="noStrike">
                <a:solidFill>
                  <a:srgbClr val="000000"/>
                </a:solidFill>
                <a:latin typeface="Arial"/>
                <a:ea typeface="Arial"/>
                <a:cs typeface="Arial"/>
                <a:sym typeface="Arial"/>
              </a:rPr>
              <a:t>Coordinates club contests</a:t>
            </a:r>
            <a:endParaRPr/>
          </a:p>
          <a:p>
            <a:pPr indent="-407988" lvl="0" marL="407988" marR="0" rtl="0" algn="l">
              <a:lnSpc>
                <a:spcPct val="100000"/>
              </a:lnSpc>
              <a:spcBef>
                <a:spcPts val="1200"/>
              </a:spcBef>
              <a:spcAft>
                <a:spcPts val="0"/>
              </a:spcAft>
              <a:buClr>
                <a:srgbClr val="000000"/>
              </a:buClr>
              <a:buSzPts val="2800"/>
              <a:buFont typeface="Noto Sans Symbols"/>
              <a:buChar char="▪"/>
            </a:pPr>
            <a:r>
              <a:rPr b="0" i="0" lang="en-US" sz="2800" u="none" cap="none" strike="noStrike">
                <a:solidFill>
                  <a:srgbClr val="000000"/>
                </a:solidFill>
                <a:latin typeface="Arial"/>
                <a:ea typeface="Arial"/>
                <a:cs typeface="Arial"/>
                <a:sym typeface="Arial"/>
              </a:rPr>
              <a:t>Ensures member engagement by member participation</a:t>
            </a:r>
            <a:endParaRPr/>
          </a:p>
          <a:p>
            <a:pPr indent="-50800" lvl="0" marL="228600" marR="0" rtl="0" algn="l">
              <a:lnSpc>
                <a:spcPct val="100000"/>
              </a:lnSpc>
              <a:spcBef>
                <a:spcPts val="1200"/>
              </a:spcBef>
              <a:spcAft>
                <a:spcPts val="0"/>
              </a:spcAft>
              <a:buClr>
                <a:schemeClr val="dk1"/>
              </a:buClr>
              <a:buSzPts val="2800"/>
              <a:buFont typeface="Arial"/>
              <a:buNone/>
            </a:pPr>
            <a:r>
              <a:t/>
            </a:r>
            <a:endParaRPr b="0" i="0" sz="2800" u="none" cap="none" strike="noStrike">
              <a:solidFill>
                <a:srgbClr val="000000"/>
              </a:solidFill>
              <a:latin typeface="Arial"/>
              <a:ea typeface="Arial"/>
              <a:cs typeface="Arial"/>
              <a:sym typeface="Arial"/>
            </a:endParaRPr>
          </a:p>
          <a:p>
            <a:pPr indent="-50800" lvl="0" marL="228600" marR="0" rtl="0" algn="l">
              <a:lnSpc>
                <a:spcPct val="100000"/>
              </a:lnSpc>
              <a:spcBef>
                <a:spcPts val="1200"/>
              </a:spcBef>
              <a:spcAft>
                <a:spcPts val="0"/>
              </a:spcAft>
              <a:buClr>
                <a:schemeClr val="dk1"/>
              </a:buClr>
              <a:buSzPts val="2800"/>
              <a:buFont typeface="Arial"/>
              <a:buNone/>
            </a:pPr>
            <a:r>
              <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69" name="Shape 1269"/>
        <p:cNvGrpSpPr/>
        <p:nvPr/>
      </p:nvGrpSpPr>
      <p:grpSpPr>
        <a:xfrm>
          <a:off x="0" y="0"/>
          <a:ext cx="0" cy="0"/>
          <a:chOff x="0" y="0"/>
          <a:chExt cx="0" cy="0"/>
        </a:xfrm>
      </p:grpSpPr>
      <p:sp>
        <p:nvSpPr>
          <p:cNvPr id="1270" name="Google Shape;1270;p8"/>
          <p:cNvSpPr txBox="1"/>
          <p:nvPr>
            <p:ph type="title"/>
          </p:nvPr>
        </p:nvSpPr>
        <p:spPr>
          <a:xfrm>
            <a:off x="304799" y="405858"/>
            <a:ext cx="11687331" cy="645075"/>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n-US">
                <a:solidFill>
                  <a:schemeClr val="lt1"/>
                </a:solidFill>
              </a:rPr>
              <a:t>Vice President Education Transferable Skills</a:t>
            </a:r>
            <a:endParaRPr/>
          </a:p>
        </p:txBody>
      </p:sp>
      <p:sp>
        <p:nvSpPr>
          <p:cNvPr id="1271" name="Google Shape;1271;p8"/>
          <p:cNvSpPr txBox="1"/>
          <p:nvPr>
            <p:ph idx="2" type="body"/>
          </p:nvPr>
        </p:nvSpPr>
        <p:spPr>
          <a:xfrm>
            <a:off x="7518000" y="6400800"/>
            <a:ext cx="4320000" cy="288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044"/>
              <a:buNone/>
            </a:pPr>
            <a:r>
              <a:t/>
            </a:r>
            <a:endParaRPr/>
          </a:p>
        </p:txBody>
      </p:sp>
      <p:sp>
        <p:nvSpPr>
          <p:cNvPr id="1272" name="Google Shape;1272;p8"/>
          <p:cNvSpPr txBox="1"/>
          <p:nvPr/>
        </p:nvSpPr>
        <p:spPr>
          <a:xfrm>
            <a:off x="6153917" y="1352393"/>
            <a:ext cx="5416284" cy="4579275"/>
          </a:xfrm>
          <a:prstGeom prst="rect">
            <a:avLst/>
          </a:prstGeom>
          <a:solidFill>
            <a:srgbClr val="182E34">
              <a:alpha val="50196"/>
            </a:srgbClr>
          </a:solidFill>
          <a:ln>
            <a:noFill/>
          </a:ln>
        </p:spPr>
        <p:txBody>
          <a:bodyPr anchorCtr="0" anchor="t" bIns="45700" lIns="91425" spcFirstLastPara="1" rIns="91425" wrap="square" tIns="45700">
            <a:normAutofit/>
          </a:bodyPr>
          <a:lstStyle/>
          <a:p>
            <a:pPr indent="-354013" lvl="0" marL="354013" marR="0" rtl="0" algn="l">
              <a:lnSpc>
                <a:spcPct val="100000"/>
              </a:lnSpc>
              <a:spcBef>
                <a:spcPts val="0"/>
              </a:spcBef>
              <a:spcAft>
                <a:spcPts val="0"/>
              </a:spcAft>
              <a:buClr>
                <a:schemeClr val="lt1"/>
              </a:buClr>
              <a:buSzPts val="2800"/>
              <a:buFont typeface="Noto Sans Symbols"/>
              <a:buChar char="▪"/>
            </a:pPr>
            <a:r>
              <a:rPr b="0" i="0" lang="en-US" sz="2800" u="none" cap="none" strike="noStrike">
                <a:solidFill>
                  <a:schemeClr val="lt1"/>
                </a:solidFill>
                <a:latin typeface="Arial"/>
                <a:ea typeface="Arial"/>
                <a:cs typeface="Arial"/>
                <a:sym typeface="Arial"/>
              </a:rPr>
              <a:t>Strategic planning</a:t>
            </a:r>
            <a:endParaRPr/>
          </a:p>
          <a:p>
            <a:pPr indent="-354013" lvl="0" marL="354013" marR="0" rtl="0" algn="l">
              <a:lnSpc>
                <a:spcPct val="100000"/>
              </a:lnSpc>
              <a:spcBef>
                <a:spcPts val="1000"/>
              </a:spcBef>
              <a:spcAft>
                <a:spcPts val="0"/>
              </a:spcAft>
              <a:buClr>
                <a:schemeClr val="lt1"/>
              </a:buClr>
              <a:buSzPts val="2800"/>
              <a:buFont typeface="Noto Sans Symbols"/>
              <a:buChar char="▪"/>
            </a:pPr>
            <a:r>
              <a:rPr b="0" i="0" lang="en-US" sz="2800" u="none" cap="none" strike="noStrike">
                <a:solidFill>
                  <a:schemeClr val="lt1"/>
                </a:solidFill>
                <a:latin typeface="Arial"/>
                <a:ea typeface="Arial"/>
                <a:cs typeface="Arial"/>
                <a:sym typeface="Arial"/>
              </a:rPr>
              <a:t>Relationship building</a:t>
            </a:r>
            <a:endParaRPr/>
          </a:p>
          <a:p>
            <a:pPr indent="-354013" lvl="0" marL="354013" marR="0" rtl="0" algn="l">
              <a:lnSpc>
                <a:spcPct val="100000"/>
              </a:lnSpc>
              <a:spcBef>
                <a:spcPts val="1000"/>
              </a:spcBef>
              <a:spcAft>
                <a:spcPts val="0"/>
              </a:spcAft>
              <a:buClr>
                <a:schemeClr val="lt1"/>
              </a:buClr>
              <a:buSzPts val="2800"/>
              <a:buFont typeface="Noto Sans Symbols"/>
              <a:buChar char="▪"/>
            </a:pPr>
            <a:r>
              <a:rPr b="0" i="0" lang="en-US" sz="2800" u="none" cap="none" strike="noStrike">
                <a:solidFill>
                  <a:schemeClr val="lt1"/>
                </a:solidFill>
                <a:latin typeface="Arial"/>
                <a:ea typeface="Arial"/>
                <a:cs typeface="Arial"/>
                <a:sym typeface="Arial"/>
              </a:rPr>
              <a:t>Motivational techniques</a:t>
            </a:r>
            <a:endParaRPr/>
          </a:p>
          <a:p>
            <a:pPr indent="-354013" lvl="0" marL="354013" marR="0" rtl="0" algn="l">
              <a:lnSpc>
                <a:spcPct val="100000"/>
              </a:lnSpc>
              <a:spcBef>
                <a:spcPts val="1000"/>
              </a:spcBef>
              <a:spcAft>
                <a:spcPts val="0"/>
              </a:spcAft>
              <a:buClr>
                <a:schemeClr val="lt1"/>
              </a:buClr>
              <a:buSzPts val="2800"/>
              <a:buFont typeface="Noto Sans Symbols"/>
              <a:buChar char="▪"/>
            </a:pPr>
            <a:r>
              <a:rPr b="0" i="0" lang="en-US" sz="2800" u="none" cap="none" strike="noStrike">
                <a:solidFill>
                  <a:schemeClr val="lt1"/>
                </a:solidFill>
                <a:latin typeface="Arial"/>
                <a:ea typeface="Arial"/>
                <a:cs typeface="Arial"/>
                <a:sym typeface="Arial"/>
              </a:rPr>
              <a:t>Process and compliance</a:t>
            </a:r>
            <a:endParaRPr/>
          </a:p>
          <a:p>
            <a:pPr indent="-354013" lvl="0" marL="354013" marR="0" rtl="0" algn="l">
              <a:lnSpc>
                <a:spcPct val="100000"/>
              </a:lnSpc>
              <a:spcBef>
                <a:spcPts val="1000"/>
              </a:spcBef>
              <a:spcAft>
                <a:spcPts val="0"/>
              </a:spcAft>
              <a:buClr>
                <a:schemeClr val="lt1"/>
              </a:buClr>
              <a:buSzPts val="2800"/>
              <a:buFont typeface="Noto Sans Symbols"/>
              <a:buChar char="▪"/>
            </a:pPr>
            <a:r>
              <a:rPr b="0" i="0" lang="en-US" sz="2800" u="none" cap="none" strike="noStrike">
                <a:solidFill>
                  <a:schemeClr val="lt1"/>
                </a:solidFill>
                <a:latin typeface="Arial"/>
                <a:ea typeface="Arial"/>
                <a:cs typeface="Arial"/>
                <a:sym typeface="Arial"/>
              </a:rPr>
              <a:t>Mentoring and coaching</a:t>
            </a:r>
            <a:endParaRPr/>
          </a:p>
          <a:p>
            <a:pPr indent="-354013" lvl="0" marL="354013" marR="0" rtl="0" algn="l">
              <a:lnSpc>
                <a:spcPct val="100000"/>
              </a:lnSpc>
              <a:spcBef>
                <a:spcPts val="1000"/>
              </a:spcBef>
              <a:spcAft>
                <a:spcPts val="0"/>
              </a:spcAft>
              <a:buClr>
                <a:schemeClr val="lt1"/>
              </a:buClr>
              <a:buSzPts val="2800"/>
              <a:buFont typeface="Noto Sans Symbols"/>
              <a:buChar char="▪"/>
            </a:pPr>
            <a:r>
              <a:rPr b="0" i="0" lang="en-US" sz="2800" u="none" cap="none" strike="noStrike">
                <a:solidFill>
                  <a:schemeClr val="lt1"/>
                </a:solidFill>
                <a:latin typeface="Arial"/>
                <a:ea typeface="Arial"/>
                <a:cs typeface="Arial"/>
                <a:sym typeface="Arial"/>
              </a:rPr>
              <a:t>Interpersonal communication</a:t>
            </a:r>
            <a:endParaRPr/>
          </a:p>
          <a:p>
            <a:pPr indent="-354013" lvl="0" marL="354013" marR="0" rtl="0" algn="l">
              <a:lnSpc>
                <a:spcPct val="100000"/>
              </a:lnSpc>
              <a:spcBef>
                <a:spcPts val="1000"/>
              </a:spcBef>
              <a:spcAft>
                <a:spcPts val="0"/>
              </a:spcAft>
              <a:buClr>
                <a:schemeClr val="lt1"/>
              </a:buClr>
              <a:buSzPts val="2800"/>
              <a:buFont typeface="Noto Sans Symbols"/>
              <a:buChar char="▪"/>
            </a:pPr>
            <a:r>
              <a:rPr b="0" i="0" lang="en-US" sz="2800" u="none" cap="none" strike="noStrike">
                <a:solidFill>
                  <a:schemeClr val="lt1"/>
                </a:solidFill>
                <a:latin typeface="Arial"/>
                <a:ea typeface="Arial"/>
                <a:cs typeface="Arial"/>
                <a:sym typeface="Arial"/>
              </a:rPr>
              <a:t>Technology expertise</a:t>
            </a:r>
            <a:endParaRPr/>
          </a:p>
          <a:p>
            <a:pPr indent="-354013" lvl="0" marL="354013" marR="0" rtl="0" algn="l">
              <a:lnSpc>
                <a:spcPct val="100000"/>
              </a:lnSpc>
              <a:spcBef>
                <a:spcPts val="1000"/>
              </a:spcBef>
              <a:spcAft>
                <a:spcPts val="0"/>
              </a:spcAft>
              <a:buClr>
                <a:schemeClr val="lt1"/>
              </a:buClr>
              <a:buSzPts val="2800"/>
              <a:buFont typeface="Noto Sans Symbols"/>
              <a:buChar char="▪"/>
            </a:pPr>
            <a:r>
              <a:rPr b="0" i="0" lang="en-US" sz="2800" u="none" cap="none" strike="noStrike">
                <a:solidFill>
                  <a:schemeClr val="lt1"/>
                </a:solidFill>
                <a:latin typeface="Arial"/>
                <a:ea typeface="Arial"/>
                <a:cs typeface="Arial"/>
                <a:sym typeface="Arial"/>
              </a:rPr>
              <a:t>Succession planning</a:t>
            </a:r>
            <a:endParaRPr b="0" i="0" sz="28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2"/>
                                        </p:tgtEl>
                                        <p:attrNameLst>
                                          <p:attrName>style.visibility</p:attrName>
                                        </p:attrNameLst>
                                      </p:cBhvr>
                                      <p:to>
                                        <p:strVal val="visible"/>
                                      </p:to>
                                    </p:set>
                                    <p:animEffect filter="fade" transition="in">
                                      <p:cBhvr>
                                        <p:cTn dur="500"/>
                                        <p:tgtEl>
                                          <p:spTgt spid="1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7" name="Shape 1277"/>
        <p:cNvGrpSpPr/>
        <p:nvPr/>
      </p:nvGrpSpPr>
      <p:grpSpPr>
        <a:xfrm>
          <a:off x="0" y="0"/>
          <a:ext cx="0" cy="0"/>
          <a:chOff x="0" y="0"/>
          <a:chExt cx="0" cy="0"/>
        </a:xfrm>
      </p:grpSpPr>
      <p:sp>
        <p:nvSpPr>
          <p:cNvPr id="1278" name="Google Shape;1278;p9"/>
          <p:cNvSpPr txBox="1"/>
          <p:nvPr/>
        </p:nvSpPr>
        <p:spPr>
          <a:xfrm>
            <a:off x="329501" y="1276636"/>
            <a:ext cx="7348682" cy="2855816"/>
          </a:xfrm>
          <a:prstGeom prst="rect">
            <a:avLst/>
          </a:prstGeom>
          <a:noFill/>
          <a:ln>
            <a:noFill/>
          </a:ln>
        </p:spPr>
        <p:txBody>
          <a:bodyPr anchorCtr="0" anchor="t" bIns="45700" lIns="91425" spcFirstLastPara="1" rIns="91425" wrap="square" tIns="45700">
            <a:normAutofit/>
          </a:bodyPr>
          <a:lstStyle/>
          <a:p>
            <a:pPr indent="-347663" lvl="0" marL="347663" marR="0" rtl="0" algn="l">
              <a:lnSpc>
                <a:spcPct val="90000"/>
              </a:lnSpc>
              <a:spcBef>
                <a:spcPts val="0"/>
              </a:spcBef>
              <a:spcAft>
                <a:spcPts val="0"/>
              </a:spcAft>
              <a:buClr>
                <a:srgbClr val="FFFFFF"/>
              </a:buClr>
              <a:buSzPts val="2800"/>
              <a:buFont typeface="Noto Sans Symbols"/>
              <a:buChar char="▪"/>
            </a:pPr>
            <a:r>
              <a:rPr b="0" i="0" lang="en-US" sz="2800" u="none" cap="none" strike="noStrike">
                <a:solidFill>
                  <a:srgbClr val="FFFFFF"/>
                </a:solidFill>
                <a:latin typeface="Arial"/>
                <a:ea typeface="Arial"/>
                <a:cs typeface="Arial"/>
                <a:sym typeface="Arial"/>
              </a:rPr>
              <a:t>Onboard new members to Pathways</a:t>
            </a:r>
            <a:endParaRPr/>
          </a:p>
          <a:p>
            <a:pPr indent="-347663" lvl="0" marL="347663" marR="0" rtl="0" algn="l">
              <a:lnSpc>
                <a:spcPct val="90000"/>
              </a:lnSpc>
              <a:spcBef>
                <a:spcPts val="1000"/>
              </a:spcBef>
              <a:spcAft>
                <a:spcPts val="0"/>
              </a:spcAft>
              <a:buClr>
                <a:srgbClr val="FFFFFF"/>
              </a:buClr>
              <a:buSzPts val="2800"/>
              <a:buFont typeface="Noto Sans Symbols"/>
              <a:buChar char="▪"/>
            </a:pPr>
            <a:r>
              <a:rPr b="0" i="0" lang="en-US" sz="2800" u="none" cap="none" strike="noStrike">
                <a:solidFill>
                  <a:srgbClr val="FFFFFF"/>
                </a:solidFill>
                <a:latin typeface="Arial"/>
                <a:ea typeface="Arial"/>
                <a:cs typeface="Arial"/>
                <a:sym typeface="Arial"/>
              </a:rPr>
              <a:t>Track educational achievements</a:t>
            </a:r>
            <a:endParaRPr b="0" i="0" sz="2800" u="none" cap="none" strike="noStrike">
              <a:solidFill>
                <a:srgbClr val="FFFFFF"/>
              </a:solidFill>
              <a:latin typeface="Arial"/>
              <a:ea typeface="Arial"/>
              <a:cs typeface="Arial"/>
              <a:sym typeface="Arial"/>
            </a:endParaRPr>
          </a:p>
          <a:p>
            <a:pPr indent="-347663" lvl="0" marL="347663" marR="0" rtl="0" algn="l">
              <a:lnSpc>
                <a:spcPct val="90000"/>
              </a:lnSpc>
              <a:spcBef>
                <a:spcPts val="1000"/>
              </a:spcBef>
              <a:spcAft>
                <a:spcPts val="0"/>
              </a:spcAft>
              <a:buClr>
                <a:srgbClr val="FFFFFF"/>
              </a:buClr>
              <a:buSzPts val="2800"/>
              <a:buFont typeface="Noto Sans Symbols"/>
              <a:buChar char="▪"/>
            </a:pPr>
            <a:r>
              <a:rPr b="0" i="0" lang="en-US" sz="2800" u="none" cap="none" strike="noStrike">
                <a:solidFill>
                  <a:srgbClr val="FFFFFF"/>
                </a:solidFill>
                <a:latin typeface="Arial"/>
                <a:ea typeface="Arial"/>
                <a:cs typeface="Arial"/>
                <a:sym typeface="Arial"/>
              </a:rPr>
              <a:t>Provide motivation and accountability</a:t>
            </a:r>
            <a:endParaRPr/>
          </a:p>
          <a:p>
            <a:pPr indent="-347663" lvl="0" marL="347663" marR="0" rtl="0" algn="l">
              <a:lnSpc>
                <a:spcPct val="90000"/>
              </a:lnSpc>
              <a:spcBef>
                <a:spcPts val="1000"/>
              </a:spcBef>
              <a:spcAft>
                <a:spcPts val="0"/>
              </a:spcAft>
              <a:buClr>
                <a:srgbClr val="FFFFFF"/>
              </a:buClr>
              <a:buSzPts val="2800"/>
              <a:buFont typeface="Noto Sans Symbols"/>
              <a:buChar char="▪"/>
            </a:pPr>
            <a:r>
              <a:rPr b="0" i="0" lang="en-US" sz="2800" u="none" cap="none" strike="noStrike">
                <a:solidFill>
                  <a:srgbClr val="FFFFFF"/>
                </a:solidFill>
                <a:latin typeface="Arial"/>
                <a:ea typeface="Arial"/>
                <a:cs typeface="Arial"/>
                <a:sym typeface="Arial"/>
              </a:rPr>
              <a:t>Coordinate with other officers</a:t>
            </a:r>
            <a:endParaRPr b="0" i="0" sz="2800" u="none" cap="none" strike="noStrike">
              <a:solidFill>
                <a:srgbClr val="FFFFFF"/>
              </a:solidFill>
              <a:latin typeface="Arial"/>
              <a:ea typeface="Arial"/>
              <a:cs typeface="Arial"/>
              <a:sym typeface="Arial"/>
            </a:endParaRPr>
          </a:p>
          <a:p>
            <a:pPr indent="-347663" lvl="0" marL="347663" marR="0" rtl="0" algn="l">
              <a:lnSpc>
                <a:spcPct val="90000"/>
              </a:lnSpc>
              <a:spcBef>
                <a:spcPts val="1000"/>
              </a:spcBef>
              <a:spcAft>
                <a:spcPts val="0"/>
              </a:spcAft>
              <a:buClr>
                <a:srgbClr val="FFFFFF"/>
              </a:buClr>
              <a:buSzPts val="2800"/>
              <a:buFont typeface="Noto Sans Symbols"/>
              <a:buChar char="▪"/>
            </a:pPr>
            <a:r>
              <a:rPr b="0" i="0" lang="en-US" sz="2800" u="none" cap="none" strike="noStrike">
                <a:solidFill>
                  <a:srgbClr val="FFFFFF"/>
                </a:solidFill>
                <a:latin typeface="Arial"/>
                <a:ea typeface="Arial"/>
                <a:cs typeface="Arial"/>
                <a:sym typeface="Arial"/>
              </a:rPr>
              <a:t>Leverage tools for tracking </a:t>
            </a:r>
            <a:endParaRPr/>
          </a:p>
          <a:p>
            <a:pPr indent="-101600" lvl="2" marL="1143000" marR="0" rtl="0" algn="l">
              <a:lnSpc>
                <a:spcPct val="90000"/>
              </a:lnSpc>
              <a:spcBef>
                <a:spcPts val="500"/>
              </a:spcBef>
              <a:spcAft>
                <a:spcPts val="0"/>
              </a:spcAft>
              <a:buClr>
                <a:schemeClr val="lt1"/>
              </a:buClr>
              <a:buSzPts val="2000"/>
              <a:buFont typeface="Arial"/>
              <a:buNone/>
            </a:pPr>
            <a:r>
              <a:t/>
            </a:r>
            <a:endParaRPr b="0" i="0" sz="2000" u="none" cap="none" strike="noStrike">
              <a:solidFill>
                <a:srgbClr val="FFFFFF"/>
              </a:solidFill>
              <a:latin typeface="Arial"/>
              <a:ea typeface="Arial"/>
              <a:cs typeface="Arial"/>
              <a:sym typeface="Arial"/>
            </a:endParaRPr>
          </a:p>
          <a:p>
            <a:pPr indent="-50800" lvl="0" marL="228600" marR="0" rtl="0" algn="l">
              <a:lnSpc>
                <a:spcPct val="90000"/>
              </a:lnSpc>
              <a:spcBef>
                <a:spcPts val="1000"/>
              </a:spcBef>
              <a:spcAft>
                <a:spcPts val="0"/>
              </a:spcAft>
              <a:buClr>
                <a:schemeClr val="lt1"/>
              </a:buClr>
              <a:buSzPts val="2800"/>
              <a:buFont typeface="Arial"/>
              <a:buNone/>
            </a:pPr>
            <a:r>
              <a:t/>
            </a:r>
            <a:endParaRPr b="0" i="0" sz="2800" u="none" cap="none" strike="noStrike">
              <a:solidFill>
                <a:srgbClr val="FFFFFF"/>
              </a:solidFill>
              <a:latin typeface="Arial"/>
              <a:ea typeface="Arial"/>
              <a:cs typeface="Arial"/>
              <a:sym typeface="Arial"/>
            </a:endParaRPr>
          </a:p>
        </p:txBody>
      </p:sp>
      <p:sp>
        <p:nvSpPr>
          <p:cNvPr id="1279" name="Google Shape;1279;p9"/>
          <p:cNvSpPr txBox="1"/>
          <p:nvPr>
            <p:ph type="title"/>
          </p:nvPr>
        </p:nvSpPr>
        <p:spPr>
          <a:xfrm>
            <a:off x="329500" y="52188"/>
            <a:ext cx="11595799" cy="119836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None/>
            </a:pPr>
            <a:r>
              <a:rPr lang="en-US">
                <a:solidFill>
                  <a:schemeClr val="lt1"/>
                </a:solidFill>
              </a:rPr>
              <a:t>Supporting Members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8"/>
                                        </p:tgtEl>
                                        <p:attrNameLst>
                                          <p:attrName>style.visibility</p:attrName>
                                        </p:attrNameLst>
                                      </p:cBhvr>
                                      <p:to>
                                        <p:strVal val="visible"/>
                                      </p:to>
                                    </p:set>
                                    <p:animEffect filter="fade" transition="in">
                                      <p:cBhvr>
                                        <p:cTn dur="500"/>
                                        <p:tgtEl>
                                          <p:spTgt spid="1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84" name="Shape 1284"/>
        <p:cNvGrpSpPr/>
        <p:nvPr/>
      </p:nvGrpSpPr>
      <p:grpSpPr>
        <a:xfrm>
          <a:off x="0" y="0"/>
          <a:ext cx="0" cy="0"/>
          <a:chOff x="0" y="0"/>
          <a:chExt cx="0" cy="0"/>
        </a:xfrm>
      </p:grpSpPr>
      <p:sp>
        <p:nvSpPr>
          <p:cNvPr id="1285" name="Google Shape;1285;p10"/>
          <p:cNvSpPr txBox="1"/>
          <p:nvPr>
            <p:ph type="title"/>
          </p:nvPr>
        </p:nvSpPr>
        <p:spPr>
          <a:xfrm>
            <a:off x="277934" y="219573"/>
            <a:ext cx="11647366" cy="8957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None/>
            </a:pPr>
            <a:r>
              <a:rPr lang="en-US">
                <a:solidFill>
                  <a:schemeClr val="lt1"/>
                </a:solidFill>
              </a:rPr>
              <a:t>Mentoring and Engagement</a:t>
            </a:r>
            <a:endParaRPr/>
          </a:p>
        </p:txBody>
      </p:sp>
      <p:sp>
        <p:nvSpPr>
          <p:cNvPr id="1286" name="Google Shape;1286;p10"/>
          <p:cNvSpPr txBox="1"/>
          <p:nvPr/>
        </p:nvSpPr>
        <p:spPr>
          <a:xfrm>
            <a:off x="5225144" y="1548859"/>
            <a:ext cx="6700156" cy="1387930"/>
          </a:xfrm>
          <a:prstGeom prst="rect">
            <a:avLst/>
          </a:prstGeom>
          <a:noFill/>
          <a:ln>
            <a:noFill/>
          </a:ln>
        </p:spPr>
        <p:txBody>
          <a:bodyPr anchorCtr="0" anchor="t" bIns="45700" lIns="91425" spcFirstLastPara="1" rIns="91425" wrap="square" tIns="45700">
            <a:normAutofit/>
          </a:bodyPr>
          <a:lstStyle/>
          <a:p>
            <a:pPr indent="-347663" lvl="0" marL="347663" marR="0" rtl="0" algn="l">
              <a:lnSpc>
                <a:spcPct val="100000"/>
              </a:lnSpc>
              <a:spcBef>
                <a:spcPts val="0"/>
              </a:spcBef>
              <a:spcAft>
                <a:spcPts val="0"/>
              </a:spcAft>
              <a:buClr>
                <a:srgbClr val="FFFFFF"/>
              </a:buClr>
              <a:buSzPts val="2800"/>
              <a:buFont typeface="Noto Sans Symbols"/>
              <a:buChar char="▪"/>
            </a:pPr>
            <a:r>
              <a:rPr b="0" i="0" lang="en-US" sz="2800" u="none" cap="none" strike="noStrike">
                <a:solidFill>
                  <a:srgbClr val="FFFFFF"/>
                </a:solidFill>
                <a:latin typeface="Arial"/>
                <a:ea typeface="Arial"/>
                <a:cs typeface="Arial"/>
                <a:sym typeface="Arial"/>
              </a:rPr>
              <a:t>Assign Mentors for New Members</a:t>
            </a:r>
            <a:endParaRPr/>
          </a:p>
          <a:p>
            <a:pPr indent="-347663" lvl="0" marL="347663" marR="0" rtl="0" algn="l">
              <a:lnSpc>
                <a:spcPct val="100000"/>
              </a:lnSpc>
              <a:spcBef>
                <a:spcPts val="2200"/>
              </a:spcBef>
              <a:spcAft>
                <a:spcPts val="0"/>
              </a:spcAft>
              <a:buClr>
                <a:srgbClr val="FFFFFF"/>
              </a:buClr>
              <a:buSzPts val="2800"/>
              <a:buFont typeface="Noto Sans Symbols"/>
              <a:buChar char="▪"/>
            </a:pPr>
            <a:r>
              <a:rPr b="0" i="0" lang="en-US" sz="2800" u="none" cap="none" strike="noStrike">
                <a:solidFill>
                  <a:srgbClr val="FFFFFF"/>
                </a:solidFill>
                <a:latin typeface="Arial"/>
                <a:ea typeface="Arial"/>
                <a:cs typeface="Arial"/>
                <a:sym typeface="Arial"/>
              </a:rPr>
              <a:t>Foster Member Participation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6"/>
                                        </p:tgtEl>
                                        <p:attrNameLst>
                                          <p:attrName>style.visibility</p:attrName>
                                        </p:attrNameLst>
                                      </p:cBhvr>
                                      <p:to>
                                        <p:strVal val="visible"/>
                                      </p:to>
                                    </p:set>
                                    <p:animEffect filter="fade" transition="in">
                                      <p:cBhvr>
                                        <p:cTn dur="500"/>
                                        <p:tgtEl>
                                          <p:spTgt spid="1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1" name="Shape 1291"/>
        <p:cNvGrpSpPr/>
        <p:nvPr/>
      </p:nvGrpSpPr>
      <p:grpSpPr>
        <a:xfrm>
          <a:off x="0" y="0"/>
          <a:ext cx="0" cy="0"/>
          <a:chOff x="0" y="0"/>
          <a:chExt cx="0" cy="0"/>
        </a:xfrm>
      </p:grpSpPr>
      <p:sp>
        <p:nvSpPr>
          <p:cNvPr id="1292" name="Google Shape;1292;p11"/>
          <p:cNvSpPr txBox="1"/>
          <p:nvPr/>
        </p:nvSpPr>
        <p:spPr>
          <a:xfrm>
            <a:off x="7547934" y="-2216814"/>
            <a:ext cx="3325906" cy="1815882"/>
          </a:xfrm>
          <a:prstGeom prst="rect">
            <a:avLst/>
          </a:prstGeom>
          <a:solidFill>
            <a:srgbClr val="000000">
              <a:alpha val="40000"/>
            </a:srgbClr>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chemeClr val="lt1"/>
                </a:solidFill>
                <a:latin typeface="Arial"/>
                <a:ea typeface="Arial"/>
                <a:cs typeface="Arial"/>
                <a:sym typeface="Arial"/>
              </a:rPr>
              <a:t>Execution</a:t>
            </a:r>
            <a:endParaRPr/>
          </a:p>
          <a:p>
            <a:pPr indent="-457200" lvl="0" marL="457200" marR="0" rtl="0" algn="l">
              <a:spcBef>
                <a:spcPts val="0"/>
              </a:spcBef>
              <a:spcAft>
                <a:spcPts val="0"/>
              </a:spcAft>
              <a:buClr>
                <a:schemeClr val="lt1"/>
              </a:buClr>
              <a:buSzPts val="2800"/>
              <a:buFont typeface="Noto Sans Symbols"/>
              <a:buChar char="▪"/>
            </a:pPr>
            <a:r>
              <a:rPr lang="en-US" sz="2800">
                <a:solidFill>
                  <a:schemeClr val="lt1"/>
                </a:solidFill>
                <a:latin typeface="Arial"/>
                <a:ea typeface="Arial"/>
                <a:cs typeface="Arial"/>
                <a:sym typeface="Arial"/>
              </a:rPr>
              <a:t>Assign roles</a:t>
            </a:r>
            <a:endParaRPr/>
          </a:p>
          <a:p>
            <a:pPr indent="-457200" lvl="0" marL="457200" marR="0" rtl="0" algn="l">
              <a:spcBef>
                <a:spcPts val="0"/>
              </a:spcBef>
              <a:spcAft>
                <a:spcPts val="0"/>
              </a:spcAft>
              <a:buClr>
                <a:schemeClr val="lt1"/>
              </a:buClr>
              <a:buSzPts val="2800"/>
              <a:buFont typeface="Noto Sans Symbols"/>
              <a:buChar char="▪"/>
            </a:pPr>
            <a:r>
              <a:rPr lang="en-US" sz="2800">
                <a:solidFill>
                  <a:schemeClr val="lt1"/>
                </a:solidFill>
                <a:latin typeface="Arial"/>
                <a:ea typeface="Arial"/>
                <a:cs typeface="Arial"/>
                <a:sym typeface="Arial"/>
              </a:rPr>
              <a:t>Share stories</a:t>
            </a:r>
            <a:endParaRPr/>
          </a:p>
          <a:p>
            <a:pPr indent="-457200" lvl="0" marL="457200" marR="0" rtl="0" algn="l">
              <a:spcBef>
                <a:spcPts val="0"/>
              </a:spcBef>
              <a:spcAft>
                <a:spcPts val="0"/>
              </a:spcAft>
              <a:buClr>
                <a:schemeClr val="lt1"/>
              </a:buClr>
              <a:buSzPts val="2800"/>
              <a:buFont typeface="Noto Sans Symbols"/>
              <a:buChar char="▪"/>
            </a:pPr>
            <a:r>
              <a:rPr lang="en-US" sz="2800">
                <a:solidFill>
                  <a:schemeClr val="lt1"/>
                </a:solidFill>
                <a:latin typeface="Arial"/>
                <a:ea typeface="Arial"/>
                <a:cs typeface="Arial"/>
                <a:sym typeface="Arial"/>
              </a:rPr>
              <a:t>Close with CTA</a:t>
            </a:r>
            <a:endParaRPr/>
          </a:p>
        </p:txBody>
      </p:sp>
      <p:sp>
        <p:nvSpPr>
          <p:cNvPr id="1293" name="Google Shape;1293;p11"/>
          <p:cNvSpPr txBox="1"/>
          <p:nvPr/>
        </p:nvSpPr>
        <p:spPr>
          <a:xfrm>
            <a:off x="1" y="237068"/>
            <a:ext cx="6858000" cy="829734"/>
          </a:xfrm>
          <a:prstGeom prst="rect">
            <a:avLst/>
          </a:prstGeom>
          <a:solidFill>
            <a:srgbClr val="DAD4C7"/>
          </a:solid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3600"/>
              <a:buFont typeface="Arial"/>
              <a:buNone/>
            </a:pPr>
            <a:r>
              <a:rPr b="1" lang="en-US" sz="3600" u="none">
                <a:solidFill>
                  <a:srgbClr val="000000"/>
                </a:solidFill>
                <a:latin typeface="Arial"/>
                <a:ea typeface="Arial"/>
                <a:cs typeface="Arial"/>
                <a:sym typeface="Arial"/>
              </a:rPr>
              <a:t>Culture and Communication</a:t>
            </a:r>
            <a:endParaRPr b="1" sz="3600" u="none">
              <a:solidFill>
                <a:srgbClr val="000000"/>
              </a:solidFill>
              <a:latin typeface="Arial"/>
              <a:ea typeface="Arial"/>
              <a:cs typeface="Arial"/>
              <a:sym typeface="Arial"/>
            </a:endParaRPr>
          </a:p>
        </p:txBody>
      </p:sp>
      <p:sp>
        <p:nvSpPr>
          <p:cNvPr id="1294" name="Google Shape;1294;p11"/>
          <p:cNvSpPr txBox="1"/>
          <p:nvPr/>
        </p:nvSpPr>
        <p:spPr>
          <a:xfrm>
            <a:off x="5805621" y="4467828"/>
            <a:ext cx="5975909" cy="1584680"/>
          </a:xfrm>
          <a:prstGeom prst="rect">
            <a:avLst/>
          </a:prstGeom>
          <a:solidFill>
            <a:srgbClr val="DAD4C7">
              <a:alpha val="80000"/>
            </a:srgbClr>
          </a:solidFill>
          <a:ln>
            <a:noFill/>
          </a:ln>
        </p:spPr>
        <p:txBody>
          <a:bodyPr anchorCtr="0" anchor="t" bIns="45700" lIns="91425" spcFirstLastPara="1" rIns="91425" wrap="square" tIns="45700">
            <a:normAutofit/>
          </a:bodyPr>
          <a:lstStyle/>
          <a:p>
            <a:pPr indent="-347663" lvl="0" marL="347663" marR="0" rtl="0" algn="l">
              <a:lnSpc>
                <a:spcPct val="100000"/>
              </a:lnSpc>
              <a:spcBef>
                <a:spcPts val="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Create a supportive </a:t>
            </a:r>
            <a:r>
              <a:rPr b="0" lang="en-US" sz="2800" u="none">
                <a:solidFill>
                  <a:schemeClr val="dk1"/>
                </a:solidFill>
                <a:latin typeface="Arial"/>
                <a:ea typeface="Arial"/>
                <a:cs typeface="Arial"/>
                <a:sym typeface="Arial"/>
              </a:rPr>
              <a:t>environment</a:t>
            </a:r>
            <a:endParaRPr b="0" i="0" sz="2800" u="none" cap="none" strike="noStrike">
              <a:solidFill>
                <a:schemeClr val="dk1"/>
              </a:solidFill>
              <a:latin typeface="Arial"/>
              <a:ea typeface="Arial"/>
              <a:cs typeface="Arial"/>
              <a:sym typeface="Arial"/>
            </a:endParaRPr>
          </a:p>
          <a:p>
            <a:pPr indent="-347663" lvl="0" marL="347663" marR="0" rtl="0" algn="l">
              <a:lnSpc>
                <a:spcPct val="100000"/>
              </a:lnSpc>
              <a:spcBef>
                <a:spcPts val="600"/>
              </a:spcBef>
              <a:spcAft>
                <a:spcPts val="0"/>
              </a:spcAft>
              <a:buClr>
                <a:schemeClr val="dk1"/>
              </a:buClr>
              <a:buSzPts val="2800"/>
              <a:buFont typeface="Noto Sans Symbols"/>
              <a:buChar char="▪"/>
            </a:pPr>
            <a:r>
              <a:rPr b="0" lang="en-US" sz="2800" u="none">
                <a:solidFill>
                  <a:schemeClr val="dk1"/>
                </a:solidFill>
                <a:latin typeface="Arial"/>
                <a:ea typeface="Arial"/>
                <a:cs typeface="Arial"/>
                <a:sym typeface="Arial"/>
              </a:rPr>
              <a:t>Decide e</a:t>
            </a:r>
            <a:r>
              <a:rPr b="0" i="0" lang="en-US" sz="2800" u="none" cap="none" strike="noStrike">
                <a:solidFill>
                  <a:schemeClr val="dk1"/>
                </a:solidFill>
                <a:latin typeface="Arial"/>
                <a:ea typeface="Arial"/>
                <a:cs typeface="Arial"/>
                <a:sym typeface="Arial"/>
              </a:rPr>
              <a:t>ngagement </a:t>
            </a:r>
            <a:r>
              <a:rPr b="0" lang="en-US" sz="2800" u="none">
                <a:solidFill>
                  <a:schemeClr val="dk1"/>
                </a:solidFill>
                <a:latin typeface="Arial"/>
                <a:ea typeface="Arial"/>
                <a:cs typeface="Arial"/>
                <a:sym typeface="Arial"/>
              </a:rPr>
              <a:t>strategies</a:t>
            </a:r>
            <a:endParaRPr b="0" i="0" sz="2800" u="none" cap="none" strike="noStrike">
              <a:solidFill>
                <a:schemeClr val="dk1"/>
              </a:solidFill>
              <a:latin typeface="Arial"/>
              <a:ea typeface="Arial"/>
              <a:cs typeface="Arial"/>
              <a:sym typeface="Arial"/>
            </a:endParaRPr>
          </a:p>
          <a:p>
            <a:pPr indent="-347663" lvl="0" marL="347663" marR="0" rtl="0" algn="l">
              <a:lnSpc>
                <a:spcPct val="100000"/>
              </a:lnSpc>
              <a:spcBef>
                <a:spcPts val="600"/>
              </a:spcBef>
              <a:spcAft>
                <a:spcPts val="0"/>
              </a:spcAft>
              <a:buClr>
                <a:schemeClr val="dk1"/>
              </a:buClr>
              <a:buSzPts val="2800"/>
              <a:buFont typeface="Noto Sans Symbols"/>
              <a:buChar char="▪"/>
            </a:pPr>
            <a:r>
              <a:rPr b="0" i="0" lang="en-US" sz="2800" u="none" cap="none" strike="noStrike">
                <a:solidFill>
                  <a:schemeClr val="dk1"/>
                </a:solidFill>
                <a:latin typeface="Arial"/>
                <a:ea typeface="Arial"/>
                <a:cs typeface="Arial"/>
                <a:sym typeface="Arial"/>
              </a:rPr>
              <a:t>Monitor and adapt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4"/>
                                        </p:tgtEl>
                                        <p:attrNameLst>
                                          <p:attrName>style.visibility</p:attrName>
                                        </p:attrNameLst>
                                      </p:cBhvr>
                                      <p:to>
                                        <p:strVal val="visible"/>
                                      </p:to>
                                    </p:set>
                                    <p:animEffect filter="fade" transition="in">
                                      <p:cBhvr>
                                        <p:cTn dur="500"/>
                                        <p:tgtEl>
                                          <p:spTgt spid="12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99" name="Shape 1299"/>
        <p:cNvGrpSpPr/>
        <p:nvPr/>
      </p:nvGrpSpPr>
      <p:grpSpPr>
        <a:xfrm>
          <a:off x="0" y="0"/>
          <a:ext cx="0" cy="0"/>
          <a:chOff x="0" y="0"/>
          <a:chExt cx="0" cy="0"/>
        </a:xfrm>
      </p:grpSpPr>
      <p:sp>
        <p:nvSpPr>
          <p:cNvPr id="1300" name="Google Shape;1300;p12"/>
          <p:cNvSpPr txBox="1"/>
          <p:nvPr>
            <p:ph type="title"/>
          </p:nvPr>
        </p:nvSpPr>
        <p:spPr>
          <a:xfrm>
            <a:off x="277934" y="295773"/>
            <a:ext cx="6244786" cy="649224"/>
          </a:xfrm>
          <a:prstGeom prst="rect">
            <a:avLst/>
          </a:prstGeom>
          <a:solidFill>
            <a:srgbClr val="181818">
              <a:alpha val="60000"/>
            </a:srgbClr>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600"/>
              <a:buNone/>
            </a:pPr>
            <a:r>
              <a:rPr lang="en-US">
                <a:solidFill>
                  <a:schemeClr val="lt1"/>
                </a:solidFill>
              </a:rPr>
              <a:t>Plan and Manage Meetings</a:t>
            </a:r>
            <a:endParaRPr>
              <a:solidFill>
                <a:schemeClr val="lt1"/>
              </a:solidFill>
            </a:endParaRPr>
          </a:p>
        </p:txBody>
      </p:sp>
      <p:sp>
        <p:nvSpPr>
          <p:cNvPr id="1301" name="Google Shape;1301;p12"/>
          <p:cNvSpPr txBox="1"/>
          <p:nvPr/>
        </p:nvSpPr>
        <p:spPr>
          <a:xfrm>
            <a:off x="277934" y="3806273"/>
            <a:ext cx="5421826" cy="2076367"/>
          </a:xfrm>
          <a:prstGeom prst="rect">
            <a:avLst/>
          </a:prstGeom>
          <a:solidFill>
            <a:srgbClr val="181818">
              <a:alpha val="60000"/>
            </a:srgbClr>
          </a:solidFill>
          <a:ln>
            <a:noFill/>
          </a:ln>
        </p:spPr>
        <p:txBody>
          <a:bodyPr anchorCtr="0" anchor="t" bIns="45700" lIns="91425" spcFirstLastPara="1" rIns="91425" wrap="square" tIns="45700">
            <a:noAutofit/>
          </a:bodyPr>
          <a:lstStyle/>
          <a:p>
            <a:pPr indent="-346075" lvl="0" marL="346075" marR="0" rtl="0" algn="l">
              <a:lnSpc>
                <a:spcPct val="90000"/>
              </a:lnSpc>
              <a:spcBef>
                <a:spcPts val="0"/>
              </a:spcBef>
              <a:spcAft>
                <a:spcPts val="0"/>
              </a:spcAft>
              <a:buClr>
                <a:schemeClr val="lt1"/>
              </a:buClr>
              <a:buSzPts val="2800"/>
              <a:buFont typeface="Noto Sans Symbols"/>
              <a:buChar char="▪"/>
            </a:pPr>
            <a:r>
              <a:rPr lang="en-US" sz="2800">
                <a:solidFill>
                  <a:schemeClr val="lt1"/>
                </a:solidFill>
                <a:latin typeface="Arial"/>
                <a:ea typeface="Arial"/>
                <a:cs typeface="Arial"/>
                <a:sym typeface="Arial"/>
              </a:rPr>
              <a:t>Create and maintain agendas</a:t>
            </a:r>
            <a:endParaRPr/>
          </a:p>
          <a:p>
            <a:pPr indent="-346075" lvl="0" marL="346075" marR="0" rtl="0" algn="l">
              <a:lnSpc>
                <a:spcPct val="90000"/>
              </a:lnSpc>
              <a:spcBef>
                <a:spcPts val="1000"/>
              </a:spcBef>
              <a:spcAft>
                <a:spcPts val="0"/>
              </a:spcAft>
              <a:buClr>
                <a:schemeClr val="lt1"/>
              </a:buClr>
              <a:buSzPts val="2800"/>
              <a:buFont typeface="Noto Sans Symbols"/>
              <a:buChar char="▪"/>
            </a:pPr>
            <a:r>
              <a:rPr lang="en-US" sz="2800">
                <a:solidFill>
                  <a:schemeClr val="lt1"/>
                </a:solidFill>
                <a:latin typeface="Arial"/>
                <a:ea typeface="Arial"/>
                <a:cs typeface="Arial"/>
                <a:sym typeface="Arial"/>
              </a:rPr>
              <a:t>Assign roles strategically </a:t>
            </a:r>
            <a:endParaRPr/>
          </a:p>
          <a:p>
            <a:pPr indent="-346075" lvl="0" marL="346075" marR="0" rtl="0" algn="l">
              <a:lnSpc>
                <a:spcPct val="90000"/>
              </a:lnSpc>
              <a:spcBef>
                <a:spcPts val="1000"/>
              </a:spcBef>
              <a:spcAft>
                <a:spcPts val="0"/>
              </a:spcAft>
              <a:buClr>
                <a:schemeClr val="lt1"/>
              </a:buClr>
              <a:buSzPts val="2800"/>
              <a:buFont typeface="Noto Sans Symbols"/>
              <a:buChar char="▪"/>
            </a:pPr>
            <a:r>
              <a:rPr lang="en-US" sz="2800">
                <a:solidFill>
                  <a:schemeClr val="lt1"/>
                </a:solidFill>
                <a:latin typeface="Arial"/>
                <a:ea typeface="Arial"/>
                <a:cs typeface="Arial"/>
                <a:sym typeface="Arial"/>
              </a:rPr>
              <a:t>Ensure meeting quality</a:t>
            </a:r>
            <a:endParaRPr/>
          </a:p>
          <a:p>
            <a:pPr indent="-346075" lvl="0" marL="346075" marR="0" rtl="0" algn="l">
              <a:lnSpc>
                <a:spcPct val="90000"/>
              </a:lnSpc>
              <a:spcBef>
                <a:spcPts val="1000"/>
              </a:spcBef>
              <a:spcAft>
                <a:spcPts val="0"/>
              </a:spcAft>
              <a:buClr>
                <a:schemeClr val="lt1"/>
              </a:buClr>
              <a:buSzPts val="2800"/>
              <a:buFont typeface="Noto Sans Symbols"/>
              <a:buChar char="▪"/>
            </a:pPr>
            <a:r>
              <a:rPr lang="en-US" sz="2800">
                <a:solidFill>
                  <a:schemeClr val="lt1"/>
                </a:solidFill>
                <a:latin typeface="Arial"/>
                <a:ea typeface="Arial"/>
                <a:cs typeface="Arial"/>
                <a:sym typeface="Arial"/>
              </a:rPr>
              <a:t>Align with member goals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1"/>
                                        </p:tgtEl>
                                        <p:attrNameLst>
                                          <p:attrName>style.visibility</p:attrName>
                                        </p:attrNameLst>
                                      </p:cBhvr>
                                      <p:to>
                                        <p:strVal val="visible"/>
                                      </p:to>
                                    </p:set>
                                    <p:animEffect filter="fade" transition="in">
                                      <p:cBhvr>
                                        <p:cTn dur="500"/>
                                        <p:tgtEl>
                                          <p:spTgt spid="13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6" name="Shape 1306"/>
        <p:cNvGrpSpPr/>
        <p:nvPr/>
      </p:nvGrpSpPr>
      <p:grpSpPr>
        <a:xfrm>
          <a:off x="0" y="0"/>
          <a:ext cx="0" cy="0"/>
          <a:chOff x="0" y="0"/>
          <a:chExt cx="0" cy="0"/>
        </a:xfrm>
      </p:grpSpPr>
      <p:sp>
        <p:nvSpPr>
          <p:cNvPr id="1307" name="Google Shape;1307;p13"/>
          <p:cNvSpPr txBox="1"/>
          <p:nvPr>
            <p:ph type="title"/>
          </p:nvPr>
        </p:nvSpPr>
        <p:spPr>
          <a:xfrm>
            <a:off x="304800" y="533400"/>
            <a:ext cx="10753725" cy="15954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latin typeface="Arial"/>
                <a:ea typeface="Arial"/>
                <a:cs typeface="Arial"/>
                <a:sym typeface="Arial"/>
              </a:rPr>
              <a:t>Special Meetings </a:t>
            </a:r>
            <a:br>
              <a:rPr lang="en-US">
                <a:solidFill>
                  <a:schemeClr val="dk1"/>
                </a:solidFill>
                <a:latin typeface="Arial"/>
                <a:ea typeface="Arial"/>
                <a:cs typeface="Arial"/>
                <a:sym typeface="Arial"/>
              </a:rPr>
            </a:br>
            <a:r>
              <a:rPr lang="en-US">
                <a:solidFill>
                  <a:schemeClr val="dk1"/>
                </a:solidFill>
                <a:latin typeface="Arial"/>
                <a:ea typeface="Arial"/>
                <a:cs typeface="Arial"/>
                <a:sym typeface="Arial"/>
              </a:rPr>
              <a:t>&amp; Events</a:t>
            </a:r>
            <a:endParaRPr/>
          </a:p>
        </p:txBody>
      </p:sp>
      <p:sp>
        <p:nvSpPr>
          <p:cNvPr id="1308" name="Google Shape;1308;p13"/>
          <p:cNvSpPr txBox="1"/>
          <p:nvPr>
            <p:ph idx="1" type="body"/>
          </p:nvPr>
        </p:nvSpPr>
        <p:spPr>
          <a:xfrm>
            <a:off x="6869280" y="2357438"/>
            <a:ext cx="4936457" cy="2998333"/>
          </a:xfrm>
          <a:prstGeom prst="rect">
            <a:avLst/>
          </a:prstGeom>
          <a:solidFill>
            <a:srgbClr val="FFFFFF">
              <a:alpha val="67059"/>
            </a:srgbClr>
          </a:solidFill>
          <a:ln>
            <a:noFill/>
          </a:ln>
        </p:spPr>
        <p:txBody>
          <a:bodyPr anchorCtr="0" anchor="t" bIns="45700" lIns="91425" spcFirstLastPara="1" rIns="91425" wrap="square" tIns="45700">
            <a:normAutofit/>
          </a:bodyPr>
          <a:lstStyle/>
          <a:p>
            <a:pPr indent="-347663" lvl="0" marL="347663" rtl="0" algn="l">
              <a:spcBef>
                <a:spcPts val="0"/>
              </a:spcBef>
              <a:spcAft>
                <a:spcPts val="0"/>
              </a:spcAft>
              <a:buClr>
                <a:schemeClr val="dk2"/>
              </a:buClr>
              <a:buSzPts val="2800"/>
              <a:buFont typeface="Noto Sans Symbols"/>
              <a:buChar char="▪"/>
            </a:pPr>
            <a:r>
              <a:rPr lang="en-US">
                <a:solidFill>
                  <a:schemeClr val="dk1"/>
                </a:solidFill>
              </a:rPr>
              <a:t>Decide purpose </a:t>
            </a:r>
            <a:endParaRPr/>
          </a:p>
          <a:p>
            <a:pPr indent="-347663" lvl="0" marL="347663" rtl="0" algn="l">
              <a:spcBef>
                <a:spcPts val="560"/>
              </a:spcBef>
              <a:spcAft>
                <a:spcPts val="0"/>
              </a:spcAft>
              <a:buClr>
                <a:schemeClr val="dk2"/>
              </a:buClr>
              <a:buSzPts val="2800"/>
              <a:buFont typeface="Noto Sans Symbols"/>
              <a:buChar char="▪"/>
            </a:pPr>
            <a:r>
              <a:rPr lang="en-US">
                <a:solidFill>
                  <a:schemeClr val="dk1"/>
                </a:solidFill>
              </a:rPr>
              <a:t>Plan the agenda</a:t>
            </a:r>
            <a:endParaRPr/>
          </a:p>
          <a:p>
            <a:pPr indent="-347663" lvl="0" marL="347663" rtl="0" algn="l">
              <a:spcBef>
                <a:spcPts val="560"/>
              </a:spcBef>
              <a:spcAft>
                <a:spcPts val="0"/>
              </a:spcAft>
              <a:buClr>
                <a:schemeClr val="dk2"/>
              </a:buClr>
              <a:buSzPts val="2800"/>
              <a:buFont typeface="Noto Sans Symbols"/>
              <a:buChar char="▪"/>
            </a:pPr>
            <a:r>
              <a:rPr lang="en-US">
                <a:solidFill>
                  <a:schemeClr val="dk1"/>
                </a:solidFill>
              </a:rPr>
              <a:t>Delegate roles</a:t>
            </a:r>
            <a:endParaRPr/>
          </a:p>
          <a:p>
            <a:pPr indent="-347663" lvl="0" marL="347663" rtl="0" algn="l">
              <a:spcBef>
                <a:spcPts val="560"/>
              </a:spcBef>
              <a:spcAft>
                <a:spcPts val="0"/>
              </a:spcAft>
              <a:buClr>
                <a:schemeClr val="dk2"/>
              </a:buClr>
              <a:buSzPts val="2800"/>
              <a:buFont typeface="Noto Sans Symbols"/>
              <a:buChar char="▪"/>
            </a:pPr>
            <a:r>
              <a:rPr lang="en-US">
                <a:solidFill>
                  <a:schemeClr val="dk1"/>
                </a:solidFill>
              </a:rPr>
              <a:t>Determine location, equipment, and supplies</a:t>
            </a:r>
            <a:endParaRPr/>
          </a:p>
          <a:p>
            <a:pPr indent="-347663" lvl="0" marL="347663" rtl="0" algn="l">
              <a:spcBef>
                <a:spcPts val="560"/>
              </a:spcBef>
              <a:spcAft>
                <a:spcPts val="0"/>
              </a:spcAft>
              <a:buClr>
                <a:schemeClr val="dk2"/>
              </a:buClr>
              <a:buSzPts val="2800"/>
              <a:buFont typeface="Noto Sans Symbols"/>
              <a:buChar char="▪"/>
            </a:pPr>
            <a:r>
              <a:rPr lang="en-US">
                <a:solidFill>
                  <a:schemeClr val="dk1"/>
                </a:solidFill>
              </a:rPr>
              <a:t>Promote the meeting/event</a:t>
            </a:r>
            <a:endParaRPr/>
          </a:p>
          <a:p>
            <a:pPr indent="-109538" lvl="0" marL="287338" rtl="0" algn="l">
              <a:spcBef>
                <a:spcPts val="560"/>
              </a:spcBef>
              <a:spcAft>
                <a:spcPts val="0"/>
              </a:spcAft>
              <a:buClr>
                <a:schemeClr val="lt1"/>
              </a:buClr>
              <a:buSzPts val="2800"/>
              <a:buNone/>
            </a:pPr>
            <a:r>
              <a:t/>
            </a:r>
            <a:endParaRPr/>
          </a:p>
        </p:txBody>
      </p:sp>
      <p:sp>
        <p:nvSpPr>
          <p:cNvPr id="1309" name="Google Shape;1309;p13"/>
          <p:cNvSpPr txBox="1"/>
          <p:nvPr>
            <p:ph idx="2" type="body"/>
          </p:nvPr>
        </p:nvSpPr>
        <p:spPr>
          <a:xfrm>
            <a:off x="7518000" y="6400800"/>
            <a:ext cx="4320000" cy="2880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SzPts val="1044"/>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xEl>
                                              <p:pRg end="0" st="0"/>
                                            </p:txEl>
                                          </p:spTgt>
                                        </p:tgtEl>
                                        <p:attrNameLst>
                                          <p:attrName>style.visibility</p:attrName>
                                        </p:attrNameLst>
                                      </p:cBhvr>
                                      <p:to>
                                        <p:strVal val="visible"/>
                                      </p:to>
                                    </p:set>
                                    <p:animEffect filter="fade" transition="in">
                                      <p:cBhvr>
                                        <p:cTn dur="500"/>
                                        <p:tgtEl>
                                          <p:spTgt spid="13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xEl>
                                              <p:pRg end="1" st="1"/>
                                            </p:txEl>
                                          </p:spTgt>
                                        </p:tgtEl>
                                        <p:attrNameLst>
                                          <p:attrName>style.visibility</p:attrName>
                                        </p:attrNameLst>
                                      </p:cBhvr>
                                      <p:to>
                                        <p:strVal val="visible"/>
                                      </p:to>
                                    </p:set>
                                    <p:animEffect filter="fade" transition="in">
                                      <p:cBhvr>
                                        <p:cTn dur="500"/>
                                        <p:tgtEl>
                                          <p:spTgt spid="13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xEl>
                                              <p:pRg end="2" st="2"/>
                                            </p:txEl>
                                          </p:spTgt>
                                        </p:tgtEl>
                                        <p:attrNameLst>
                                          <p:attrName>style.visibility</p:attrName>
                                        </p:attrNameLst>
                                      </p:cBhvr>
                                      <p:to>
                                        <p:strVal val="visible"/>
                                      </p:to>
                                    </p:set>
                                    <p:animEffect filter="fade" transition="in">
                                      <p:cBhvr>
                                        <p:cTn dur="500"/>
                                        <p:tgtEl>
                                          <p:spTgt spid="13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xEl>
                                              <p:pRg end="3" st="3"/>
                                            </p:txEl>
                                          </p:spTgt>
                                        </p:tgtEl>
                                        <p:attrNameLst>
                                          <p:attrName>style.visibility</p:attrName>
                                        </p:attrNameLst>
                                      </p:cBhvr>
                                      <p:to>
                                        <p:strVal val="visible"/>
                                      </p:to>
                                    </p:set>
                                    <p:animEffect filter="fade" transition="in">
                                      <p:cBhvr>
                                        <p:cTn dur="500"/>
                                        <p:tgtEl>
                                          <p:spTgt spid="130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xEl>
                                              <p:pRg end="4" st="4"/>
                                            </p:txEl>
                                          </p:spTgt>
                                        </p:tgtEl>
                                        <p:attrNameLst>
                                          <p:attrName>style.visibility</p:attrName>
                                        </p:attrNameLst>
                                      </p:cBhvr>
                                      <p:to>
                                        <p:strVal val="visible"/>
                                      </p:to>
                                    </p:set>
                                    <p:animEffect filter="fade" transition="in">
                                      <p:cBhvr>
                                        <p:cTn dur="500"/>
                                        <p:tgtEl>
                                          <p:spTgt spid="130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8">
                                            <p:txEl>
                                              <p:pRg end="5" st="5"/>
                                            </p:txEl>
                                          </p:spTgt>
                                        </p:tgtEl>
                                        <p:attrNameLst>
                                          <p:attrName>style.visibility</p:attrName>
                                        </p:attrNameLst>
                                      </p:cBhvr>
                                      <p:to>
                                        <p:strVal val="visible"/>
                                      </p:to>
                                    </p:set>
                                    <p:animEffect filter="fade" transition="in">
                                      <p:cBhvr>
                                        <p:cTn dur="500"/>
                                        <p:tgtEl>
                                          <p:spTgt spid="1308">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14"/>
          <p:cNvSpPr txBox="1"/>
          <p:nvPr>
            <p:ph type="title"/>
          </p:nvPr>
        </p:nvSpPr>
        <p:spPr>
          <a:xfrm>
            <a:off x="277934" y="402453"/>
            <a:ext cx="11647366"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None/>
            </a:pPr>
            <a:r>
              <a:rPr lang="en-US">
                <a:solidFill>
                  <a:schemeClr val="lt1"/>
                </a:solidFill>
              </a:rPr>
              <a:t>Pathways Base Camp</a:t>
            </a:r>
            <a:endParaRPr/>
          </a:p>
        </p:txBody>
      </p:sp>
      <p:sp>
        <p:nvSpPr>
          <p:cNvPr id="1316" name="Google Shape;1316;p14"/>
          <p:cNvSpPr txBox="1"/>
          <p:nvPr/>
        </p:nvSpPr>
        <p:spPr>
          <a:xfrm>
            <a:off x="277934" y="1702760"/>
            <a:ext cx="9489521" cy="4160772"/>
          </a:xfrm>
          <a:prstGeom prst="rect">
            <a:avLst/>
          </a:prstGeom>
          <a:noFill/>
          <a:ln>
            <a:noFill/>
          </a:ln>
        </p:spPr>
        <p:txBody>
          <a:bodyPr anchorCtr="0" anchor="t" bIns="45700" lIns="91425" spcFirstLastPara="1" rIns="91425" wrap="square" tIns="45700">
            <a:normAutofit/>
          </a:bodyPr>
          <a:lstStyle/>
          <a:p>
            <a:pPr indent="-392113" lvl="0" marL="392113" marR="0" rtl="0" algn="l">
              <a:lnSpc>
                <a:spcPct val="125000"/>
              </a:lnSpc>
              <a:spcBef>
                <a:spcPts val="0"/>
              </a:spcBef>
              <a:spcAft>
                <a:spcPts val="0"/>
              </a:spcAft>
              <a:buClr>
                <a:srgbClr val="FFFFFF"/>
              </a:buClr>
              <a:buSzPts val="2800"/>
              <a:buFont typeface="Noto Sans Symbols"/>
              <a:buChar char="▪"/>
            </a:pPr>
            <a:r>
              <a:rPr b="0" i="0" lang="en-US" sz="2800" u="none" cap="none" strike="noStrike">
                <a:solidFill>
                  <a:srgbClr val="FFFFFF"/>
                </a:solidFill>
                <a:latin typeface="Arial"/>
                <a:ea typeface="Arial"/>
                <a:cs typeface="Arial"/>
                <a:sym typeface="Arial"/>
              </a:rPr>
              <a:t>Base Camp training</a:t>
            </a:r>
            <a:endParaRPr/>
          </a:p>
          <a:p>
            <a:pPr indent="-392113" lvl="1" marL="849313" marR="0" rtl="0" algn="l">
              <a:lnSpc>
                <a:spcPct val="145833"/>
              </a:lnSpc>
              <a:spcBef>
                <a:spcPts val="1000"/>
              </a:spcBef>
              <a:spcAft>
                <a:spcPts val="0"/>
              </a:spcAft>
              <a:buClr>
                <a:srgbClr val="FFFFFF"/>
              </a:buClr>
              <a:buSzPts val="2400"/>
              <a:buFont typeface="Noto Sans Symbols"/>
              <a:buChar char="▪"/>
            </a:pPr>
            <a:r>
              <a:rPr b="0" i="0" lang="en-US" sz="2400" u="none" cap="none" strike="noStrike">
                <a:solidFill>
                  <a:srgbClr val="FFFFFF"/>
                </a:solidFill>
                <a:latin typeface="Arial"/>
                <a:ea typeface="Arial"/>
                <a:cs typeface="Arial"/>
                <a:sym typeface="Arial"/>
              </a:rPr>
              <a:t>Basic Pathways onboarding</a:t>
            </a:r>
            <a:endParaRPr/>
          </a:p>
          <a:p>
            <a:pPr indent="-392113" lvl="1" marL="849313" marR="0" rtl="0" algn="l">
              <a:lnSpc>
                <a:spcPct val="145833"/>
              </a:lnSpc>
              <a:spcBef>
                <a:spcPts val="500"/>
              </a:spcBef>
              <a:spcAft>
                <a:spcPts val="0"/>
              </a:spcAft>
              <a:buClr>
                <a:srgbClr val="FFFFFF"/>
              </a:buClr>
              <a:buSzPts val="2400"/>
              <a:buFont typeface="Noto Sans Symbols"/>
              <a:buChar char="▪"/>
            </a:pPr>
            <a:r>
              <a:rPr b="0" i="0" lang="en-US" sz="2400" u="none" cap="none" strike="noStrike">
                <a:solidFill>
                  <a:srgbClr val="FFFFFF"/>
                </a:solidFill>
                <a:latin typeface="Arial"/>
                <a:ea typeface="Arial"/>
                <a:cs typeface="Arial"/>
                <a:sym typeface="Arial"/>
              </a:rPr>
              <a:t>Advanced Pathways sessions</a:t>
            </a:r>
            <a:endParaRPr/>
          </a:p>
          <a:p>
            <a:pPr indent="-392113" lvl="0" marL="392113" marR="0" rtl="0" algn="l">
              <a:lnSpc>
                <a:spcPct val="125000"/>
              </a:lnSpc>
              <a:spcBef>
                <a:spcPts val="1000"/>
              </a:spcBef>
              <a:spcAft>
                <a:spcPts val="0"/>
              </a:spcAft>
              <a:buClr>
                <a:srgbClr val="FFFFFF"/>
              </a:buClr>
              <a:buSzPts val="2800"/>
              <a:buFont typeface="Noto Sans Symbols"/>
              <a:buChar char="▪"/>
            </a:pPr>
            <a:r>
              <a:rPr b="0" i="0" lang="en-US" sz="2800" u="none" cap="none" strike="noStrike">
                <a:solidFill>
                  <a:srgbClr val="FFFFFF"/>
                </a:solidFill>
                <a:latin typeface="Arial"/>
                <a:ea typeface="Arial"/>
                <a:cs typeface="Arial"/>
                <a:sym typeface="Arial"/>
              </a:rPr>
              <a:t>Tying member </a:t>
            </a:r>
            <a:r>
              <a:rPr lang="en-US" sz="2800">
                <a:solidFill>
                  <a:srgbClr val="FFFFFF"/>
                </a:solidFill>
                <a:latin typeface="Arial"/>
                <a:ea typeface="Arial"/>
                <a:cs typeface="Arial"/>
                <a:sym typeface="Arial"/>
              </a:rPr>
              <a:t>g</a:t>
            </a:r>
            <a:r>
              <a:rPr b="0" i="0" lang="en-US" sz="2800" u="none" cap="none" strike="noStrike">
                <a:solidFill>
                  <a:srgbClr val="FFFFFF"/>
                </a:solidFill>
                <a:latin typeface="Arial"/>
                <a:ea typeface="Arial"/>
                <a:cs typeface="Arial"/>
                <a:sym typeface="Arial"/>
              </a:rPr>
              <a:t>oals to a Path</a:t>
            </a:r>
            <a:endParaRPr b="0" i="0" sz="4000" u="none" cap="none" strike="noStrike">
              <a:solidFill>
                <a:srgbClr val="FFFFFF"/>
              </a:solidFill>
              <a:latin typeface="Arial"/>
              <a:ea typeface="Arial"/>
              <a:cs typeface="Arial"/>
              <a:sym typeface="Arial"/>
            </a:endParaRPr>
          </a:p>
          <a:p>
            <a:pPr indent="-392113" lvl="0" marL="392113" marR="0" rtl="0" algn="l">
              <a:lnSpc>
                <a:spcPct val="125000"/>
              </a:lnSpc>
              <a:spcBef>
                <a:spcPts val="1000"/>
              </a:spcBef>
              <a:spcAft>
                <a:spcPts val="0"/>
              </a:spcAft>
              <a:buClr>
                <a:srgbClr val="FFFFFF"/>
              </a:buClr>
              <a:buSzPts val="2800"/>
              <a:buFont typeface="Noto Sans Symbols"/>
              <a:buChar char="▪"/>
            </a:pPr>
            <a:r>
              <a:rPr b="0" i="0" lang="en-US" sz="2800" u="none" cap="none" strike="noStrike">
                <a:solidFill>
                  <a:srgbClr val="FFFFFF"/>
                </a:solidFill>
                <a:latin typeface="Arial"/>
                <a:ea typeface="Arial"/>
                <a:cs typeface="Arial"/>
                <a:sym typeface="Arial"/>
              </a:rPr>
              <a:t>Connecting </a:t>
            </a:r>
            <a:r>
              <a:rPr lang="en-US" sz="2800">
                <a:solidFill>
                  <a:srgbClr val="FFFFFF"/>
                </a:solidFill>
                <a:latin typeface="Arial"/>
                <a:ea typeface="Arial"/>
                <a:cs typeface="Arial"/>
                <a:sym typeface="Arial"/>
              </a:rPr>
              <a:t>s</a:t>
            </a:r>
            <a:r>
              <a:rPr b="0" i="0" lang="en-US" sz="2800" u="none" cap="none" strike="noStrike">
                <a:solidFill>
                  <a:srgbClr val="FFFFFF"/>
                </a:solidFill>
                <a:latin typeface="Arial"/>
                <a:ea typeface="Arial"/>
                <a:cs typeface="Arial"/>
                <a:sym typeface="Arial"/>
              </a:rPr>
              <a:t>peaker to </a:t>
            </a:r>
            <a:br>
              <a:rPr b="0" i="0" lang="en-US" sz="2800" u="none" cap="none" strike="noStrike">
                <a:solidFill>
                  <a:srgbClr val="FFFFFF"/>
                </a:solidFill>
                <a:latin typeface="Arial"/>
                <a:ea typeface="Arial"/>
                <a:cs typeface="Arial"/>
                <a:sym typeface="Arial"/>
              </a:rPr>
            </a:br>
            <a:r>
              <a:rPr b="0" i="0" lang="en-US" sz="2800" u="none" cap="none" strike="noStrike">
                <a:solidFill>
                  <a:srgbClr val="FFFFFF"/>
                </a:solidFill>
                <a:latin typeface="Arial"/>
                <a:ea typeface="Arial"/>
                <a:cs typeface="Arial"/>
                <a:sym typeface="Arial"/>
              </a:rPr>
              <a:t>evaluator</a:t>
            </a:r>
            <a:endParaRPr/>
          </a:p>
        </p:txBody>
      </p:sp>
      <p:pic>
        <p:nvPicPr>
          <p:cNvPr descr="A screenshot of a web page&#10;&#10;AI-generated content may be incorrect." id="1317" name="Google Shape;1317;p14"/>
          <p:cNvPicPr preferRelativeResize="0"/>
          <p:nvPr/>
        </p:nvPicPr>
        <p:blipFill rotWithShape="1">
          <a:blip r:embed="rId3">
            <a:alphaModFix/>
          </a:blip>
          <a:srcRect b="0" l="0" r="0" t="0"/>
          <a:stretch/>
        </p:blipFill>
        <p:spPr>
          <a:xfrm rot="672264">
            <a:off x="5956500" y="813272"/>
            <a:ext cx="5544621" cy="4794251"/>
          </a:xfrm>
          <a:prstGeom prst="rect">
            <a:avLst/>
          </a:prstGeom>
          <a:noFill/>
          <a:ln>
            <a:noFill/>
          </a:ln>
          <a:effectLst>
            <a:outerShdw blurRad="304800" rotWithShape="0" algn="tl" dir="2700000" dist="304800">
              <a:schemeClr val="lt1">
                <a:alpha val="40000"/>
              </a:scheme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22" name="Shape 1322"/>
        <p:cNvGrpSpPr/>
        <p:nvPr/>
      </p:nvGrpSpPr>
      <p:grpSpPr>
        <a:xfrm>
          <a:off x="0" y="0"/>
          <a:ext cx="0" cy="0"/>
          <a:chOff x="0" y="0"/>
          <a:chExt cx="0" cy="0"/>
        </a:xfrm>
      </p:grpSpPr>
      <p:sp>
        <p:nvSpPr>
          <p:cNvPr id="1323" name="Google Shape;1323;p15"/>
          <p:cNvSpPr txBox="1"/>
          <p:nvPr>
            <p:ph type="title"/>
          </p:nvPr>
        </p:nvSpPr>
        <p:spPr>
          <a:xfrm>
            <a:off x="277934" y="247603"/>
            <a:ext cx="11647366" cy="95113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None/>
            </a:pPr>
            <a:r>
              <a:rPr lang="en-US">
                <a:solidFill>
                  <a:schemeClr val="lt1"/>
                </a:solidFill>
              </a:rPr>
              <a:t>Pathways Level Approvals and Submissions</a:t>
            </a:r>
            <a:endParaRPr/>
          </a:p>
        </p:txBody>
      </p:sp>
      <p:sp>
        <p:nvSpPr>
          <p:cNvPr id="1324" name="Google Shape;1324;p15"/>
          <p:cNvSpPr txBox="1"/>
          <p:nvPr/>
        </p:nvSpPr>
        <p:spPr>
          <a:xfrm>
            <a:off x="5882320" y="3602119"/>
            <a:ext cx="5808235" cy="2316902"/>
          </a:xfrm>
          <a:prstGeom prst="rect">
            <a:avLst/>
          </a:prstGeom>
          <a:solidFill>
            <a:srgbClr val="FFFFFF">
              <a:alpha val="67059"/>
            </a:srgbClr>
          </a:solidFill>
          <a:ln>
            <a:noFill/>
          </a:ln>
        </p:spPr>
        <p:txBody>
          <a:bodyPr anchorCtr="0" anchor="t" bIns="45700" lIns="91425" spcFirstLastPara="1" rIns="91425" wrap="square" tIns="45700">
            <a:noAutofit/>
          </a:bodyPr>
          <a:lstStyle/>
          <a:p>
            <a:pPr indent="-347663" lvl="0" marL="347663" marR="0" rtl="0" algn="l">
              <a:lnSpc>
                <a:spcPct val="120000"/>
              </a:lnSpc>
              <a:spcBef>
                <a:spcPts val="0"/>
              </a:spcBef>
              <a:spcAft>
                <a:spcPts val="0"/>
              </a:spcAft>
              <a:buClr>
                <a:schemeClr val="dk2"/>
              </a:buClr>
              <a:buSzPts val="2400"/>
              <a:buFont typeface="Noto Sans Symbols"/>
              <a:buChar char="▪"/>
            </a:pPr>
            <a:r>
              <a:rPr lang="en-US" sz="2400">
                <a:solidFill>
                  <a:schemeClr val="dk2"/>
                </a:solidFill>
                <a:latin typeface="Arial"/>
                <a:ea typeface="Arial"/>
                <a:cs typeface="Arial"/>
                <a:sym typeface="Arial"/>
              </a:rPr>
              <a:t>Member progress reconciliation</a:t>
            </a:r>
            <a:endParaRPr/>
          </a:p>
          <a:p>
            <a:pPr indent="-347663" lvl="0" marL="347663" marR="0" rtl="0" algn="l">
              <a:lnSpc>
                <a:spcPct val="120000"/>
              </a:lnSpc>
              <a:spcBef>
                <a:spcPts val="0"/>
              </a:spcBef>
              <a:spcAft>
                <a:spcPts val="0"/>
              </a:spcAft>
              <a:buClr>
                <a:schemeClr val="dk2"/>
              </a:buClr>
              <a:buSzPts val="2400"/>
              <a:buFont typeface="Noto Sans Symbols"/>
              <a:buChar char="▪"/>
            </a:pPr>
            <a:r>
              <a:rPr lang="en-US" sz="2400">
                <a:solidFill>
                  <a:schemeClr val="dk2"/>
                </a:solidFill>
                <a:latin typeface="Arial"/>
                <a:ea typeface="Arial"/>
                <a:cs typeface="Arial"/>
                <a:sym typeface="Arial"/>
              </a:rPr>
              <a:t>Member project completion assistance</a:t>
            </a:r>
            <a:endParaRPr/>
          </a:p>
          <a:p>
            <a:pPr indent="-347663" lvl="0" marL="347663" marR="0" rtl="0" algn="l">
              <a:lnSpc>
                <a:spcPct val="120000"/>
              </a:lnSpc>
              <a:spcBef>
                <a:spcPts val="0"/>
              </a:spcBef>
              <a:spcAft>
                <a:spcPts val="0"/>
              </a:spcAft>
              <a:buClr>
                <a:schemeClr val="dk2"/>
              </a:buClr>
              <a:buSzPts val="2400"/>
              <a:buFont typeface="Noto Sans Symbols"/>
              <a:buChar char="▪"/>
            </a:pPr>
            <a:r>
              <a:rPr lang="en-US" sz="2400">
                <a:solidFill>
                  <a:schemeClr val="dk2"/>
                </a:solidFill>
                <a:latin typeface="Arial"/>
                <a:ea typeface="Arial"/>
                <a:cs typeface="Arial"/>
                <a:sym typeface="Arial"/>
              </a:rPr>
              <a:t>Base Camp approval notifications</a:t>
            </a:r>
            <a:endParaRPr/>
          </a:p>
          <a:p>
            <a:pPr indent="-347663" lvl="0" marL="347663" marR="0" rtl="0" algn="l">
              <a:lnSpc>
                <a:spcPct val="120000"/>
              </a:lnSpc>
              <a:spcBef>
                <a:spcPts val="0"/>
              </a:spcBef>
              <a:spcAft>
                <a:spcPts val="0"/>
              </a:spcAft>
              <a:buClr>
                <a:schemeClr val="dk2"/>
              </a:buClr>
              <a:buSzPts val="2400"/>
              <a:buFont typeface="Noto Sans Symbols"/>
              <a:buChar char="▪"/>
            </a:pPr>
            <a:r>
              <a:rPr lang="en-US" sz="2400">
                <a:solidFill>
                  <a:schemeClr val="dk2"/>
                </a:solidFill>
                <a:latin typeface="Arial"/>
                <a:ea typeface="Arial"/>
                <a:cs typeface="Arial"/>
                <a:sym typeface="Arial"/>
              </a:rPr>
              <a:t>Base Camp approvals automatically updated in Club Central </a:t>
            </a:r>
            <a:endParaRPr/>
          </a:p>
          <a:p>
            <a:pPr indent="-50800" lvl="0" marL="228600" marR="0" rtl="0" algn="l">
              <a:lnSpc>
                <a:spcPct val="90000"/>
              </a:lnSpc>
              <a:spcBef>
                <a:spcPts val="1000"/>
              </a:spcBef>
              <a:spcAft>
                <a:spcPts val="0"/>
              </a:spcAft>
              <a:buClr>
                <a:schemeClr val="lt1"/>
              </a:buClr>
              <a:buSzPts val="2800"/>
              <a:buFont typeface="Arial"/>
              <a:buNone/>
            </a:pPr>
            <a:r>
              <a:t/>
            </a:r>
            <a:endParaRPr sz="2800">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29" name="Shape 1329"/>
        <p:cNvGrpSpPr/>
        <p:nvPr/>
      </p:nvGrpSpPr>
      <p:grpSpPr>
        <a:xfrm>
          <a:off x="0" y="0"/>
          <a:ext cx="0" cy="0"/>
          <a:chOff x="0" y="0"/>
          <a:chExt cx="0" cy="0"/>
        </a:xfrm>
      </p:grpSpPr>
      <p:sp>
        <p:nvSpPr>
          <p:cNvPr id="1330" name="Google Shape;1330;p16"/>
          <p:cNvSpPr txBox="1"/>
          <p:nvPr>
            <p:ph type="title"/>
          </p:nvPr>
        </p:nvSpPr>
        <p:spPr>
          <a:xfrm>
            <a:off x="277933" y="228770"/>
            <a:ext cx="7973438" cy="880411"/>
          </a:xfrm>
          <a:prstGeom prst="rect">
            <a:avLst/>
          </a:prstGeom>
          <a:solidFill>
            <a:srgbClr val="080808">
              <a:alpha val="60000"/>
            </a:srgbClr>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None/>
            </a:pPr>
            <a:r>
              <a:rPr lang="en-US">
                <a:solidFill>
                  <a:schemeClr val="lt1"/>
                </a:solidFill>
              </a:rPr>
              <a:t>Area and District Council Meetings</a:t>
            </a:r>
            <a:endParaRPr/>
          </a:p>
        </p:txBody>
      </p:sp>
      <p:sp>
        <p:nvSpPr>
          <p:cNvPr id="1331" name="Google Shape;1331;p16"/>
          <p:cNvSpPr txBox="1"/>
          <p:nvPr/>
        </p:nvSpPr>
        <p:spPr>
          <a:xfrm>
            <a:off x="277934" y="4424516"/>
            <a:ext cx="4530040" cy="1390498"/>
          </a:xfrm>
          <a:prstGeom prst="rect">
            <a:avLst/>
          </a:prstGeom>
          <a:solidFill>
            <a:srgbClr val="080808">
              <a:alpha val="60000"/>
            </a:srgbClr>
          </a:solidFill>
          <a:ln>
            <a:noFill/>
          </a:ln>
        </p:spPr>
        <p:txBody>
          <a:bodyPr anchorCtr="0" anchor="t" bIns="45700" lIns="91425" spcFirstLastPara="1" rIns="91425" wrap="square" tIns="45700">
            <a:normAutofit/>
          </a:bodyPr>
          <a:lstStyle/>
          <a:p>
            <a:pPr indent="-347663" lvl="0" marL="347663" marR="0" rtl="0" algn="l">
              <a:lnSpc>
                <a:spcPct val="90000"/>
              </a:lnSpc>
              <a:spcBef>
                <a:spcPts val="0"/>
              </a:spcBef>
              <a:spcAft>
                <a:spcPts val="0"/>
              </a:spcAft>
              <a:buClr>
                <a:schemeClr val="lt1"/>
              </a:buClr>
              <a:buSzPts val="2400"/>
              <a:buFont typeface="Noto Sans Symbols"/>
              <a:buChar char="▪"/>
            </a:pPr>
            <a:r>
              <a:rPr lang="en-US" sz="2400">
                <a:solidFill>
                  <a:schemeClr val="lt1"/>
                </a:solidFill>
                <a:latin typeface="Arial"/>
                <a:ea typeface="Arial"/>
                <a:cs typeface="Arial"/>
                <a:sym typeface="Arial"/>
              </a:rPr>
              <a:t>Area and District meetings</a:t>
            </a:r>
            <a:endParaRPr/>
          </a:p>
          <a:p>
            <a:pPr indent="-347663" lvl="0" marL="347663" marR="0" rtl="0" algn="l">
              <a:lnSpc>
                <a:spcPct val="90000"/>
              </a:lnSpc>
              <a:spcBef>
                <a:spcPts val="1000"/>
              </a:spcBef>
              <a:spcAft>
                <a:spcPts val="0"/>
              </a:spcAft>
              <a:buClr>
                <a:schemeClr val="lt1"/>
              </a:buClr>
              <a:buSzPts val="2400"/>
              <a:buFont typeface="Noto Sans Symbols"/>
              <a:buChar char="▪"/>
            </a:pPr>
            <a:r>
              <a:rPr lang="en-US" sz="2400">
                <a:solidFill>
                  <a:schemeClr val="lt1"/>
                </a:solidFill>
                <a:latin typeface="Arial"/>
                <a:ea typeface="Arial"/>
                <a:cs typeface="Arial"/>
                <a:sym typeface="Arial"/>
              </a:rPr>
              <a:t>Voting rights</a:t>
            </a:r>
            <a:endParaRPr/>
          </a:p>
          <a:p>
            <a:pPr indent="-347663" lvl="0" marL="347663" marR="0" rtl="0" algn="l">
              <a:lnSpc>
                <a:spcPct val="90000"/>
              </a:lnSpc>
              <a:spcBef>
                <a:spcPts val="1000"/>
              </a:spcBef>
              <a:spcAft>
                <a:spcPts val="0"/>
              </a:spcAft>
              <a:buClr>
                <a:schemeClr val="lt1"/>
              </a:buClr>
              <a:buSzPts val="2400"/>
              <a:buFont typeface="Noto Sans Symbols"/>
              <a:buChar char="▪"/>
            </a:pPr>
            <a:r>
              <a:rPr lang="en-US" sz="2400">
                <a:solidFill>
                  <a:schemeClr val="lt1"/>
                </a:solidFill>
                <a:latin typeface="Arial"/>
                <a:ea typeface="Arial"/>
                <a:cs typeface="Arial"/>
                <a:sym typeface="Arial"/>
              </a:rPr>
              <a:t>Club’s second ranking officer</a:t>
            </a:r>
            <a:endParaRPr/>
          </a:p>
          <a:p>
            <a:pPr indent="-76200" lvl="0" marL="228600" marR="0" rtl="0" algn="l">
              <a:lnSpc>
                <a:spcPct val="90000"/>
              </a:lnSpc>
              <a:spcBef>
                <a:spcPts val="1000"/>
              </a:spcBef>
              <a:spcAft>
                <a:spcPts val="0"/>
              </a:spcAft>
              <a:buClr>
                <a:schemeClr val="lt1"/>
              </a:buClr>
              <a:buSzPts val="2400"/>
              <a:buFont typeface="Arial"/>
              <a:buNone/>
            </a:pPr>
            <a:r>
              <a:t/>
            </a:r>
            <a:endParaRPr sz="2400">
              <a:solidFill>
                <a:schemeClr val="lt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36" name="Shape 1336"/>
        <p:cNvGrpSpPr/>
        <p:nvPr/>
      </p:nvGrpSpPr>
      <p:grpSpPr>
        <a:xfrm>
          <a:off x="0" y="0"/>
          <a:ext cx="0" cy="0"/>
          <a:chOff x="0" y="0"/>
          <a:chExt cx="0" cy="0"/>
        </a:xfrm>
      </p:grpSpPr>
      <p:sp>
        <p:nvSpPr>
          <p:cNvPr id="1337" name="Google Shape;1337;p17"/>
          <p:cNvSpPr txBox="1"/>
          <p:nvPr>
            <p:ph type="ctrTitle"/>
          </p:nvPr>
        </p:nvSpPr>
        <p:spPr>
          <a:xfrm>
            <a:off x="6253317" y="1691148"/>
            <a:ext cx="5319252" cy="200988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EEE9F"/>
              </a:buClr>
              <a:buSzPts val="4800"/>
              <a:buNone/>
            </a:pPr>
            <a:r>
              <a:rPr lang="en-US" sz="4800"/>
              <a:t>Best Practices </a:t>
            </a:r>
            <a:br>
              <a:rPr lang="en-US" sz="4800"/>
            </a:br>
            <a:r>
              <a:rPr lang="en-US" sz="4800"/>
              <a:t>and  Resources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2" name="Shape 1342"/>
        <p:cNvGrpSpPr/>
        <p:nvPr/>
      </p:nvGrpSpPr>
      <p:grpSpPr>
        <a:xfrm>
          <a:off x="0" y="0"/>
          <a:ext cx="0" cy="0"/>
          <a:chOff x="0" y="0"/>
          <a:chExt cx="0" cy="0"/>
        </a:xfrm>
      </p:grpSpPr>
      <p:sp>
        <p:nvSpPr>
          <p:cNvPr id="1343" name="Google Shape;1343;p18"/>
          <p:cNvSpPr txBox="1"/>
          <p:nvPr/>
        </p:nvSpPr>
        <p:spPr>
          <a:xfrm>
            <a:off x="672457" y="2400585"/>
            <a:ext cx="4525736" cy="3467344"/>
          </a:xfrm>
          <a:prstGeom prst="rect">
            <a:avLst/>
          </a:prstGeom>
          <a:solidFill>
            <a:srgbClr val="FFFFFF">
              <a:alpha val="74902"/>
            </a:srgbClr>
          </a:solidFill>
          <a:ln>
            <a:noFill/>
          </a:ln>
        </p:spPr>
        <p:txBody>
          <a:bodyPr anchorCtr="0" anchor="t" bIns="45700" lIns="91425" spcFirstLastPara="1" rIns="91425" wrap="square" tIns="45700">
            <a:normAutofit fontScale="77500" lnSpcReduction="20000"/>
          </a:bodyPr>
          <a:lstStyle/>
          <a:p>
            <a:pPr indent="0" lvl="0" marL="0" marR="0" rtl="0" algn="l">
              <a:lnSpc>
                <a:spcPct val="100000"/>
              </a:lnSpc>
              <a:spcBef>
                <a:spcPts val="0"/>
              </a:spcBef>
              <a:spcAft>
                <a:spcPts val="0"/>
              </a:spcAft>
              <a:buClr>
                <a:srgbClr val="004165"/>
              </a:buClr>
              <a:buSzPct val="100000"/>
              <a:buFont typeface="Arial"/>
              <a:buNone/>
            </a:pPr>
            <a:r>
              <a:rPr b="1" i="0" lang="en-US" sz="4600" u="none" cap="none" strike="noStrike">
                <a:solidFill>
                  <a:srgbClr val="004165"/>
                </a:solidFill>
                <a:latin typeface="Arial"/>
                <a:ea typeface="Arial"/>
                <a:cs typeface="Arial"/>
                <a:sym typeface="Arial"/>
              </a:rPr>
              <a:t>Planning Ahead</a:t>
            </a:r>
            <a:endParaRPr/>
          </a:p>
          <a:p>
            <a:pPr indent="-209868" lvl="0" marL="347663" marR="0" rtl="0" algn="l">
              <a:lnSpc>
                <a:spcPct val="100000"/>
              </a:lnSpc>
              <a:spcBef>
                <a:spcPts val="1000"/>
              </a:spcBef>
              <a:spcAft>
                <a:spcPts val="0"/>
              </a:spcAft>
              <a:buClr>
                <a:schemeClr val="lt1"/>
              </a:buClr>
              <a:buSzPct val="100000"/>
              <a:buFont typeface="Noto Sans Symbols"/>
              <a:buNone/>
            </a:pPr>
            <a:r>
              <a:t/>
            </a:r>
            <a:endParaRPr b="0" i="0" sz="2800" u="none" cap="none" strike="noStrike">
              <a:solidFill>
                <a:srgbClr val="004165"/>
              </a:solidFill>
              <a:latin typeface="Arial"/>
              <a:ea typeface="Arial"/>
              <a:cs typeface="Arial"/>
              <a:sym typeface="Arial"/>
            </a:endParaRPr>
          </a:p>
          <a:p>
            <a:pPr indent="-347663" lvl="0" marL="347663" marR="0" rtl="0" algn="l">
              <a:lnSpc>
                <a:spcPct val="100000"/>
              </a:lnSpc>
              <a:spcBef>
                <a:spcPts val="1000"/>
              </a:spcBef>
              <a:spcAft>
                <a:spcPts val="0"/>
              </a:spcAft>
              <a:buClr>
                <a:srgbClr val="004165"/>
              </a:buClr>
              <a:buSzPct val="100000"/>
              <a:buFont typeface="Noto Sans Symbols"/>
              <a:buChar char="▪"/>
            </a:pPr>
            <a:r>
              <a:rPr b="0" i="0" lang="en-US" sz="2800" u="none" cap="none" strike="noStrike">
                <a:solidFill>
                  <a:srgbClr val="004165"/>
                </a:solidFill>
                <a:latin typeface="Arial"/>
                <a:ea typeface="Arial"/>
                <a:cs typeface="Arial"/>
                <a:sym typeface="Arial"/>
              </a:rPr>
              <a:t>Regular Club Meetings</a:t>
            </a:r>
            <a:endParaRPr/>
          </a:p>
          <a:p>
            <a:pPr indent="-347663" lvl="0" marL="347663" marR="0" rtl="0" algn="l">
              <a:lnSpc>
                <a:spcPct val="100000"/>
              </a:lnSpc>
              <a:spcBef>
                <a:spcPts val="1000"/>
              </a:spcBef>
              <a:spcAft>
                <a:spcPts val="0"/>
              </a:spcAft>
              <a:buClr>
                <a:srgbClr val="004165"/>
              </a:buClr>
              <a:buSzPct val="100000"/>
              <a:buFont typeface="Noto Sans Symbols"/>
              <a:buChar char="▪"/>
            </a:pPr>
            <a:r>
              <a:rPr b="0" i="0" lang="en-US" sz="2800" u="none" cap="none" strike="noStrike">
                <a:solidFill>
                  <a:srgbClr val="004165"/>
                </a:solidFill>
                <a:latin typeface="Arial"/>
                <a:ea typeface="Arial"/>
                <a:cs typeface="Arial"/>
                <a:sym typeface="Arial"/>
              </a:rPr>
              <a:t>Contest Dates</a:t>
            </a:r>
            <a:endParaRPr/>
          </a:p>
          <a:p>
            <a:pPr indent="-347663" lvl="0" marL="347663" marR="0" rtl="0" algn="l">
              <a:lnSpc>
                <a:spcPct val="100000"/>
              </a:lnSpc>
              <a:spcBef>
                <a:spcPts val="1000"/>
              </a:spcBef>
              <a:spcAft>
                <a:spcPts val="0"/>
              </a:spcAft>
              <a:buClr>
                <a:srgbClr val="004165"/>
              </a:buClr>
              <a:buSzPct val="100000"/>
              <a:buFont typeface="Noto Sans Symbols"/>
              <a:buChar char="▪"/>
            </a:pPr>
            <a:r>
              <a:rPr b="0" i="0" lang="en-US" sz="2800" u="none" cap="none" strike="noStrike">
                <a:solidFill>
                  <a:srgbClr val="004165"/>
                </a:solidFill>
                <a:latin typeface="Arial"/>
                <a:ea typeface="Arial"/>
                <a:cs typeface="Arial"/>
                <a:sym typeface="Arial"/>
              </a:rPr>
              <a:t>Open Houses</a:t>
            </a:r>
            <a:endParaRPr/>
          </a:p>
          <a:p>
            <a:pPr indent="-347663" lvl="0" marL="347663" marR="0" rtl="0" algn="l">
              <a:lnSpc>
                <a:spcPct val="100000"/>
              </a:lnSpc>
              <a:spcBef>
                <a:spcPts val="1000"/>
              </a:spcBef>
              <a:spcAft>
                <a:spcPts val="0"/>
              </a:spcAft>
              <a:buClr>
                <a:srgbClr val="004165"/>
              </a:buClr>
              <a:buSzPct val="100000"/>
              <a:buFont typeface="Noto Sans Symbols"/>
              <a:buChar char="▪"/>
            </a:pPr>
            <a:r>
              <a:rPr b="0" i="0" lang="en-US" sz="2800" u="none" cap="none" strike="noStrike">
                <a:solidFill>
                  <a:srgbClr val="004165"/>
                </a:solidFill>
                <a:latin typeface="Arial"/>
                <a:ea typeface="Arial"/>
                <a:cs typeface="Arial"/>
                <a:sym typeface="Arial"/>
              </a:rPr>
              <a:t>Onboarding Training</a:t>
            </a:r>
            <a:endParaRPr/>
          </a:p>
          <a:p>
            <a:pPr indent="-347663" lvl="0" marL="347663" marR="0" rtl="0" algn="l">
              <a:lnSpc>
                <a:spcPct val="100000"/>
              </a:lnSpc>
              <a:spcBef>
                <a:spcPts val="1000"/>
              </a:spcBef>
              <a:spcAft>
                <a:spcPts val="0"/>
              </a:spcAft>
              <a:buClr>
                <a:srgbClr val="004165"/>
              </a:buClr>
              <a:buSzPct val="100000"/>
              <a:buFont typeface="Noto Sans Symbols"/>
              <a:buChar char="▪"/>
            </a:pPr>
            <a:r>
              <a:rPr b="0" i="0" lang="en-US" sz="2800" u="none" cap="none" strike="noStrike">
                <a:solidFill>
                  <a:srgbClr val="004165"/>
                </a:solidFill>
                <a:latin typeface="Arial"/>
                <a:ea typeface="Arial"/>
                <a:cs typeface="Arial"/>
                <a:sym typeface="Arial"/>
              </a:rPr>
              <a:t>Club Success Plan</a:t>
            </a:r>
            <a:endParaRPr/>
          </a:p>
          <a:p>
            <a:pPr indent="-347663" lvl="0" marL="347663" marR="0" rtl="0" algn="l">
              <a:lnSpc>
                <a:spcPct val="100000"/>
              </a:lnSpc>
              <a:spcBef>
                <a:spcPts val="1000"/>
              </a:spcBef>
              <a:spcAft>
                <a:spcPts val="0"/>
              </a:spcAft>
              <a:buClr>
                <a:srgbClr val="004165"/>
              </a:buClr>
              <a:buSzPct val="100000"/>
              <a:buFont typeface="Noto Sans Symbols"/>
              <a:buChar char="▪"/>
            </a:pPr>
            <a:r>
              <a:rPr b="0" i="0" lang="en-US" sz="2800" u="none" cap="none" strike="noStrike">
                <a:solidFill>
                  <a:srgbClr val="004165"/>
                </a:solidFill>
                <a:latin typeface="Arial"/>
                <a:ea typeface="Arial"/>
                <a:cs typeface="Arial"/>
                <a:sym typeface="Arial"/>
              </a:rPr>
              <a:t>Moments of Truth</a:t>
            </a:r>
            <a:endParaRPr/>
          </a:p>
          <a:p>
            <a:pPr indent="-90805" lvl="0" marL="228600" marR="0" rtl="0" algn="l">
              <a:lnSpc>
                <a:spcPct val="90000"/>
              </a:lnSpc>
              <a:spcBef>
                <a:spcPts val="1000"/>
              </a:spcBef>
              <a:spcAft>
                <a:spcPts val="0"/>
              </a:spcAft>
              <a:buClr>
                <a:schemeClr val="lt1"/>
              </a:buClr>
              <a:buSzPct val="100000"/>
              <a:buFont typeface="Arial"/>
              <a:buNone/>
            </a:pPr>
            <a:r>
              <a:t/>
            </a:r>
            <a:endParaRPr b="0" i="0" sz="2800" u="none" cap="none" strike="noStrike">
              <a:solidFill>
                <a:srgbClr val="FFFFFF"/>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48" name="Shape 1348"/>
        <p:cNvGrpSpPr/>
        <p:nvPr/>
      </p:nvGrpSpPr>
      <p:grpSpPr>
        <a:xfrm>
          <a:off x="0" y="0"/>
          <a:ext cx="0" cy="0"/>
          <a:chOff x="0" y="0"/>
          <a:chExt cx="0" cy="0"/>
        </a:xfrm>
      </p:grpSpPr>
      <p:sp>
        <p:nvSpPr>
          <p:cNvPr id="1349" name="Google Shape;1349;p19"/>
          <p:cNvSpPr txBox="1"/>
          <p:nvPr>
            <p:ph type="title"/>
          </p:nvPr>
        </p:nvSpPr>
        <p:spPr>
          <a:xfrm>
            <a:off x="500064" y="620079"/>
            <a:ext cx="7914732" cy="699653"/>
          </a:xfrm>
          <a:prstGeom prst="rect">
            <a:avLst/>
          </a:prstGeom>
          <a:solidFill>
            <a:schemeClr val="lt1">
              <a:alpha val="60000"/>
            </a:schemeClr>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165"/>
              </a:buClr>
              <a:buSzPts val="3600"/>
              <a:buNone/>
            </a:pPr>
            <a:r>
              <a:rPr lang="en-US">
                <a:solidFill>
                  <a:srgbClr val="004165"/>
                </a:solidFill>
              </a:rPr>
              <a:t>Member and Meeting Management</a:t>
            </a:r>
            <a:endParaRPr>
              <a:solidFill>
                <a:srgbClr val="004165"/>
              </a:solidFill>
            </a:endParaRPr>
          </a:p>
        </p:txBody>
      </p:sp>
      <p:sp>
        <p:nvSpPr>
          <p:cNvPr id="1350" name="Google Shape;1350;p19"/>
          <p:cNvSpPr txBox="1"/>
          <p:nvPr/>
        </p:nvSpPr>
        <p:spPr>
          <a:xfrm>
            <a:off x="500063" y="4239591"/>
            <a:ext cx="10619693" cy="1654174"/>
          </a:xfrm>
          <a:prstGeom prst="rect">
            <a:avLst/>
          </a:prstGeom>
          <a:solidFill>
            <a:srgbClr val="FFFFFF">
              <a:alpha val="70196"/>
            </a:srgbClr>
          </a:solidFill>
          <a:ln>
            <a:noFill/>
          </a:ln>
        </p:spPr>
        <p:txBody>
          <a:bodyPr anchorCtr="0" anchor="t" bIns="45700" lIns="91425" spcFirstLastPara="1" rIns="91425" wrap="square" tIns="45700">
            <a:normAutofit fontScale="92500" lnSpcReduction="10000"/>
          </a:bodyPr>
          <a:lstStyle/>
          <a:p>
            <a:pPr indent="-347663" lvl="0" marL="347663" marR="0" rtl="0" algn="l">
              <a:lnSpc>
                <a:spcPct val="90000"/>
              </a:lnSpc>
              <a:spcBef>
                <a:spcPts val="0"/>
              </a:spcBef>
              <a:spcAft>
                <a:spcPts val="0"/>
              </a:spcAft>
              <a:buClr>
                <a:srgbClr val="004165"/>
              </a:buClr>
              <a:buSzPct val="100000"/>
              <a:buFont typeface="Noto Sans Symbols"/>
              <a:buChar char="▪"/>
            </a:pPr>
            <a:r>
              <a:rPr b="0" i="0" lang="en-US" sz="2800" u="none" cap="none" strike="noStrike">
                <a:solidFill>
                  <a:srgbClr val="004165"/>
                </a:solidFill>
                <a:latin typeface="Arial"/>
                <a:ea typeface="Arial"/>
                <a:cs typeface="Arial"/>
                <a:sym typeface="Arial"/>
              </a:rPr>
              <a:t>Easy-Speak, FreeToastHost or other platforms for Meeting Management</a:t>
            </a:r>
            <a:endParaRPr/>
          </a:p>
          <a:p>
            <a:pPr indent="-347663" lvl="0" marL="347663" marR="0" rtl="0" algn="l">
              <a:lnSpc>
                <a:spcPct val="90000"/>
              </a:lnSpc>
              <a:spcBef>
                <a:spcPts val="1000"/>
              </a:spcBef>
              <a:spcAft>
                <a:spcPts val="0"/>
              </a:spcAft>
              <a:buClr>
                <a:srgbClr val="004165"/>
              </a:buClr>
              <a:buSzPct val="100000"/>
              <a:buFont typeface="Noto Sans Symbols"/>
              <a:buChar char="▪"/>
            </a:pPr>
            <a:r>
              <a:rPr b="0" i="0" lang="en-US" sz="2800" u="none" cap="none" strike="noStrike">
                <a:solidFill>
                  <a:srgbClr val="004165"/>
                </a:solidFill>
                <a:latin typeface="Arial"/>
                <a:ea typeface="Arial"/>
                <a:cs typeface="Arial"/>
                <a:sym typeface="Arial"/>
              </a:rPr>
              <a:t>Pathways Base Camp – for Tracking Progress</a:t>
            </a:r>
            <a:endParaRPr/>
          </a:p>
          <a:p>
            <a:pPr indent="-347663" lvl="0" marL="347663" marR="0" rtl="0" algn="l">
              <a:lnSpc>
                <a:spcPct val="90000"/>
              </a:lnSpc>
              <a:spcBef>
                <a:spcPts val="1000"/>
              </a:spcBef>
              <a:spcAft>
                <a:spcPts val="0"/>
              </a:spcAft>
              <a:buClr>
                <a:srgbClr val="004165"/>
              </a:buClr>
              <a:buSzPct val="100000"/>
              <a:buFont typeface="Noto Sans Symbols"/>
              <a:buChar char="▪"/>
            </a:pPr>
            <a:r>
              <a:rPr b="0" i="0" lang="en-US" sz="2800" u="none" cap="none" strike="noStrike">
                <a:solidFill>
                  <a:srgbClr val="004165"/>
                </a:solidFill>
                <a:latin typeface="Arial"/>
                <a:ea typeface="Arial"/>
                <a:cs typeface="Arial"/>
                <a:sym typeface="Arial"/>
              </a:rPr>
              <a:t>WhatsApp or Teams – for Communication</a:t>
            </a:r>
            <a:endParaRPr b="0" i="0" sz="2800" u="none" cap="none" strike="noStrike">
              <a:solidFill>
                <a:srgbClr val="004165"/>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55" name="Shape 1355"/>
        <p:cNvGrpSpPr/>
        <p:nvPr/>
      </p:nvGrpSpPr>
      <p:grpSpPr>
        <a:xfrm>
          <a:off x="0" y="0"/>
          <a:ext cx="0" cy="0"/>
          <a:chOff x="0" y="0"/>
          <a:chExt cx="0" cy="0"/>
        </a:xfrm>
      </p:grpSpPr>
      <p:sp>
        <p:nvSpPr>
          <p:cNvPr id="1356" name="Google Shape;1356;p20"/>
          <p:cNvSpPr txBox="1"/>
          <p:nvPr>
            <p:ph type="title"/>
          </p:nvPr>
        </p:nvSpPr>
        <p:spPr>
          <a:xfrm>
            <a:off x="277934" y="295773"/>
            <a:ext cx="3438660" cy="884098"/>
          </a:xfrm>
          <a:prstGeom prst="rect">
            <a:avLst/>
          </a:prstGeom>
          <a:solidFill>
            <a:schemeClr val="lt1">
              <a:alpha val="50196"/>
            </a:schemeClr>
          </a:solid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rgbClr val="004165"/>
              </a:buClr>
              <a:buSzPct val="100000"/>
              <a:buNone/>
            </a:pPr>
            <a:r>
              <a:rPr lang="en-US">
                <a:solidFill>
                  <a:srgbClr val="004165"/>
                </a:solidFill>
              </a:rPr>
              <a:t>Dealing with the </a:t>
            </a:r>
            <a:br>
              <a:rPr lang="en-US">
                <a:solidFill>
                  <a:srgbClr val="004165"/>
                </a:solidFill>
              </a:rPr>
            </a:br>
            <a:r>
              <a:rPr lang="en-US">
                <a:solidFill>
                  <a:srgbClr val="004165"/>
                </a:solidFill>
              </a:rPr>
              <a:t>unexpected</a:t>
            </a:r>
            <a:endParaRPr/>
          </a:p>
        </p:txBody>
      </p:sp>
      <p:sp>
        <p:nvSpPr>
          <p:cNvPr id="1357" name="Google Shape;1357;p20"/>
          <p:cNvSpPr txBox="1"/>
          <p:nvPr>
            <p:ph idx="1" type="body"/>
          </p:nvPr>
        </p:nvSpPr>
        <p:spPr>
          <a:xfrm>
            <a:off x="277933" y="1520042"/>
            <a:ext cx="3438661" cy="2373532"/>
          </a:xfrm>
          <a:prstGeom prst="rect">
            <a:avLst/>
          </a:prstGeom>
          <a:solidFill>
            <a:schemeClr val="lt1">
              <a:alpha val="50196"/>
            </a:schemeClr>
          </a:solid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4165"/>
              </a:buClr>
              <a:buSzPts val="2800"/>
              <a:buChar char="•"/>
            </a:pPr>
            <a:r>
              <a:rPr lang="en-US">
                <a:solidFill>
                  <a:srgbClr val="004165"/>
                </a:solidFill>
              </a:rPr>
              <a:t>Member Responsibility</a:t>
            </a:r>
            <a:endParaRPr/>
          </a:p>
          <a:p>
            <a:pPr indent="-228600" lvl="0" marL="228600" rtl="0" algn="l">
              <a:lnSpc>
                <a:spcPct val="90000"/>
              </a:lnSpc>
              <a:spcBef>
                <a:spcPts val="1000"/>
              </a:spcBef>
              <a:spcAft>
                <a:spcPts val="0"/>
              </a:spcAft>
              <a:buClr>
                <a:srgbClr val="004165"/>
              </a:buClr>
              <a:buSzPts val="2800"/>
              <a:buChar char="•"/>
            </a:pPr>
            <a:r>
              <a:rPr lang="en-US">
                <a:solidFill>
                  <a:srgbClr val="004165"/>
                </a:solidFill>
              </a:rPr>
              <a:t>Contingency Planning</a:t>
            </a:r>
            <a:endParaRPr/>
          </a:p>
          <a:p>
            <a:pPr indent="-228600" lvl="0" marL="228600" rtl="0" algn="l">
              <a:lnSpc>
                <a:spcPct val="90000"/>
              </a:lnSpc>
              <a:spcBef>
                <a:spcPts val="1000"/>
              </a:spcBef>
              <a:spcAft>
                <a:spcPts val="0"/>
              </a:spcAft>
              <a:buClr>
                <a:srgbClr val="004165"/>
              </a:buClr>
              <a:buSzPts val="2800"/>
              <a:buChar char="•"/>
            </a:pPr>
            <a:r>
              <a:rPr lang="en-US">
                <a:solidFill>
                  <a:srgbClr val="004165"/>
                </a:solidFill>
              </a:rPr>
              <a:t>Culture of A.R.T.S.</a:t>
            </a:r>
            <a:endParaRPr/>
          </a:p>
          <a:p>
            <a:pPr indent="-50800" lvl="0" marL="228600" rtl="0" algn="l">
              <a:lnSpc>
                <a:spcPct val="90000"/>
              </a:lnSpc>
              <a:spcBef>
                <a:spcPts val="1000"/>
              </a:spcBef>
              <a:spcAft>
                <a:spcPts val="0"/>
              </a:spcAft>
              <a:buClr>
                <a:schemeClr val="dk1"/>
              </a:buClr>
              <a:buSzPts val="2800"/>
              <a:buNone/>
            </a:pPr>
            <a:r>
              <a:t/>
            </a:r>
            <a:endParaRPr>
              <a:solidFill>
                <a:srgbClr val="004165"/>
              </a:solidFil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2" name="Shape 1362"/>
        <p:cNvGrpSpPr/>
        <p:nvPr/>
      </p:nvGrpSpPr>
      <p:grpSpPr>
        <a:xfrm>
          <a:off x="0" y="0"/>
          <a:ext cx="0" cy="0"/>
          <a:chOff x="0" y="0"/>
          <a:chExt cx="0" cy="0"/>
        </a:xfrm>
      </p:grpSpPr>
      <p:sp>
        <p:nvSpPr>
          <p:cNvPr id="1363" name="Google Shape;1363;p21"/>
          <p:cNvSpPr txBox="1"/>
          <p:nvPr>
            <p:ph type="title"/>
          </p:nvPr>
        </p:nvSpPr>
        <p:spPr>
          <a:xfrm>
            <a:off x="7226710" y="295773"/>
            <a:ext cx="4698590"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600"/>
              <a:buNone/>
            </a:pPr>
            <a:r>
              <a:rPr lang="en-US">
                <a:solidFill>
                  <a:srgbClr val="FFFFFF"/>
                </a:solidFill>
              </a:rPr>
              <a:t>Time Management</a:t>
            </a:r>
            <a:endParaRPr/>
          </a:p>
        </p:txBody>
      </p:sp>
      <p:sp>
        <p:nvSpPr>
          <p:cNvPr id="1364" name="Google Shape;1364;p21"/>
          <p:cNvSpPr txBox="1"/>
          <p:nvPr>
            <p:ph idx="1" type="body"/>
          </p:nvPr>
        </p:nvSpPr>
        <p:spPr>
          <a:xfrm>
            <a:off x="7226710" y="2684205"/>
            <a:ext cx="4570771" cy="103098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FFF"/>
              </a:buClr>
              <a:buSzPts val="2800"/>
              <a:buChar char="•"/>
            </a:pPr>
            <a:r>
              <a:rPr b="1" lang="en-US">
                <a:solidFill>
                  <a:srgbClr val="FFFFFF"/>
                </a:solidFill>
              </a:rPr>
              <a:t>Timed Meeting Agendas</a:t>
            </a:r>
            <a:endParaRPr/>
          </a:p>
          <a:p>
            <a:pPr indent="-228600" lvl="0" marL="228600" rtl="0" algn="l">
              <a:lnSpc>
                <a:spcPct val="90000"/>
              </a:lnSpc>
              <a:spcBef>
                <a:spcPts val="1000"/>
              </a:spcBef>
              <a:spcAft>
                <a:spcPts val="0"/>
              </a:spcAft>
              <a:buClr>
                <a:srgbClr val="FFFFFF"/>
              </a:buClr>
              <a:buSzPts val="2800"/>
              <a:buChar char="•"/>
            </a:pPr>
            <a:r>
              <a:rPr b="1" lang="en-US">
                <a:solidFill>
                  <a:srgbClr val="FFFFFF"/>
                </a:solidFill>
              </a:rPr>
              <a:t>Adjust Meeting Roles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9" name="Shape 1369"/>
        <p:cNvGrpSpPr/>
        <p:nvPr/>
      </p:nvGrpSpPr>
      <p:grpSpPr>
        <a:xfrm>
          <a:off x="0" y="0"/>
          <a:ext cx="0" cy="0"/>
          <a:chOff x="0" y="0"/>
          <a:chExt cx="0" cy="0"/>
        </a:xfrm>
      </p:grpSpPr>
      <p:sp>
        <p:nvSpPr>
          <p:cNvPr id="1370" name="Google Shape;1370;p22"/>
          <p:cNvSpPr txBox="1"/>
          <p:nvPr>
            <p:ph type="title"/>
          </p:nvPr>
        </p:nvSpPr>
        <p:spPr>
          <a:xfrm>
            <a:off x="277934" y="295773"/>
            <a:ext cx="11670226" cy="937282"/>
          </a:xfrm>
          <a:prstGeom prst="rect">
            <a:avLst/>
          </a:prstGeom>
          <a:solidFill>
            <a:srgbClr val="080808">
              <a:alpha val="40000"/>
            </a:srgbClr>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None/>
            </a:pPr>
            <a:r>
              <a:rPr lang="en-US" sz="4400">
                <a:solidFill>
                  <a:schemeClr val="lt1"/>
                </a:solidFill>
              </a:rPr>
              <a:t>VPE Recipe for Success</a:t>
            </a:r>
            <a:endParaRPr sz="4400"/>
          </a:p>
        </p:txBody>
      </p:sp>
      <p:sp>
        <p:nvSpPr>
          <p:cNvPr id="1371" name="Google Shape;1371;p22"/>
          <p:cNvSpPr txBox="1"/>
          <p:nvPr/>
        </p:nvSpPr>
        <p:spPr>
          <a:xfrm>
            <a:off x="277935" y="2946400"/>
            <a:ext cx="4076351" cy="2962787"/>
          </a:xfrm>
          <a:prstGeom prst="rect">
            <a:avLst/>
          </a:prstGeom>
          <a:solidFill>
            <a:srgbClr val="080808">
              <a:alpha val="40000"/>
            </a:srgbClr>
          </a:solid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rgbClr val="DCDCDC"/>
              </a:buClr>
              <a:buSzPts val="2400"/>
              <a:buFont typeface="Noto Sans Symbols"/>
              <a:buChar char="▪"/>
            </a:pPr>
            <a:r>
              <a:rPr b="1" lang="en-US" sz="2400">
                <a:solidFill>
                  <a:srgbClr val="DCDCDC"/>
                </a:solidFill>
                <a:latin typeface="Arial"/>
                <a:ea typeface="Arial"/>
                <a:cs typeface="Arial"/>
                <a:sym typeface="Arial"/>
              </a:rPr>
              <a:t>Know</a:t>
            </a:r>
            <a:r>
              <a:rPr lang="en-US" sz="2400">
                <a:solidFill>
                  <a:srgbClr val="DCDCDC"/>
                </a:solidFill>
                <a:latin typeface="Arial"/>
                <a:ea typeface="Arial"/>
                <a:cs typeface="Arial"/>
                <a:sym typeface="Arial"/>
              </a:rPr>
              <a:t> your members and their goals</a:t>
            </a:r>
            <a:endParaRPr/>
          </a:p>
          <a:p>
            <a:pPr indent="-228600" lvl="0" marL="228600" marR="0" rtl="0" algn="l">
              <a:lnSpc>
                <a:spcPct val="90000"/>
              </a:lnSpc>
              <a:spcBef>
                <a:spcPts val="1000"/>
              </a:spcBef>
              <a:spcAft>
                <a:spcPts val="0"/>
              </a:spcAft>
              <a:buClr>
                <a:srgbClr val="DCDCDC"/>
              </a:buClr>
              <a:buSzPts val="2400"/>
              <a:buFont typeface="Noto Sans Symbols"/>
              <a:buChar char="▪"/>
            </a:pPr>
            <a:r>
              <a:rPr b="1" lang="en-US" sz="2400">
                <a:solidFill>
                  <a:srgbClr val="DCDCDC"/>
                </a:solidFill>
                <a:latin typeface="Arial"/>
                <a:ea typeface="Arial"/>
                <a:cs typeface="Arial"/>
                <a:sym typeface="Arial"/>
              </a:rPr>
              <a:t>Plan</a:t>
            </a:r>
            <a:r>
              <a:rPr lang="en-US" sz="2400">
                <a:solidFill>
                  <a:srgbClr val="DCDCDC"/>
                </a:solidFill>
                <a:latin typeface="Arial"/>
                <a:ea typeface="Arial"/>
                <a:cs typeface="Arial"/>
                <a:sym typeface="Arial"/>
              </a:rPr>
              <a:t> club meetings well in advance</a:t>
            </a:r>
            <a:endParaRPr/>
          </a:p>
          <a:p>
            <a:pPr indent="-228600" lvl="0" marL="228600" marR="0" rtl="0" algn="l">
              <a:lnSpc>
                <a:spcPct val="90000"/>
              </a:lnSpc>
              <a:spcBef>
                <a:spcPts val="1000"/>
              </a:spcBef>
              <a:spcAft>
                <a:spcPts val="0"/>
              </a:spcAft>
              <a:buClr>
                <a:srgbClr val="DCDCDC"/>
              </a:buClr>
              <a:buSzPts val="2400"/>
              <a:buFont typeface="Noto Sans Symbols"/>
              <a:buChar char="▪"/>
            </a:pPr>
            <a:r>
              <a:rPr b="1" lang="en-US" sz="2400">
                <a:solidFill>
                  <a:srgbClr val="DCDCDC"/>
                </a:solidFill>
                <a:latin typeface="Arial"/>
                <a:ea typeface="Arial"/>
                <a:cs typeface="Arial"/>
                <a:sym typeface="Arial"/>
              </a:rPr>
              <a:t>Communicate</a:t>
            </a:r>
            <a:r>
              <a:rPr lang="en-US" sz="2400">
                <a:solidFill>
                  <a:srgbClr val="DCDCDC"/>
                </a:solidFill>
                <a:latin typeface="Arial"/>
                <a:ea typeface="Arial"/>
                <a:cs typeface="Arial"/>
                <a:sym typeface="Arial"/>
              </a:rPr>
              <a:t> clearly, concisely, and often</a:t>
            </a:r>
            <a:endParaRPr/>
          </a:p>
          <a:p>
            <a:pPr indent="-228600" lvl="0" marL="228600" marR="0" rtl="0" algn="l">
              <a:lnSpc>
                <a:spcPct val="90000"/>
              </a:lnSpc>
              <a:spcBef>
                <a:spcPts val="1000"/>
              </a:spcBef>
              <a:spcAft>
                <a:spcPts val="0"/>
              </a:spcAft>
              <a:buClr>
                <a:srgbClr val="DCDCDC"/>
              </a:buClr>
              <a:buSzPts val="2400"/>
              <a:buFont typeface="Noto Sans Symbols"/>
              <a:buChar char="▪"/>
            </a:pPr>
            <a:r>
              <a:rPr b="1" lang="en-US" sz="2400">
                <a:solidFill>
                  <a:srgbClr val="DCDCDC"/>
                </a:solidFill>
                <a:latin typeface="Arial"/>
                <a:ea typeface="Arial"/>
                <a:cs typeface="Arial"/>
                <a:sym typeface="Arial"/>
              </a:rPr>
              <a:t>Encourage</a:t>
            </a:r>
            <a:r>
              <a:rPr lang="en-US" sz="2400">
                <a:solidFill>
                  <a:srgbClr val="DCDCDC"/>
                </a:solidFill>
                <a:latin typeface="Arial"/>
                <a:ea typeface="Arial"/>
                <a:cs typeface="Arial"/>
                <a:sym typeface="Arial"/>
              </a:rPr>
              <a:t> proactively</a:t>
            </a:r>
            <a:endParaRPr/>
          </a:p>
          <a:p>
            <a:pPr indent="-50800" lvl="0" marL="228600" marR="0" rtl="0" algn="l">
              <a:lnSpc>
                <a:spcPct val="90000"/>
              </a:lnSpc>
              <a:spcBef>
                <a:spcPts val="1000"/>
              </a:spcBef>
              <a:spcAft>
                <a:spcPts val="0"/>
              </a:spcAft>
              <a:buClr>
                <a:schemeClr val="lt1"/>
              </a:buClr>
              <a:buSzPts val="2800"/>
              <a:buFont typeface="Arial"/>
              <a:buNone/>
            </a:pPr>
            <a:r>
              <a:t/>
            </a:r>
            <a:endParaRPr sz="2800">
              <a:solidFill>
                <a:schemeClr val="lt1"/>
              </a:solidFill>
              <a:latin typeface="Arial"/>
              <a:ea typeface="Arial"/>
              <a:cs typeface="Arial"/>
              <a:sym typeface="Arial"/>
            </a:endParaRPr>
          </a:p>
          <a:p>
            <a:pPr indent="-50800" lvl="0" marL="228600" marR="0" rtl="0" algn="l">
              <a:lnSpc>
                <a:spcPct val="90000"/>
              </a:lnSpc>
              <a:spcBef>
                <a:spcPts val="1000"/>
              </a:spcBef>
              <a:spcAft>
                <a:spcPts val="0"/>
              </a:spcAft>
              <a:buClr>
                <a:schemeClr val="lt1"/>
              </a:buClr>
              <a:buSzPts val="2800"/>
              <a:buFont typeface="Arial"/>
              <a:buNone/>
            </a:pPr>
            <a:r>
              <a:t/>
            </a:r>
            <a:endParaRPr sz="2800">
              <a:solidFill>
                <a:schemeClr val="lt1"/>
              </a:solidFill>
              <a:latin typeface="Arial"/>
              <a:ea typeface="Arial"/>
              <a:cs typeface="Arial"/>
              <a:sym typeface="Arial"/>
            </a:endParaRPr>
          </a:p>
          <a:p>
            <a:pPr indent="-50800" lvl="0" marL="228600" marR="0" rtl="0" algn="l">
              <a:lnSpc>
                <a:spcPct val="90000"/>
              </a:lnSpc>
              <a:spcBef>
                <a:spcPts val="1000"/>
              </a:spcBef>
              <a:spcAft>
                <a:spcPts val="0"/>
              </a:spcAft>
              <a:buClr>
                <a:schemeClr val="lt1"/>
              </a:buClr>
              <a:buSzPts val="2800"/>
              <a:buFont typeface="Arial"/>
              <a:buNone/>
            </a:pPr>
            <a:r>
              <a:t/>
            </a:r>
            <a:endParaRPr sz="2800">
              <a:solidFill>
                <a:schemeClr val="lt1"/>
              </a:solidFill>
              <a:latin typeface="Arial"/>
              <a:ea typeface="Arial"/>
              <a:cs typeface="Arial"/>
              <a:sym typeface="Arial"/>
            </a:endParaRPr>
          </a:p>
          <a:p>
            <a:pPr indent="-50800" lvl="0" marL="228600" marR="0" rtl="0" algn="l">
              <a:lnSpc>
                <a:spcPct val="90000"/>
              </a:lnSpc>
              <a:spcBef>
                <a:spcPts val="1000"/>
              </a:spcBef>
              <a:spcAft>
                <a:spcPts val="0"/>
              </a:spcAft>
              <a:buClr>
                <a:schemeClr val="lt1"/>
              </a:buClr>
              <a:buSzPts val="2800"/>
              <a:buFont typeface="Arial"/>
              <a:buNone/>
            </a:pPr>
            <a:r>
              <a:t/>
            </a:r>
            <a:endParaRPr sz="2800">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6" name="Shape 1376"/>
        <p:cNvGrpSpPr/>
        <p:nvPr/>
      </p:nvGrpSpPr>
      <p:grpSpPr>
        <a:xfrm>
          <a:off x="0" y="0"/>
          <a:ext cx="0" cy="0"/>
          <a:chOff x="0" y="0"/>
          <a:chExt cx="0" cy="0"/>
        </a:xfrm>
      </p:grpSpPr>
      <p:sp>
        <p:nvSpPr>
          <p:cNvPr id="1377" name="Google Shape;1377;p23"/>
          <p:cNvSpPr txBox="1"/>
          <p:nvPr/>
        </p:nvSpPr>
        <p:spPr>
          <a:xfrm>
            <a:off x="6615954" y="758769"/>
            <a:ext cx="4807784" cy="4611974"/>
          </a:xfrm>
          <a:prstGeom prst="rect">
            <a:avLst/>
          </a:prstGeom>
          <a:solidFill>
            <a:schemeClr val="lt1">
              <a:alpha val="32157"/>
            </a:schemeClr>
          </a:solid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rgbClr val="333333"/>
              </a:buClr>
              <a:buSzPts val="4000"/>
              <a:buFont typeface="Arial"/>
              <a:buNone/>
            </a:pPr>
            <a:r>
              <a:rPr b="1" lang="en-US" sz="4000">
                <a:solidFill>
                  <a:srgbClr val="333333"/>
                </a:solidFill>
                <a:latin typeface="Arial"/>
                <a:ea typeface="Arial"/>
                <a:cs typeface="Arial"/>
                <a:sym typeface="Arial"/>
              </a:rPr>
              <a:t>Resources</a:t>
            </a:r>
            <a:endParaRPr/>
          </a:p>
          <a:p>
            <a:pPr indent="-354013" lvl="0" marL="354013" marR="0" rtl="0" algn="l">
              <a:lnSpc>
                <a:spcPct val="90000"/>
              </a:lnSpc>
              <a:spcBef>
                <a:spcPts val="1000"/>
              </a:spcBef>
              <a:spcAft>
                <a:spcPts val="0"/>
              </a:spcAft>
              <a:buClr>
                <a:srgbClr val="080808"/>
              </a:buClr>
              <a:buSzPts val="2600"/>
              <a:buFont typeface="Noto Sans Symbols"/>
              <a:buChar char="▪"/>
            </a:pPr>
            <a:r>
              <a:rPr b="0" i="0" lang="en-US" sz="2600" u="none" cap="none" strike="noStrike">
                <a:solidFill>
                  <a:srgbClr val="080808"/>
                </a:solidFill>
                <a:latin typeface="Arial"/>
                <a:ea typeface="Arial"/>
                <a:cs typeface="Arial"/>
                <a:sym typeface="Arial"/>
              </a:rPr>
              <a:t>Meeting Management links</a:t>
            </a:r>
            <a:endParaRPr b="0" i="0" sz="2600" u="sng" cap="none" strike="noStrike">
              <a:solidFill>
                <a:srgbClr val="080808"/>
              </a:solidFill>
              <a:latin typeface="Arial"/>
              <a:ea typeface="Arial"/>
              <a:cs typeface="Arial"/>
              <a:sym typeface="Arial"/>
              <a:hlinkClick r:id="rId4">
                <a:extLst>
                  <a:ext uri="{A12FA001-AC4F-418D-AE19-62706E023703}">
                    <ahyp:hlinkClr val="tx"/>
                  </a:ext>
                </a:extLst>
              </a:hlinkClick>
            </a:endParaRPr>
          </a:p>
          <a:p>
            <a:pPr indent="-354013" lvl="1" marL="811213" marR="0" rtl="0" algn="l">
              <a:lnSpc>
                <a:spcPct val="90000"/>
              </a:lnSpc>
              <a:spcBef>
                <a:spcPts val="1000"/>
              </a:spcBef>
              <a:spcAft>
                <a:spcPts val="0"/>
              </a:spcAft>
              <a:buClr>
                <a:srgbClr val="080808"/>
              </a:buClr>
              <a:buSzPts val="2400"/>
              <a:buFont typeface="Noto Sans Symbols"/>
              <a:buChar char="▪"/>
            </a:pPr>
            <a:r>
              <a:rPr b="0" i="0" lang="en-US" sz="2400" u="sng" cap="none" strike="noStrike">
                <a:solidFill>
                  <a:srgbClr val="080808"/>
                </a:solidFill>
                <a:latin typeface="Arial"/>
                <a:ea typeface="Arial"/>
                <a:cs typeface="Arial"/>
                <a:sym typeface="Arial"/>
                <a:hlinkClick r:id="rId5">
                  <a:extLst>
                    <a:ext uri="{A12FA001-AC4F-418D-AE19-62706E023703}">
                      <ahyp:hlinkClr val="tx"/>
                    </a:ext>
                  </a:extLst>
                </a:hlinkClick>
              </a:rPr>
              <a:t>FTH Link</a:t>
            </a:r>
            <a:endParaRPr b="0" i="0" sz="2400" u="none" cap="none" strike="noStrike">
              <a:solidFill>
                <a:srgbClr val="080808"/>
              </a:solidFill>
              <a:latin typeface="Arial"/>
              <a:ea typeface="Arial"/>
              <a:cs typeface="Arial"/>
              <a:sym typeface="Arial"/>
            </a:endParaRPr>
          </a:p>
          <a:p>
            <a:pPr indent="-354013" lvl="1" marL="811213" marR="0" rtl="0" algn="l">
              <a:lnSpc>
                <a:spcPct val="90000"/>
              </a:lnSpc>
              <a:spcBef>
                <a:spcPts val="1000"/>
              </a:spcBef>
              <a:spcAft>
                <a:spcPts val="0"/>
              </a:spcAft>
              <a:buClr>
                <a:srgbClr val="080808"/>
              </a:buClr>
              <a:buSzPts val="2400"/>
              <a:buFont typeface="Noto Sans Symbols"/>
              <a:buChar char="▪"/>
            </a:pPr>
            <a:r>
              <a:rPr b="0" i="0" lang="en-US" sz="2400" u="sng" cap="none" strike="noStrike">
                <a:solidFill>
                  <a:srgbClr val="080808"/>
                </a:solidFill>
                <a:latin typeface="Arial"/>
                <a:ea typeface="Arial"/>
                <a:cs typeface="Arial"/>
                <a:sym typeface="Arial"/>
                <a:hlinkClick r:id="rId6">
                  <a:extLst>
                    <a:ext uri="{A12FA001-AC4F-418D-AE19-62706E023703}">
                      <ahyp:hlinkClr val="tx"/>
                    </a:ext>
                  </a:extLst>
                </a:hlinkClick>
              </a:rPr>
              <a:t>Easy-Speak FAQ</a:t>
            </a:r>
            <a:endParaRPr b="0" i="0" sz="2400" u="none" cap="none" strike="noStrike">
              <a:solidFill>
                <a:srgbClr val="080808"/>
              </a:solidFill>
              <a:latin typeface="Arial"/>
              <a:ea typeface="Arial"/>
              <a:cs typeface="Arial"/>
              <a:sym typeface="Arial"/>
            </a:endParaRPr>
          </a:p>
          <a:p>
            <a:pPr indent="-354013" lvl="0" marL="354013" marR="0" rtl="0" algn="l">
              <a:lnSpc>
                <a:spcPct val="90000"/>
              </a:lnSpc>
              <a:spcBef>
                <a:spcPts val="1000"/>
              </a:spcBef>
              <a:spcAft>
                <a:spcPts val="0"/>
              </a:spcAft>
              <a:buClr>
                <a:srgbClr val="080808"/>
              </a:buClr>
              <a:buSzPts val="2600"/>
              <a:buFont typeface="Noto Sans Symbols"/>
              <a:buChar char="▪"/>
            </a:pPr>
            <a:r>
              <a:rPr b="0" i="0" lang="en-US" sz="2600" u="none" cap="none" strike="noStrike">
                <a:solidFill>
                  <a:srgbClr val="080808"/>
                </a:solidFill>
                <a:latin typeface="Arial"/>
                <a:ea typeface="Arial"/>
                <a:cs typeface="Arial"/>
                <a:sym typeface="Arial"/>
              </a:rPr>
              <a:t>Pathways links</a:t>
            </a:r>
            <a:endParaRPr/>
          </a:p>
          <a:p>
            <a:pPr indent="-354013" lvl="1" marL="811213" marR="0" rtl="0" algn="l">
              <a:lnSpc>
                <a:spcPct val="90000"/>
              </a:lnSpc>
              <a:spcBef>
                <a:spcPts val="1000"/>
              </a:spcBef>
              <a:spcAft>
                <a:spcPts val="0"/>
              </a:spcAft>
              <a:buClr>
                <a:srgbClr val="080808"/>
              </a:buClr>
              <a:buSzPts val="2400"/>
              <a:buFont typeface="Noto Sans Symbols"/>
              <a:buChar char="▪"/>
            </a:pPr>
            <a:r>
              <a:rPr b="0" i="0" lang="en-US" sz="2400" u="sng" cap="none" strike="noStrike">
                <a:solidFill>
                  <a:srgbClr val="080808"/>
                </a:solidFill>
                <a:latin typeface="Arial"/>
                <a:ea typeface="Arial"/>
                <a:cs typeface="Arial"/>
                <a:sym typeface="Arial"/>
                <a:hlinkClick r:id="rId7">
                  <a:extLst>
                    <a:ext uri="{A12FA001-AC4F-418D-AE19-62706E023703}">
                      <ahyp:hlinkClr val="tx"/>
                    </a:ext>
                  </a:extLst>
                </a:hlinkClick>
              </a:rPr>
              <a:t>Pathways Overview</a:t>
            </a:r>
            <a:endParaRPr b="0" i="0" sz="2400" u="none" cap="none" strike="noStrike">
              <a:solidFill>
                <a:srgbClr val="080808"/>
              </a:solidFill>
              <a:latin typeface="Arial"/>
              <a:ea typeface="Arial"/>
              <a:cs typeface="Arial"/>
              <a:sym typeface="Arial"/>
            </a:endParaRPr>
          </a:p>
          <a:p>
            <a:pPr indent="-354013" lvl="1" marL="811213" marR="0" rtl="0" algn="l">
              <a:lnSpc>
                <a:spcPct val="90000"/>
              </a:lnSpc>
              <a:spcBef>
                <a:spcPts val="1000"/>
              </a:spcBef>
              <a:spcAft>
                <a:spcPts val="0"/>
              </a:spcAft>
              <a:buClr>
                <a:srgbClr val="080808"/>
              </a:buClr>
              <a:buSzPts val="2400"/>
              <a:buFont typeface="Noto Sans Symbols"/>
              <a:buChar char="▪"/>
            </a:pPr>
            <a:r>
              <a:rPr b="0" i="0" lang="en-US" sz="2400" u="sng" cap="none" strike="noStrike">
                <a:solidFill>
                  <a:srgbClr val="080808"/>
                </a:solidFill>
                <a:latin typeface="Arial"/>
                <a:ea typeface="Arial"/>
                <a:cs typeface="Arial"/>
                <a:sym typeface="Arial"/>
                <a:hlinkClick r:id="rId8">
                  <a:extLst>
                    <a:ext uri="{A12FA001-AC4F-418D-AE19-62706E023703}">
                      <ahyp:hlinkClr val="tx"/>
                    </a:ext>
                  </a:extLst>
                </a:hlinkClick>
              </a:rPr>
              <a:t>Basecamp Videos </a:t>
            </a:r>
            <a:endParaRPr b="0" i="0" sz="2400" u="none" cap="none" strike="noStrike">
              <a:solidFill>
                <a:srgbClr val="080808"/>
              </a:solidFill>
              <a:latin typeface="Arial"/>
              <a:ea typeface="Arial"/>
              <a:cs typeface="Arial"/>
              <a:sym typeface="Arial"/>
            </a:endParaRPr>
          </a:p>
          <a:p>
            <a:pPr indent="-354013" lvl="1" marL="811213" marR="0" rtl="0" algn="l">
              <a:lnSpc>
                <a:spcPct val="90000"/>
              </a:lnSpc>
              <a:spcBef>
                <a:spcPts val="1000"/>
              </a:spcBef>
              <a:spcAft>
                <a:spcPts val="0"/>
              </a:spcAft>
              <a:buClr>
                <a:srgbClr val="080808"/>
              </a:buClr>
              <a:buSzPts val="2400"/>
              <a:buFont typeface="Noto Sans Symbols"/>
              <a:buChar char="▪"/>
            </a:pPr>
            <a:r>
              <a:rPr b="0" i="0" lang="en-US" sz="2400" u="sng" cap="none" strike="noStrike">
                <a:solidFill>
                  <a:srgbClr val="080808"/>
                </a:solidFill>
                <a:latin typeface="Arial"/>
                <a:ea typeface="Arial"/>
                <a:cs typeface="Arial"/>
                <a:sym typeface="Arial"/>
                <a:hlinkClick r:id="rId9">
                  <a:extLst>
                    <a:ext uri="{A12FA001-AC4F-418D-AE19-62706E023703}">
                      <ahyp:hlinkClr val="tx"/>
                    </a:ext>
                  </a:extLst>
                </a:hlinkClick>
              </a:rPr>
              <a:t>Updates Page</a:t>
            </a:r>
            <a:endParaRPr b="0" i="0" sz="2400" u="none" cap="none" strike="noStrike">
              <a:solidFill>
                <a:srgbClr val="080808"/>
              </a:solidFill>
              <a:latin typeface="Arial"/>
              <a:ea typeface="Arial"/>
              <a:cs typeface="Arial"/>
              <a:sym typeface="Arial"/>
            </a:endParaRPr>
          </a:p>
          <a:p>
            <a:pPr indent="-354013" lvl="0" marL="354013" marR="0" rtl="0" algn="l">
              <a:lnSpc>
                <a:spcPct val="90000"/>
              </a:lnSpc>
              <a:spcBef>
                <a:spcPts val="1000"/>
              </a:spcBef>
              <a:spcAft>
                <a:spcPts val="0"/>
              </a:spcAft>
              <a:buClr>
                <a:srgbClr val="080808"/>
              </a:buClr>
              <a:buSzPts val="2600"/>
              <a:buFont typeface="Noto Sans Symbols"/>
              <a:buChar char="▪"/>
            </a:pPr>
            <a:r>
              <a:rPr b="0" i="0" lang="en-US" sz="2600" u="sng" cap="none" strike="noStrike">
                <a:solidFill>
                  <a:srgbClr val="080808"/>
                </a:solidFill>
                <a:latin typeface="Arial"/>
                <a:ea typeface="Arial"/>
                <a:cs typeface="Arial"/>
                <a:sym typeface="Arial"/>
                <a:hlinkClick r:id="rId10">
                  <a:extLst>
                    <a:ext uri="{A12FA001-AC4F-418D-AE19-62706E023703}">
                      <ahyp:hlinkClr val="tx"/>
                    </a:ext>
                  </a:extLst>
                </a:hlinkClick>
              </a:rPr>
              <a:t>Effective Club Practices</a:t>
            </a:r>
            <a:endParaRPr b="0" i="0" sz="2600" u="none" cap="none" strike="noStrike">
              <a:solidFill>
                <a:srgbClr val="080808"/>
              </a:solidFill>
              <a:latin typeface="Arial"/>
              <a:ea typeface="Arial"/>
              <a:cs typeface="Arial"/>
              <a:sym typeface="Arial"/>
            </a:endParaRPr>
          </a:p>
          <a:p>
            <a:pPr indent="-354013" lvl="0" marL="354013" marR="0" rtl="0" algn="l">
              <a:lnSpc>
                <a:spcPct val="90000"/>
              </a:lnSpc>
              <a:spcBef>
                <a:spcPts val="1000"/>
              </a:spcBef>
              <a:spcAft>
                <a:spcPts val="0"/>
              </a:spcAft>
              <a:buClr>
                <a:srgbClr val="080808"/>
              </a:buClr>
              <a:buSzPts val="2600"/>
              <a:buFont typeface="Noto Sans Symbols"/>
              <a:buChar char="▪"/>
            </a:pPr>
            <a:r>
              <a:rPr b="0" i="0" lang="en-US" sz="2600" u="sng" cap="none" strike="noStrike">
                <a:solidFill>
                  <a:srgbClr val="080808"/>
                </a:solidFill>
                <a:latin typeface="Arial"/>
                <a:ea typeface="Arial"/>
                <a:cs typeface="Arial"/>
                <a:sym typeface="Arial"/>
                <a:hlinkClick r:id="rId11">
                  <a:extLst>
                    <a:ext uri="{A12FA001-AC4F-418D-AE19-62706E023703}">
                      <ahyp:hlinkClr val="tx"/>
                    </a:ext>
                  </a:extLst>
                </a:hlinkClick>
              </a:rPr>
              <a:t>Club Excellence Curriculum</a:t>
            </a:r>
            <a:endParaRPr b="0" i="0" sz="2600" u="none" cap="none" strike="noStrike">
              <a:solidFill>
                <a:srgbClr val="080808"/>
              </a:solidFill>
              <a:latin typeface="Arial"/>
              <a:ea typeface="Arial"/>
              <a:cs typeface="Arial"/>
              <a:sym typeface="Arial"/>
            </a:endParaRPr>
          </a:p>
          <a:p>
            <a:pPr indent="-150813" lvl="0" marL="354013" marR="0" rtl="0" algn="l">
              <a:lnSpc>
                <a:spcPct val="90000"/>
              </a:lnSpc>
              <a:spcBef>
                <a:spcPts val="1000"/>
              </a:spcBef>
              <a:spcAft>
                <a:spcPts val="0"/>
              </a:spcAft>
              <a:buClr>
                <a:schemeClr val="lt1"/>
              </a:buClr>
              <a:buSzPts val="3200"/>
              <a:buFont typeface="Noto Sans Symbols"/>
              <a:buNone/>
            </a:pPr>
            <a:r>
              <a:t/>
            </a:r>
            <a:endParaRPr b="0" i="0" sz="3200" u="none" cap="none" strike="noStrike">
              <a:solidFill>
                <a:srgbClr val="080808"/>
              </a:solidFill>
              <a:latin typeface="Arial"/>
              <a:ea typeface="Arial"/>
              <a:cs typeface="Arial"/>
              <a:sym typeface="Arial"/>
            </a:endParaRPr>
          </a:p>
          <a:p>
            <a:pPr indent="-150813" lvl="0" marL="354013" marR="0" rtl="0" algn="l">
              <a:lnSpc>
                <a:spcPct val="90000"/>
              </a:lnSpc>
              <a:spcBef>
                <a:spcPts val="1000"/>
              </a:spcBef>
              <a:spcAft>
                <a:spcPts val="0"/>
              </a:spcAft>
              <a:buClr>
                <a:schemeClr val="lt1"/>
              </a:buClr>
              <a:buSzPts val="3200"/>
              <a:buFont typeface="Noto Sans Symbols"/>
              <a:buNone/>
            </a:pPr>
            <a:r>
              <a:t/>
            </a:r>
            <a:endParaRPr b="0" i="0" sz="3200" u="none" cap="none" strike="noStrike">
              <a:solidFill>
                <a:srgbClr val="080808"/>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7"/>
                                        </p:tgtEl>
                                        <p:attrNameLst>
                                          <p:attrName>style.visibility</p:attrName>
                                        </p:attrNameLst>
                                      </p:cBhvr>
                                      <p:to>
                                        <p:strVal val="visible"/>
                                      </p:to>
                                    </p:set>
                                    <p:animEffect filter="fade" transition="in">
                                      <p:cBhvr>
                                        <p:cTn dur="500"/>
                                        <p:tgtEl>
                                          <p:spTgt spid="13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82" name="Shape 1382"/>
        <p:cNvGrpSpPr/>
        <p:nvPr/>
      </p:nvGrpSpPr>
      <p:grpSpPr>
        <a:xfrm>
          <a:off x="0" y="0"/>
          <a:ext cx="0" cy="0"/>
          <a:chOff x="0" y="0"/>
          <a:chExt cx="0" cy="0"/>
        </a:xfrm>
      </p:grpSpPr>
      <p:sp>
        <p:nvSpPr>
          <p:cNvPr id="1383" name="Google Shape;1383;p24"/>
          <p:cNvSpPr txBox="1"/>
          <p:nvPr>
            <p:ph type="title"/>
          </p:nvPr>
        </p:nvSpPr>
        <p:spPr>
          <a:xfrm>
            <a:off x="2667000" y="1524000"/>
            <a:ext cx="6503866" cy="125882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4400"/>
              <a:buNone/>
            </a:pPr>
            <a:r>
              <a:rPr lang="en-US" sz="4400">
                <a:solidFill>
                  <a:schemeClr val="lt1"/>
                </a:solidFill>
              </a:rPr>
              <a:t>Questions &amp; </a:t>
            </a:r>
            <a:br>
              <a:rPr lang="en-US" sz="4400">
                <a:solidFill>
                  <a:schemeClr val="lt1"/>
                </a:solidFill>
              </a:rPr>
            </a:br>
            <a:r>
              <a:rPr lang="en-US" sz="4400">
                <a:solidFill>
                  <a:schemeClr val="lt1"/>
                </a:solidFill>
              </a:rPr>
              <a:t>Answers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88" name="Shape 1388"/>
        <p:cNvGrpSpPr/>
        <p:nvPr/>
      </p:nvGrpSpPr>
      <p:grpSpPr>
        <a:xfrm>
          <a:off x="0" y="0"/>
          <a:ext cx="0" cy="0"/>
          <a:chOff x="0" y="0"/>
          <a:chExt cx="0" cy="0"/>
        </a:xfrm>
      </p:grpSpPr>
      <p:sp>
        <p:nvSpPr>
          <p:cNvPr id="1389" name="Google Shape;1389;p25"/>
          <p:cNvSpPr txBox="1"/>
          <p:nvPr>
            <p:ph type="title"/>
          </p:nvPr>
        </p:nvSpPr>
        <p:spPr>
          <a:xfrm>
            <a:off x="7178406" y="710325"/>
            <a:ext cx="4659633" cy="649224"/>
          </a:xfrm>
          <a:prstGeom prst="rect">
            <a:avLst/>
          </a:prstGeom>
          <a:solidFill>
            <a:schemeClr val="lt1">
              <a:alpha val="65098"/>
            </a:schemeClr>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80808"/>
              </a:buClr>
              <a:buSzPts val="3600"/>
              <a:buNone/>
            </a:pPr>
            <a:r>
              <a:rPr lang="en-US">
                <a:solidFill>
                  <a:srgbClr val="080808"/>
                </a:solidFill>
              </a:rPr>
              <a:t>Next Steps</a:t>
            </a:r>
            <a:endParaRPr/>
          </a:p>
        </p:txBody>
      </p:sp>
      <p:sp>
        <p:nvSpPr>
          <p:cNvPr id="1390" name="Google Shape;1390;p25"/>
          <p:cNvSpPr txBox="1"/>
          <p:nvPr>
            <p:ph idx="1" type="body"/>
          </p:nvPr>
        </p:nvSpPr>
        <p:spPr>
          <a:xfrm>
            <a:off x="7229340" y="1980950"/>
            <a:ext cx="4608699" cy="3959546"/>
          </a:xfrm>
          <a:prstGeom prst="rect">
            <a:avLst/>
          </a:prstGeom>
          <a:solidFill>
            <a:schemeClr val="lt1">
              <a:alpha val="65098"/>
            </a:schemeClr>
          </a:solidFill>
          <a:ln>
            <a:noFill/>
          </a:ln>
        </p:spPr>
        <p:txBody>
          <a:bodyPr anchorCtr="0" anchor="t" bIns="45700" lIns="91425" spcFirstLastPara="1" rIns="91425" wrap="square" tIns="45700">
            <a:noAutofit/>
          </a:bodyPr>
          <a:lstStyle/>
          <a:p>
            <a:pPr indent="-324000" lvl="0" marL="324000" rtl="0" algn="l">
              <a:lnSpc>
                <a:spcPct val="100000"/>
              </a:lnSpc>
              <a:spcBef>
                <a:spcPts val="0"/>
              </a:spcBef>
              <a:spcAft>
                <a:spcPts val="0"/>
              </a:spcAft>
              <a:buClr>
                <a:schemeClr val="dk2"/>
              </a:buClr>
              <a:buSzPts val="2400"/>
              <a:buFont typeface="Noto Sans Symbols"/>
              <a:buChar char="▪"/>
            </a:pPr>
            <a:r>
              <a:rPr lang="en-US" sz="2400">
                <a:solidFill>
                  <a:schemeClr val="dk2"/>
                </a:solidFill>
              </a:rPr>
              <a:t>What club management software will you/do you use?</a:t>
            </a:r>
            <a:endParaRPr/>
          </a:p>
          <a:p>
            <a:pPr indent="-324000" lvl="0" marL="324000" rtl="0" algn="l">
              <a:lnSpc>
                <a:spcPct val="100000"/>
              </a:lnSpc>
              <a:spcBef>
                <a:spcPts val="1200"/>
              </a:spcBef>
              <a:spcAft>
                <a:spcPts val="0"/>
              </a:spcAft>
              <a:buClr>
                <a:schemeClr val="dk2"/>
              </a:buClr>
              <a:buSzPts val="2400"/>
              <a:buFont typeface="Noto Sans Symbols"/>
              <a:buChar char="▪"/>
            </a:pPr>
            <a:r>
              <a:rPr lang="en-US" sz="2400">
                <a:solidFill>
                  <a:schemeClr val="dk2"/>
                </a:solidFill>
              </a:rPr>
              <a:t>When will you hold your club meetings and club contests?</a:t>
            </a:r>
            <a:endParaRPr/>
          </a:p>
          <a:p>
            <a:pPr indent="-324000" lvl="0" marL="324000" rtl="0" algn="l">
              <a:lnSpc>
                <a:spcPct val="100000"/>
              </a:lnSpc>
              <a:spcBef>
                <a:spcPts val="1200"/>
              </a:spcBef>
              <a:spcAft>
                <a:spcPts val="0"/>
              </a:spcAft>
              <a:buClr>
                <a:schemeClr val="dk2"/>
              </a:buClr>
              <a:buSzPts val="2400"/>
              <a:buFont typeface="Noto Sans Symbols"/>
              <a:buChar char="▪"/>
            </a:pPr>
            <a:r>
              <a:rPr lang="en-US" sz="2400">
                <a:solidFill>
                  <a:schemeClr val="dk2"/>
                </a:solidFill>
              </a:rPr>
              <a:t>Who will serve on your Education Committee/Team?</a:t>
            </a:r>
            <a:endParaRPr sz="2400">
              <a:solidFill>
                <a:schemeClr val="dk2"/>
              </a:solidFill>
            </a:endParaRPr>
          </a:p>
          <a:p>
            <a:pPr indent="-324000" lvl="0" marL="324000" rtl="0" algn="l">
              <a:lnSpc>
                <a:spcPct val="100000"/>
              </a:lnSpc>
              <a:spcBef>
                <a:spcPts val="1200"/>
              </a:spcBef>
              <a:spcAft>
                <a:spcPts val="0"/>
              </a:spcAft>
              <a:buClr>
                <a:schemeClr val="dk2"/>
              </a:buClr>
              <a:buSzPts val="2400"/>
              <a:buFont typeface="Noto Sans Symbols"/>
              <a:buChar char="▪"/>
            </a:pPr>
            <a:r>
              <a:rPr lang="en-US" sz="2400">
                <a:solidFill>
                  <a:schemeClr val="dk2"/>
                </a:solidFill>
              </a:rPr>
              <a:t>What are the goals of your members to achieve through Pathways?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0" st="0"/>
                                            </p:txEl>
                                          </p:spTgt>
                                        </p:tgtEl>
                                        <p:attrNameLst>
                                          <p:attrName>style.visibility</p:attrName>
                                        </p:attrNameLst>
                                      </p:cBhvr>
                                      <p:to>
                                        <p:strVal val="visible"/>
                                      </p:to>
                                    </p:set>
                                    <p:animEffect filter="fade" transition="in">
                                      <p:cBhvr>
                                        <p:cTn dur="500"/>
                                        <p:tgtEl>
                                          <p:spTgt spid="13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1" st="1"/>
                                            </p:txEl>
                                          </p:spTgt>
                                        </p:tgtEl>
                                        <p:attrNameLst>
                                          <p:attrName>style.visibility</p:attrName>
                                        </p:attrNameLst>
                                      </p:cBhvr>
                                      <p:to>
                                        <p:strVal val="visible"/>
                                      </p:to>
                                    </p:set>
                                    <p:animEffect filter="fade" transition="in">
                                      <p:cBhvr>
                                        <p:cTn dur="500"/>
                                        <p:tgtEl>
                                          <p:spTgt spid="13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2" st="2"/>
                                            </p:txEl>
                                          </p:spTgt>
                                        </p:tgtEl>
                                        <p:attrNameLst>
                                          <p:attrName>style.visibility</p:attrName>
                                        </p:attrNameLst>
                                      </p:cBhvr>
                                      <p:to>
                                        <p:strVal val="visible"/>
                                      </p:to>
                                    </p:set>
                                    <p:animEffect filter="fade" transition="in">
                                      <p:cBhvr>
                                        <p:cTn dur="500"/>
                                        <p:tgtEl>
                                          <p:spTgt spid="13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0">
                                            <p:txEl>
                                              <p:pRg end="3" st="3"/>
                                            </p:txEl>
                                          </p:spTgt>
                                        </p:tgtEl>
                                        <p:attrNameLst>
                                          <p:attrName>style.visibility</p:attrName>
                                        </p:attrNameLst>
                                      </p:cBhvr>
                                      <p:to>
                                        <p:strVal val="visible"/>
                                      </p:to>
                                    </p:set>
                                    <p:animEffect filter="fade" transition="in">
                                      <p:cBhvr>
                                        <p:cTn dur="500"/>
                                        <p:tgtEl>
                                          <p:spTgt spid="139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5" name="Shape 1395"/>
        <p:cNvGrpSpPr/>
        <p:nvPr/>
      </p:nvGrpSpPr>
      <p:grpSpPr>
        <a:xfrm>
          <a:off x="0" y="0"/>
          <a:ext cx="0" cy="0"/>
          <a:chOff x="0" y="0"/>
          <a:chExt cx="0" cy="0"/>
        </a:xfrm>
      </p:grpSpPr>
      <p:sp>
        <p:nvSpPr>
          <p:cNvPr id="1396" name="Google Shape;1396;p26"/>
          <p:cNvSpPr txBox="1"/>
          <p:nvPr>
            <p:ph type="title"/>
          </p:nvPr>
        </p:nvSpPr>
        <p:spPr>
          <a:xfrm>
            <a:off x="403487" y="309101"/>
            <a:ext cx="5692513" cy="764932"/>
          </a:xfrm>
          <a:prstGeom prst="rect">
            <a:avLst/>
          </a:prstGeom>
          <a:solidFill>
            <a:srgbClr val="FFFFFF">
              <a:alpha val="50196"/>
            </a:srgbClr>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accent6"/>
              </a:buClr>
              <a:buSzPct val="100000"/>
              <a:buNone/>
            </a:pPr>
            <a:r>
              <a:rPr lang="en-US">
                <a:solidFill>
                  <a:schemeClr val="accent6"/>
                </a:solidFill>
              </a:rPr>
              <a:t>First 90 Days – Quick Wins</a:t>
            </a:r>
            <a:endParaRPr>
              <a:solidFill>
                <a:schemeClr val="accent6"/>
              </a:solidFill>
            </a:endParaRPr>
          </a:p>
        </p:txBody>
      </p:sp>
      <p:sp>
        <p:nvSpPr>
          <p:cNvPr id="1397" name="Google Shape;1397;p26"/>
          <p:cNvSpPr txBox="1"/>
          <p:nvPr/>
        </p:nvSpPr>
        <p:spPr>
          <a:xfrm>
            <a:off x="403487" y="1497553"/>
            <a:ext cx="5692514" cy="4348611"/>
          </a:xfrm>
          <a:prstGeom prst="rect">
            <a:avLst/>
          </a:prstGeom>
          <a:solidFill>
            <a:srgbClr val="FFFFFF">
              <a:alpha val="50196"/>
            </a:srgbClr>
          </a:solidFill>
          <a:ln>
            <a:noFill/>
          </a:ln>
        </p:spPr>
        <p:txBody>
          <a:bodyPr anchorCtr="0" anchor="t" bIns="45700" lIns="91425" spcFirstLastPara="1" rIns="91425" wrap="square" tIns="45700">
            <a:normAutofit/>
          </a:bodyPr>
          <a:lstStyle/>
          <a:p>
            <a:pPr indent="-347663" lvl="0" marL="347663" marR="0" rtl="0" algn="l">
              <a:lnSpc>
                <a:spcPct val="100000"/>
              </a:lnSpc>
              <a:spcBef>
                <a:spcPts val="0"/>
              </a:spcBef>
              <a:spcAft>
                <a:spcPts val="0"/>
              </a:spcAft>
              <a:buClr>
                <a:srgbClr val="004165"/>
              </a:buClr>
              <a:buSzPts val="2400"/>
              <a:buFont typeface="Noto Sans Symbols"/>
              <a:buChar char="▪"/>
            </a:pPr>
            <a:r>
              <a:rPr b="0" i="0" lang="en-US" sz="2400" u="none" cap="none" strike="noStrike">
                <a:solidFill>
                  <a:srgbClr val="004165"/>
                </a:solidFill>
                <a:latin typeface="Arial"/>
                <a:ea typeface="Arial"/>
                <a:cs typeface="Arial"/>
                <a:sym typeface="Arial"/>
              </a:rPr>
              <a:t>Contribute to the Club Success Plan  </a:t>
            </a:r>
            <a:endParaRPr/>
          </a:p>
          <a:p>
            <a:pPr indent="-347663" lvl="0" marL="347663" marR="0" rtl="0" algn="l">
              <a:lnSpc>
                <a:spcPct val="100000"/>
              </a:lnSpc>
              <a:spcBef>
                <a:spcPts val="1000"/>
              </a:spcBef>
              <a:spcAft>
                <a:spcPts val="0"/>
              </a:spcAft>
              <a:buClr>
                <a:srgbClr val="004165"/>
              </a:buClr>
              <a:buSzPts val="2400"/>
              <a:buFont typeface="Noto Sans Symbols"/>
              <a:buChar char="▪"/>
            </a:pPr>
            <a:r>
              <a:rPr b="0" i="0" lang="en-US" sz="2400" u="none" cap="none" strike="noStrike">
                <a:solidFill>
                  <a:srgbClr val="004165"/>
                </a:solidFill>
                <a:latin typeface="Arial"/>
                <a:ea typeface="Arial"/>
                <a:cs typeface="Arial"/>
                <a:sym typeface="Arial"/>
              </a:rPr>
              <a:t>Schedule all club meetings and special events for the year</a:t>
            </a:r>
            <a:endParaRPr/>
          </a:p>
          <a:p>
            <a:pPr indent="-347663" lvl="0" marL="347663" marR="0" rtl="0" algn="l">
              <a:lnSpc>
                <a:spcPct val="100000"/>
              </a:lnSpc>
              <a:spcBef>
                <a:spcPts val="1000"/>
              </a:spcBef>
              <a:spcAft>
                <a:spcPts val="0"/>
              </a:spcAft>
              <a:buClr>
                <a:srgbClr val="004165"/>
              </a:buClr>
              <a:buSzPts val="2400"/>
              <a:buFont typeface="Noto Sans Symbols"/>
              <a:buChar char="▪"/>
            </a:pPr>
            <a:r>
              <a:rPr lang="en-US" sz="2400">
                <a:solidFill>
                  <a:srgbClr val="004165"/>
                </a:solidFill>
                <a:latin typeface="Arial"/>
                <a:ea typeface="Arial"/>
                <a:cs typeface="Arial"/>
                <a:sym typeface="Arial"/>
              </a:rPr>
              <a:t>Become familiar with your club’s educational tracking tools</a:t>
            </a:r>
            <a:endParaRPr/>
          </a:p>
          <a:p>
            <a:pPr indent="-347663" lvl="0" marL="347663" marR="0" rtl="0" algn="l">
              <a:lnSpc>
                <a:spcPct val="100000"/>
              </a:lnSpc>
              <a:spcBef>
                <a:spcPts val="1000"/>
              </a:spcBef>
              <a:spcAft>
                <a:spcPts val="0"/>
              </a:spcAft>
              <a:buClr>
                <a:srgbClr val="004165"/>
              </a:buClr>
              <a:buSzPts val="2400"/>
              <a:buFont typeface="Noto Sans Symbols"/>
              <a:buChar char="▪"/>
            </a:pPr>
            <a:r>
              <a:rPr b="0" i="0" lang="en-US" sz="2400" u="none" cap="none" strike="noStrike">
                <a:solidFill>
                  <a:srgbClr val="004165"/>
                </a:solidFill>
                <a:latin typeface="Arial"/>
                <a:ea typeface="Arial"/>
                <a:cs typeface="Arial"/>
                <a:sym typeface="Arial"/>
              </a:rPr>
              <a:t>Review member status in Pathways</a:t>
            </a:r>
            <a:endParaRPr/>
          </a:p>
          <a:p>
            <a:pPr indent="-347663" lvl="0" marL="347663" marR="0" rtl="0" algn="l">
              <a:lnSpc>
                <a:spcPct val="100000"/>
              </a:lnSpc>
              <a:spcBef>
                <a:spcPts val="1000"/>
              </a:spcBef>
              <a:spcAft>
                <a:spcPts val="0"/>
              </a:spcAft>
              <a:buClr>
                <a:srgbClr val="004165"/>
              </a:buClr>
              <a:buSzPts val="2400"/>
              <a:buFont typeface="Noto Sans Symbols"/>
              <a:buChar char="▪"/>
            </a:pPr>
            <a:r>
              <a:rPr b="0" i="0" lang="en-US" sz="2400" u="none" cap="none" strike="noStrike">
                <a:solidFill>
                  <a:srgbClr val="004165"/>
                </a:solidFill>
                <a:latin typeface="Arial"/>
                <a:ea typeface="Arial"/>
                <a:cs typeface="Arial"/>
                <a:sym typeface="Arial"/>
              </a:rPr>
              <a:t>Connect personally with members</a:t>
            </a:r>
            <a:endParaRPr/>
          </a:p>
          <a:p>
            <a:pPr indent="-347663" lvl="0" marL="347663" marR="0" rtl="0" algn="l">
              <a:lnSpc>
                <a:spcPct val="100000"/>
              </a:lnSpc>
              <a:spcBef>
                <a:spcPts val="1000"/>
              </a:spcBef>
              <a:spcAft>
                <a:spcPts val="0"/>
              </a:spcAft>
              <a:buClr>
                <a:srgbClr val="004165"/>
              </a:buClr>
              <a:buSzPts val="2400"/>
              <a:buFont typeface="Noto Sans Symbols"/>
              <a:buChar char="▪"/>
            </a:pPr>
            <a:r>
              <a:rPr b="0" i="0" lang="en-US" sz="2400" u="none" cap="none" strike="noStrike">
                <a:solidFill>
                  <a:srgbClr val="004165"/>
                </a:solidFill>
                <a:latin typeface="Arial"/>
                <a:ea typeface="Arial"/>
                <a:cs typeface="Arial"/>
                <a:sym typeface="Arial"/>
              </a:rPr>
              <a:t>Find the best communication tool</a:t>
            </a:r>
            <a:endParaRPr/>
          </a:p>
          <a:p>
            <a:pPr indent="-347663" lvl="0" marL="347663" marR="0" rtl="0" algn="l">
              <a:lnSpc>
                <a:spcPct val="100000"/>
              </a:lnSpc>
              <a:spcBef>
                <a:spcPts val="1000"/>
              </a:spcBef>
              <a:spcAft>
                <a:spcPts val="0"/>
              </a:spcAft>
              <a:buClr>
                <a:srgbClr val="004165"/>
              </a:buClr>
              <a:buSzPts val="2400"/>
              <a:buFont typeface="Noto Sans Symbols"/>
              <a:buChar char="▪"/>
            </a:pPr>
            <a:r>
              <a:rPr b="0" i="0" lang="en-US" sz="2400" u="none" cap="none" strike="noStrike">
                <a:solidFill>
                  <a:srgbClr val="004165"/>
                </a:solidFill>
                <a:latin typeface="Arial"/>
                <a:ea typeface="Arial"/>
                <a:cs typeface="Arial"/>
                <a:sym typeface="Arial"/>
              </a:rPr>
              <a:t>Recruit your Education Team</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27"/>
          <p:cNvSpPr txBox="1"/>
          <p:nvPr/>
        </p:nvSpPr>
        <p:spPr>
          <a:xfrm>
            <a:off x="1471612" y="3218306"/>
            <a:ext cx="9329737" cy="17543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FFFF"/>
              </a:buClr>
              <a:buSzPts val="3600"/>
              <a:buFont typeface="Arial"/>
              <a:buNone/>
            </a:pPr>
            <a:r>
              <a:rPr b="1" i="1" lang="en-US" sz="3600" u="none" cap="none" strike="noStrike">
                <a:solidFill>
                  <a:srgbClr val="FFFFFF"/>
                </a:solidFill>
                <a:latin typeface="Arial"/>
                <a:ea typeface="Arial"/>
                <a:cs typeface="Arial"/>
                <a:sym typeface="Arial"/>
              </a:rPr>
              <a:t>Build Momentum in Your Club—Act Now!</a:t>
            </a:r>
            <a:endParaRPr/>
          </a:p>
          <a:p>
            <a:pPr indent="0" lvl="0" marL="0" marR="0" rtl="0" algn="ctr">
              <a:lnSpc>
                <a:spcPct val="100000"/>
              </a:lnSpc>
              <a:spcBef>
                <a:spcPts val="0"/>
              </a:spcBef>
              <a:spcAft>
                <a:spcPts val="0"/>
              </a:spcAft>
              <a:buClr>
                <a:schemeClr val="lt1"/>
              </a:buClr>
              <a:buSzPts val="3600"/>
              <a:buFont typeface="Arial"/>
              <a:buNone/>
            </a:pPr>
            <a:r>
              <a:t/>
            </a:r>
            <a:endParaRPr b="1" i="0" sz="36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FFFFFF"/>
              </a:buClr>
              <a:buSzPts val="3600"/>
              <a:buFont typeface="Arial"/>
              <a:buNone/>
            </a:pPr>
            <a:r>
              <a:rPr b="1" i="0" lang="en-US" sz="3600" u="none" cap="none" strike="noStrike">
                <a:solidFill>
                  <a:srgbClr val="FFFFFF"/>
                </a:solidFill>
                <a:latin typeface="Arial"/>
                <a:ea typeface="Arial"/>
                <a:cs typeface="Arial"/>
                <a:sym typeface="Arial"/>
              </a:rPr>
              <a:t>Thank you for serving as a club officer!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I Corporate: 4x3 – Title &amp; Content">
  <a:themeElements>
    <a:clrScheme name="Custom 8">
      <a:dk1>
        <a:srgbClr val="132E3E"/>
      </a:dk1>
      <a:lt1>
        <a:srgbClr val="FFFFFF"/>
      </a:lt1>
      <a:dk2>
        <a:srgbClr val="000000"/>
      </a:dk2>
      <a:lt2>
        <a:srgbClr val="C8C8C8"/>
      </a:lt2>
      <a:accent1>
        <a:srgbClr val="294364"/>
      </a:accent1>
      <a:accent2>
        <a:srgbClr val="652936"/>
      </a:accent2>
      <a:accent3>
        <a:srgbClr val="FFFFFF"/>
      </a:accent3>
      <a:accent4>
        <a:srgbClr val="000000"/>
      </a:accent4>
      <a:accent5>
        <a:srgbClr val="ACB0B8"/>
      </a:accent5>
      <a:accent6>
        <a:srgbClr val="5B2430"/>
      </a:accent6>
      <a:hlink>
        <a:srgbClr val="777777"/>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Toastmasters Theme Light Mode">
  <a:themeElements>
    <a:clrScheme name="Toastmasters">
      <a:dk1>
        <a:srgbClr val="333333"/>
      </a:dk1>
      <a:lt1>
        <a:srgbClr val="FFFFFF"/>
      </a:lt1>
      <a:dk2>
        <a:srgbClr val="012838"/>
      </a:dk2>
      <a:lt2>
        <a:srgbClr val="F5F5F5"/>
      </a:lt2>
      <a:accent1>
        <a:srgbClr val="B3C3D3"/>
      </a:accent1>
      <a:accent2>
        <a:srgbClr val="7B98B2"/>
      </a:accent2>
      <a:accent3>
        <a:srgbClr val="497593"/>
      </a:accent3>
      <a:accent4>
        <a:srgbClr val="0B5879"/>
      </a:accent4>
      <a:accent5>
        <a:srgbClr val="004061"/>
      </a:accent5>
      <a:accent6>
        <a:srgbClr val="004165"/>
      </a:accent6>
      <a:hlink>
        <a:srgbClr val="0248C2"/>
      </a:hlink>
      <a:folHlink>
        <a:srgbClr val="0248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oastmasters Theme Dark Mode">
  <a:themeElements>
    <a:clrScheme name="Toastmasters">
      <a:dk1>
        <a:srgbClr val="333333"/>
      </a:dk1>
      <a:lt1>
        <a:srgbClr val="FFFFFF"/>
      </a:lt1>
      <a:dk2>
        <a:srgbClr val="012838"/>
      </a:dk2>
      <a:lt2>
        <a:srgbClr val="F5F5F5"/>
      </a:lt2>
      <a:accent1>
        <a:srgbClr val="B3C3D3"/>
      </a:accent1>
      <a:accent2>
        <a:srgbClr val="7B98B2"/>
      </a:accent2>
      <a:accent3>
        <a:srgbClr val="497593"/>
      </a:accent3>
      <a:accent4>
        <a:srgbClr val="0B5879"/>
      </a:accent4>
      <a:accent5>
        <a:srgbClr val="004061"/>
      </a:accent5>
      <a:accent6>
        <a:srgbClr val="004165"/>
      </a:accent6>
      <a:hlink>
        <a:srgbClr val="0248C2"/>
      </a:hlink>
      <a:folHlink>
        <a:srgbClr val="0248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3_Toastmasters Theme Light Mode">
  <a:themeElements>
    <a:clrScheme name="Toastmasters">
      <a:dk1>
        <a:srgbClr val="333333"/>
      </a:dk1>
      <a:lt1>
        <a:srgbClr val="FFFFFF"/>
      </a:lt1>
      <a:dk2>
        <a:srgbClr val="012838"/>
      </a:dk2>
      <a:lt2>
        <a:srgbClr val="F5F5F5"/>
      </a:lt2>
      <a:accent1>
        <a:srgbClr val="B3C3D3"/>
      </a:accent1>
      <a:accent2>
        <a:srgbClr val="7B98B2"/>
      </a:accent2>
      <a:accent3>
        <a:srgbClr val="497593"/>
      </a:accent3>
      <a:accent4>
        <a:srgbClr val="0B5879"/>
      </a:accent4>
      <a:accent5>
        <a:srgbClr val="004061"/>
      </a:accent5>
      <a:accent6>
        <a:srgbClr val="004165"/>
      </a:accent6>
      <a:hlink>
        <a:srgbClr val="0248C2"/>
      </a:hlink>
      <a:folHlink>
        <a:srgbClr val="0248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2_Toastmasters Theme Dark Mode">
  <a:themeElements>
    <a:clrScheme name="Toastmasters">
      <a:dk1>
        <a:srgbClr val="333333"/>
      </a:dk1>
      <a:lt1>
        <a:srgbClr val="FFFFFF"/>
      </a:lt1>
      <a:dk2>
        <a:srgbClr val="012838"/>
      </a:dk2>
      <a:lt2>
        <a:srgbClr val="F5F5F5"/>
      </a:lt2>
      <a:accent1>
        <a:srgbClr val="B3C3D3"/>
      </a:accent1>
      <a:accent2>
        <a:srgbClr val="7B98B2"/>
      </a:accent2>
      <a:accent3>
        <a:srgbClr val="497593"/>
      </a:accent3>
      <a:accent4>
        <a:srgbClr val="0B5879"/>
      </a:accent4>
      <a:accent5>
        <a:srgbClr val="004061"/>
      </a:accent5>
      <a:accent6>
        <a:srgbClr val="004165"/>
      </a:accent6>
      <a:hlink>
        <a:srgbClr val="0248C2"/>
      </a:hlink>
      <a:folHlink>
        <a:srgbClr val="0248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4_Toastmasters Theme Light Mode">
  <a:themeElements>
    <a:clrScheme name="Toastmasters Theme Light Mode">
      <a:dk1>
        <a:srgbClr val="333333"/>
      </a:dk1>
      <a:lt1>
        <a:srgbClr val="F5F5F5"/>
      </a:lt1>
      <a:dk2>
        <a:srgbClr val="A7A7A7"/>
      </a:dk2>
      <a:lt2>
        <a:srgbClr val="535353"/>
      </a:lt2>
      <a:accent1>
        <a:srgbClr val="B3C3D3"/>
      </a:accent1>
      <a:accent2>
        <a:srgbClr val="7B98B2"/>
      </a:accent2>
      <a:accent3>
        <a:srgbClr val="497593"/>
      </a:accent3>
      <a:accent4>
        <a:srgbClr val="0B5879"/>
      </a:accent4>
      <a:accent5>
        <a:srgbClr val="004061"/>
      </a:accent5>
      <a:accent6>
        <a:srgbClr val="004165"/>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1_Toastmasters Theme Light Mode">
  <a:themeElements>
    <a:clrScheme name="Toastmasters">
      <a:dk1>
        <a:srgbClr val="333333"/>
      </a:dk1>
      <a:lt1>
        <a:srgbClr val="FFFFFF"/>
      </a:lt1>
      <a:dk2>
        <a:srgbClr val="012838"/>
      </a:dk2>
      <a:lt2>
        <a:srgbClr val="F5F5F5"/>
      </a:lt2>
      <a:accent1>
        <a:srgbClr val="B3C3D3"/>
      </a:accent1>
      <a:accent2>
        <a:srgbClr val="7B98B2"/>
      </a:accent2>
      <a:accent3>
        <a:srgbClr val="497593"/>
      </a:accent3>
      <a:accent4>
        <a:srgbClr val="0B5879"/>
      </a:accent4>
      <a:accent5>
        <a:srgbClr val="004061"/>
      </a:accent5>
      <a:accent6>
        <a:srgbClr val="004165"/>
      </a:accent6>
      <a:hlink>
        <a:srgbClr val="0248C2"/>
      </a:hlink>
      <a:folHlink>
        <a:srgbClr val="0248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2020-03-20T21:36:38Z</dcterms:created>
  <dc:creator>Alexis Nelson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0x010100CB954E34E4EDFD49BC6F6961AA98779E</vt:lpwstr>
  </property>
</Properties>
</file>