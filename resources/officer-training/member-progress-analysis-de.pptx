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Open Sans SemiBold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HkzHBAeTW8RTIJxPfgu7Tz3G7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4418D3-57AE-4A1F-8135-848573BAD117}">
  <a:tblStyle styleId="{844418D3-57AE-4A1F-8135-848573BAD11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8F4F3"/>
          </a:solidFill>
        </a:fill>
      </a:tcStyle>
    </a:wholeTbl>
    <a:band1H>
      <a:tcTxStyle/>
      <a:tcStyle>
        <a:fill>
          <a:solidFill>
            <a:srgbClr val="F1E8E7"/>
          </a:solidFill>
        </a:fill>
      </a:tcStyle>
    </a:band1H>
    <a:band2H>
      <a:tcTxStyle/>
    </a:band2H>
    <a:band1V>
      <a:tcTxStyle/>
      <a:tcStyle>
        <a:fill>
          <a:solidFill>
            <a:srgbClr val="F1E8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5.xml"/><Relationship Id="rId22" Type="http://schemas.openxmlformats.org/officeDocument/2006/relationships/font" Target="fonts/OpenSans-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OpenSansSemiBold-bold.fntdata"/><Relationship Id="rId16" Type="http://schemas.openxmlformats.org/officeDocument/2006/relationships/font" Target="fonts/OpenSansSemiBold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SemiBold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>
  <p:cSld name="Titelfoli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1"/>
          <p:cNvSpPr txBox="1"/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" type="subTitle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9" name="Google Shape;19;p11"/>
          <p:cNvCxnSpPr/>
          <p:nvPr/>
        </p:nvCxnSpPr>
        <p:spPr>
          <a:xfrm>
            <a:off x="1422400" y="2743200"/>
            <a:ext cx="93472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Toastmasters International" id="20" name="Google Shape;2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4715" y="1830810"/>
            <a:ext cx="2782570" cy="430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r Titel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277934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277934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3" type="body"/>
          </p:nvPr>
        </p:nvSpPr>
        <p:spPr>
          <a:xfrm>
            <a:off x="6283452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5"/>
          <p:cNvSpPr txBox="1"/>
          <p:nvPr>
            <p:ph idx="4" type="body"/>
          </p:nvPr>
        </p:nvSpPr>
        <p:spPr>
          <a:xfrm>
            <a:off x="6283452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r Slide" showMasterSp="0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/>
          <p:nvPr>
            <p:ph type="ctrTitle"/>
          </p:nvPr>
        </p:nvSpPr>
        <p:spPr>
          <a:xfrm>
            <a:off x="1524000" y="2359916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" type="subTitle"/>
          </p:nvPr>
        </p:nvSpPr>
        <p:spPr>
          <a:xfrm>
            <a:off x="1524000" y="3358503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1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43" name="Google Shape;43;p16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ntent">
  <p:cSld name="Title and Three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53" name="Google Shape;53;p18"/>
          <p:cNvSpPr/>
          <p:nvPr>
            <p:ph idx="1" type="body"/>
          </p:nvPr>
        </p:nvSpPr>
        <p:spPr>
          <a:xfrm>
            <a:off x="8382000" y="2005584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8"/>
          <p:cNvSpPr/>
          <p:nvPr>
            <p:ph idx="2" type="body"/>
          </p:nvPr>
        </p:nvSpPr>
        <p:spPr>
          <a:xfrm>
            <a:off x="4495800" y="2011680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8"/>
          <p:cNvSpPr/>
          <p:nvPr>
            <p:ph idx="3" type="body"/>
          </p:nvPr>
        </p:nvSpPr>
        <p:spPr>
          <a:xfrm>
            <a:off x="609600" y="1981200"/>
            <a:ext cx="3200400" cy="3140075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4" type="body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5" type="body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6" type="body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 showMasterSp="0">
  <p:cSld name="Image and 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/>
          <p:nvPr/>
        </p:nvSpPr>
        <p:spPr>
          <a:xfrm>
            <a:off x="-12192" y="6212926"/>
            <a:ext cx="12216384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9"/>
          <p:cNvSpPr/>
          <p:nvPr/>
        </p:nvSpPr>
        <p:spPr>
          <a:xfrm>
            <a:off x="3815398" y="1066800"/>
            <a:ext cx="6509702" cy="4273994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9"/>
          <p:cNvSpPr/>
          <p:nvPr/>
        </p:nvSpPr>
        <p:spPr>
          <a:xfrm>
            <a:off x="1866900" y="1600200"/>
            <a:ext cx="3111498" cy="315934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/>
          <p:nvPr>
            <p:ph idx="2" type="pic"/>
          </p:nvPr>
        </p:nvSpPr>
        <p:spPr>
          <a:xfrm>
            <a:off x="1866900" y="1600200"/>
            <a:ext cx="3111500" cy="3159346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9"/>
          <p:cNvSpPr txBox="1"/>
          <p:nvPr>
            <p:ph idx="1" type="body"/>
          </p:nvPr>
        </p:nvSpPr>
        <p:spPr>
          <a:xfrm>
            <a:off x="4978400" y="2839928"/>
            <a:ext cx="534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i="0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400"/>
              <a:buNone/>
              <a:defRPr b="0" i="0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0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3" type="body"/>
          </p:nvPr>
        </p:nvSpPr>
        <p:spPr>
          <a:xfrm>
            <a:off x="4978400" y="3352800"/>
            <a:ext cx="5346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400"/>
              <a:buNone/>
              <a:defRPr b="0" i="0">
                <a:solidFill>
                  <a:srgbClr val="7A7A7A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20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A7A7A"/>
              </a:buClr>
              <a:buSzPts val="1800"/>
              <a:buNone/>
              <a:defRPr b="1" i="0">
                <a:solidFill>
                  <a:srgbClr val="7A7A7A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Title and 3 Image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/>
          <p:nvPr>
            <p:ph idx="2" type="pic"/>
          </p:nvPr>
        </p:nvSpPr>
        <p:spPr>
          <a:xfrm>
            <a:off x="492824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0"/>
          <p:cNvSpPr/>
          <p:nvPr>
            <p:ph idx="1" type="body"/>
          </p:nvPr>
        </p:nvSpPr>
        <p:spPr>
          <a:xfrm>
            <a:off x="492231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3" type="body"/>
          </p:nvPr>
        </p:nvSpPr>
        <p:spPr>
          <a:xfrm>
            <a:off x="508887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0"/>
          <p:cNvSpPr/>
          <p:nvPr>
            <p:ph idx="4" type="pic"/>
          </p:nvPr>
        </p:nvSpPr>
        <p:spPr>
          <a:xfrm>
            <a:off x="1490460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0"/>
          <p:cNvSpPr/>
          <p:nvPr>
            <p:ph idx="5" type="body"/>
          </p:nvPr>
        </p:nvSpPr>
        <p:spPr>
          <a:xfrm>
            <a:off x="1484525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6" type="body"/>
          </p:nvPr>
        </p:nvSpPr>
        <p:spPr>
          <a:xfrm>
            <a:off x="1651094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0"/>
          <p:cNvSpPr/>
          <p:nvPr>
            <p:ph idx="7" type="pic"/>
          </p:nvPr>
        </p:nvSpPr>
        <p:spPr>
          <a:xfrm>
            <a:off x="836009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0"/>
          <p:cNvSpPr/>
          <p:nvPr>
            <p:ph idx="8" type="body"/>
          </p:nvPr>
        </p:nvSpPr>
        <p:spPr>
          <a:xfrm>
            <a:off x="835416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9" type="body"/>
          </p:nvPr>
        </p:nvSpPr>
        <p:spPr>
          <a:xfrm>
            <a:off x="852072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Content Right">
  <p:cSld name="Title and Text Left_Content Righ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4" name="Google Shape;84;p21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Content Right_2">
  <p:cSld name="Title and Text Left_Content Right_2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0" name="Google Shape;90;p22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Text Right">
  <p:cSld name="Title and Text Left_Text Righ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3"/>
          <p:cNvSpPr txBox="1"/>
          <p:nvPr>
            <p:ph type="title"/>
          </p:nvPr>
        </p:nvSpPr>
        <p:spPr>
          <a:xfrm>
            <a:off x="277934" y="295773"/>
            <a:ext cx="549554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5" name="Google Shape;95;p2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6" name="Google Shape;96;p23"/>
          <p:cNvSpPr txBox="1"/>
          <p:nvPr>
            <p:ph idx="2" type="body"/>
          </p:nvPr>
        </p:nvSpPr>
        <p:spPr>
          <a:xfrm>
            <a:off x="6429756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Content Right" showMasterSp="0">
  <p:cSld name="Title and Text Left Multiple_Content Righ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0" name="Google Shape;100;p24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p24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3" name="Google Shape;103;p24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Content Right_2" showMasterSp="0">
  <p:cSld name="Title and Text Left Multiple_Content Right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5"/>
          <p:cNvSpPr txBox="1"/>
          <p:nvPr>
            <p:ph type="title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9" name="Google Shape;109;p25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5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2" name="Google Shape;112;p25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Text Right" showMasterSp="0">
  <p:cSld name="Title and Text Left Multiple_Text Righ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6"/>
          <p:cNvSpPr txBox="1"/>
          <p:nvPr>
            <p:ph type="title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8" name="Google Shape;118;p26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6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1" name="Google Shape;121;p26"/>
          <p:cNvSpPr txBox="1"/>
          <p:nvPr>
            <p:ph idx="2" type="body"/>
          </p:nvPr>
        </p:nvSpPr>
        <p:spPr>
          <a:xfrm>
            <a:off x="6418522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Image">
  <p:cSld name="Title and Large Imag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5" name="Google Shape;125;p27"/>
          <p:cNvSpPr/>
          <p:nvPr>
            <p:ph idx="2" type="pic"/>
          </p:nvPr>
        </p:nvSpPr>
        <p:spPr>
          <a:xfrm>
            <a:off x="0" y="1142999"/>
            <a:ext cx="12192000" cy="5084065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7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7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8" name="Google Shape;128;p27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ull Image" showMasterSp="0">
  <p:cSld name="Title and Full Imag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/>
          <p:nvPr>
            <p:ph idx="2" type="pic"/>
          </p:nvPr>
        </p:nvSpPr>
        <p:spPr>
          <a:xfrm>
            <a:off x="0" y="1143000"/>
            <a:ext cx="12192000" cy="57150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8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8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3" name="Google Shape;133;p28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use colors" showMasterSp="0">
  <p:cSld name="How to use colors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9"/>
          <p:cNvSpPr txBox="1"/>
          <p:nvPr>
            <p:ph type="title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8" name="Google Shape;138;p29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29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141" name="Google Shape;141;p29"/>
          <p:cNvGrpSpPr/>
          <p:nvPr/>
        </p:nvGrpSpPr>
        <p:grpSpPr>
          <a:xfrm>
            <a:off x="6971959" y="785112"/>
            <a:ext cx="4340506" cy="868101"/>
            <a:chOff x="382104" y="3327719"/>
            <a:chExt cx="4340506" cy="868101"/>
          </a:xfrm>
        </p:grpSpPr>
        <p:sp>
          <p:nvSpPr>
            <p:cNvPr id="142" name="Google Shape;142;p29"/>
            <p:cNvSpPr/>
            <p:nvPr/>
          </p:nvSpPr>
          <p:spPr>
            <a:xfrm>
              <a:off x="382105" y="3327719"/>
              <a:ext cx="868101" cy="868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9"/>
            <p:cNvSpPr/>
            <p:nvPr/>
          </p:nvSpPr>
          <p:spPr>
            <a:xfrm>
              <a:off x="1250206" y="3327719"/>
              <a:ext cx="868101" cy="868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9"/>
            <p:cNvSpPr/>
            <p:nvPr/>
          </p:nvSpPr>
          <p:spPr>
            <a:xfrm>
              <a:off x="2118307" y="3327719"/>
              <a:ext cx="868101" cy="8681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29"/>
            <p:cNvSpPr/>
            <p:nvPr/>
          </p:nvSpPr>
          <p:spPr>
            <a:xfrm>
              <a:off x="2986408" y="3327719"/>
              <a:ext cx="868101" cy="86810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29"/>
            <p:cNvSpPr/>
            <p:nvPr/>
          </p:nvSpPr>
          <p:spPr>
            <a:xfrm>
              <a:off x="3854509" y="3327719"/>
              <a:ext cx="868101" cy="86810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9"/>
            <p:cNvSpPr txBox="1"/>
            <p:nvPr/>
          </p:nvSpPr>
          <p:spPr>
            <a:xfrm>
              <a:off x="382104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48" name="Google Shape;148;p29"/>
            <p:cNvSpPr txBox="1"/>
            <p:nvPr/>
          </p:nvSpPr>
          <p:spPr>
            <a:xfrm>
              <a:off x="1250206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49" name="Google Shape;149;p29"/>
            <p:cNvSpPr txBox="1"/>
            <p:nvPr/>
          </p:nvSpPr>
          <p:spPr>
            <a:xfrm>
              <a:off x="2106732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50" name="Google Shape;150;p29"/>
            <p:cNvSpPr txBox="1"/>
            <p:nvPr/>
          </p:nvSpPr>
          <p:spPr>
            <a:xfrm>
              <a:off x="2974833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51" name="Google Shape;151;p29"/>
            <p:cNvSpPr txBox="1"/>
            <p:nvPr/>
          </p:nvSpPr>
          <p:spPr>
            <a:xfrm>
              <a:off x="3854509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grpSp>
        <p:nvGrpSpPr>
          <p:cNvPr id="152" name="Google Shape;152;p29"/>
          <p:cNvGrpSpPr/>
          <p:nvPr/>
        </p:nvGrpSpPr>
        <p:grpSpPr>
          <a:xfrm>
            <a:off x="6971959" y="1900356"/>
            <a:ext cx="4340506" cy="868101"/>
            <a:chOff x="6794478" y="3327719"/>
            <a:chExt cx="4340506" cy="868101"/>
          </a:xfrm>
        </p:grpSpPr>
        <p:sp>
          <p:nvSpPr>
            <p:cNvPr id="153" name="Google Shape;153;p29"/>
            <p:cNvSpPr/>
            <p:nvPr/>
          </p:nvSpPr>
          <p:spPr>
            <a:xfrm>
              <a:off x="6794479" y="3327719"/>
              <a:ext cx="868101" cy="868101"/>
            </a:xfrm>
            <a:prstGeom prst="rect">
              <a:avLst/>
            </a:prstGeom>
            <a:solidFill>
              <a:srgbClr val="B3C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9"/>
            <p:cNvSpPr/>
            <p:nvPr/>
          </p:nvSpPr>
          <p:spPr>
            <a:xfrm>
              <a:off x="7662580" y="3327719"/>
              <a:ext cx="868101" cy="868101"/>
            </a:xfrm>
            <a:prstGeom prst="rect">
              <a:avLst/>
            </a:prstGeom>
            <a:solidFill>
              <a:srgbClr val="7B98B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9"/>
            <p:cNvSpPr/>
            <p:nvPr/>
          </p:nvSpPr>
          <p:spPr>
            <a:xfrm>
              <a:off x="8530681" y="3327719"/>
              <a:ext cx="868101" cy="868101"/>
            </a:xfrm>
            <a:prstGeom prst="rect">
              <a:avLst/>
            </a:prstGeom>
            <a:solidFill>
              <a:srgbClr val="4975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9"/>
            <p:cNvSpPr/>
            <p:nvPr/>
          </p:nvSpPr>
          <p:spPr>
            <a:xfrm>
              <a:off x="9398782" y="3327719"/>
              <a:ext cx="868101" cy="868101"/>
            </a:xfrm>
            <a:prstGeom prst="rect">
              <a:avLst/>
            </a:prstGeom>
            <a:solidFill>
              <a:srgbClr val="0B58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9"/>
            <p:cNvSpPr/>
            <p:nvPr/>
          </p:nvSpPr>
          <p:spPr>
            <a:xfrm>
              <a:off x="10266883" y="3327719"/>
              <a:ext cx="868101" cy="868101"/>
            </a:xfrm>
            <a:prstGeom prst="rect">
              <a:avLst/>
            </a:prstGeom>
            <a:solidFill>
              <a:srgbClr val="00416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9"/>
            <p:cNvSpPr txBox="1"/>
            <p:nvPr/>
          </p:nvSpPr>
          <p:spPr>
            <a:xfrm>
              <a:off x="6794478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59" name="Google Shape;159;p29"/>
            <p:cNvSpPr txBox="1"/>
            <p:nvPr/>
          </p:nvSpPr>
          <p:spPr>
            <a:xfrm>
              <a:off x="7662580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60" name="Google Shape;160;p29"/>
            <p:cNvSpPr txBox="1"/>
            <p:nvPr/>
          </p:nvSpPr>
          <p:spPr>
            <a:xfrm>
              <a:off x="8519106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61" name="Google Shape;161;p29"/>
            <p:cNvSpPr txBox="1"/>
            <p:nvPr/>
          </p:nvSpPr>
          <p:spPr>
            <a:xfrm>
              <a:off x="9387207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62" name="Google Shape;162;p29"/>
            <p:cNvSpPr txBox="1"/>
            <p:nvPr/>
          </p:nvSpPr>
          <p:spPr>
            <a:xfrm>
              <a:off x="10266883" y="3415147"/>
              <a:ext cx="868101" cy="6822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rm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lang="de-DE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163" name="Google Shape;163;p29"/>
          <p:cNvSpPr txBox="1"/>
          <p:nvPr/>
        </p:nvSpPr>
        <p:spPr>
          <a:xfrm>
            <a:off x="6971959" y="3097411"/>
            <a:ext cx="4340506" cy="2769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Minimum font size - </a:t>
            </a:r>
            <a:r>
              <a:rPr b="1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18pt</a:t>
            </a: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weight - </a:t>
            </a:r>
            <a:r>
              <a:rPr b="1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Bold </a:t>
            </a: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(when used on background colors, for best accessibility).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Dark Gray </a:t>
            </a:r>
            <a:r>
              <a:rPr b="1" i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#333333 </a:t>
            </a: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color on Accent 1 and Accent 2.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the White </a:t>
            </a:r>
            <a:r>
              <a:rPr b="1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#FFFFFF </a:t>
            </a: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color </a:t>
            </a:r>
            <a:b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de-DE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 Accent 3, Accent 4, and Accent 5.</a:t>
            </a:r>
            <a:endParaRPr/>
          </a:p>
        </p:txBody>
      </p:sp>
      <p:sp>
        <p:nvSpPr>
          <p:cNvPr id="164" name="Google Shape;164;p29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1"/>
          <p:cNvSpPr txBox="1"/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1"/>
          <p:cNvSpPr txBox="1"/>
          <p:nvPr>
            <p:ph idx="1" type="subTitle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77" name="Google Shape;177;p31"/>
          <p:cNvCxnSpPr/>
          <p:nvPr/>
        </p:nvCxnSpPr>
        <p:spPr>
          <a:xfrm>
            <a:off x="1422400" y="2743200"/>
            <a:ext cx="9347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06113" y="1830811"/>
            <a:ext cx="2775881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acer Slide" showMasterSp="0">
  <p:cSld name="Spacer Slide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 txBox="1"/>
          <p:nvPr>
            <p:ph type="ctrTitle"/>
          </p:nvPr>
        </p:nvSpPr>
        <p:spPr>
          <a:xfrm>
            <a:off x="1524000" y="2359916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2"/>
          <p:cNvSpPr txBox="1"/>
          <p:nvPr>
            <p:ph idx="1" type="subTitle"/>
          </p:nvPr>
        </p:nvSpPr>
        <p:spPr>
          <a:xfrm>
            <a:off x="1524000" y="3358503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ntent">
  <p:cSld name="Title and Two Conten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277934" y="1535081"/>
            <a:ext cx="5641848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4"/>
          <p:cNvSpPr txBox="1"/>
          <p:nvPr>
            <p:ph idx="2" type="body"/>
          </p:nvPr>
        </p:nvSpPr>
        <p:spPr>
          <a:xfrm>
            <a:off x="6275268" y="1535081"/>
            <a:ext cx="5638800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Comparison" type="twoTxTwoObj">
  <p:cSld name="TWO_OBJECTS_WITH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277934" y="1222717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35"/>
          <p:cNvSpPr txBox="1"/>
          <p:nvPr>
            <p:ph idx="2" type="body"/>
          </p:nvPr>
        </p:nvSpPr>
        <p:spPr>
          <a:xfrm>
            <a:off x="277934" y="2046628"/>
            <a:ext cx="5641848" cy="3820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35"/>
          <p:cNvSpPr txBox="1"/>
          <p:nvPr>
            <p:ph idx="3" type="body"/>
          </p:nvPr>
        </p:nvSpPr>
        <p:spPr>
          <a:xfrm>
            <a:off x="6283452" y="1222717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5"/>
          <p:cNvSpPr txBox="1"/>
          <p:nvPr>
            <p:ph idx="4" type="body"/>
          </p:nvPr>
        </p:nvSpPr>
        <p:spPr>
          <a:xfrm>
            <a:off x="6283452" y="2046628"/>
            <a:ext cx="5641848" cy="3820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3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6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ntent">
  <p:cSld name="Title and Three Conte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7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07" name="Google Shape;207;p37"/>
          <p:cNvSpPr/>
          <p:nvPr>
            <p:ph idx="1" type="body"/>
          </p:nvPr>
        </p:nvSpPr>
        <p:spPr>
          <a:xfrm>
            <a:off x="8382000" y="2005584"/>
            <a:ext cx="3200400" cy="3140075"/>
          </a:xfrm>
          <a:prstGeom prst="roundRect">
            <a:avLst>
              <a:gd fmla="val 942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7"/>
          <p:cNvSpPr/>
          <p:nvPr>
            <p:ph idx="2" type="body"/>
          </p:nvPr>
        </p:nvSpPr>
        <p:spPr>
          <a:xfrm>
            <a:off x="4495800" y="2011680"/>
            <a:ext cx="3200400" cy="3136392"/>
          </a:xfrm>
          <a:prstGeom prst="roundRect">
            <a:avLst>
              <a:gd fmla="val 942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37"/>
          <p:cNvSpPr/>
          <p:nvPr>
            <p:ph idx="3" type="body"/>
          </p:nvPr>
        </p:nvSpPr>
        <p:spPr>
          <a:xfrm>
            <a:off x="609600" y="1981200"/>
            <a:ext cx="3200400" cy="3140075"/>
          </a:xfrm>
          <a:prstGeom prst="roundRect">
            <a:avLst>
              <a:gd fmla="val 942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365750" spcFirstLastPara="1" rIns="365750" wrap="square" tIns="82295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37"/>
          <p:cNvSpPr txBox="1"/>
          <p:nvPr>
            <p:ph idx="4" type="body"/>
          </p:nvPr>
        </p:nvSpPr>
        <p:spPr>
          <a:xfrm>
            <a:off x="8382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37"/>
          <p:cNvSpPr txBox="1"/>
          <p:nvPr>
            <p:ph idx="5" type="body"/>
          </p:nvPr>
        </p:nvSpPr>
        <p:spPr>
          <a:xfrm>
            <a:off x="86106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37"/>
          <p:cNvSpPr txBox="1"/>
          <p:nvPr>
            <p:ph idx="6" type="body"/>
          </p:nvPr>
        </p:nvSpPr>
        <p:spPr>
          <a:xfrm>
            <a:off x="4724400" y="2362200"/>
            <a:ext cx="274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Title and 3 Images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8"/>
          <p:cNvSpPr/>
          <p:nvPr>
            <p:ph idx="2" type="pic"/>
          </p:nvPr>
        </p:nvSpPr>
        <p:spPr>
          <a:xfrm>
            <a:off x="492824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8"/>
          <p:cNvSpPr/>
          <p:nvPr>
            <p:ph idx="1" type="body"/>
          </p:nvPr>
        </p:nvSpPr>
        <p:spPr>
          <a:xfrm>
            <a:off x="492231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chemeClr val="lt1">
              <a:alpha val="10196"/>
            </a:schemeClr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38"/>
          <p:cNvSpPr txBox="1"/>
          <p:nvPr>
            <p:ph idx="3" type="body"/>
          </p:nvPr>
        </p:nvSpPr>
        <p:spPr>
          <a:xfrm>
            <a:off x="508887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38"/>
          <p:cNvSpPr/>
          <p:nvPr>
            <p:ph idx="4" type="pic"/>
          </p:nvPr>
        </p:nvSpPr>
        <p:spPr>
          <a:xfrm>
            <a:off x="1490460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38"/>
          <p:cNvSpPr/>
          <p:nvPr>
            <p:ph idx="5" type="body"/>
          </p:nvPr>
        </p:nvSpPr>
        <p:spPr>
          <a:xfrm>
            <a:off x="1484525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chemeClr val="lt1">
              <a:alpha val="10196"/>
            </a:schemeClr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800"/>
              <a:buFont typeface="Arial"/>
              <a:buNone/>
              <a:defRPr sz="1800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6" type="body"/>
          </p:nvPr>
        </p:nvSpPr>
        <p:spPr>
          <a:xfrm>
            <a:off x="1651094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38"/>
          <p:cNvSpPr/>
          <p:nvPr>
            <p:ph idx="7" type="pic"/>
          </p:nvPr>
        </p:nvSpPr>
        <p:spPr>
          <a:xfrm>
            <a:off x="8360095" y="1953118"/>
            <a:ext cx="2335511" cy="2071068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38"/>
          <p:cNvSpPr/>
          <p:nvPr>
            <p:ph idx="8" type="body"/>
          </p:nvPr>
        </p:nvSpPr>
        <p:spPr>
          <a:xfrm>
            <a:off x="8354160" y="4024190"/>
            <a:ext cx="2347380" cy="1365954"/>
          </a:xfrm>
          <a:prstGeom prst="roundRect">
            <a:avLst>
              <a:gd fmla="val 942" name="adj"/>
            </a:avLst>
          </a:prstGeom>
          <a:solidFill>
            <a:schemeClr val="lt1">
              <a:alpha val="10196"/>
            </a:schemeClr>
          </a:solidFill>
          <a:ln>
            <a:noFill/>
          </a:ln>
          <a:effectLst>
            <a:outerShdw blurRad="38100" rotWithShape="0" algn="tl" dir="5400000" dist="12700">
              <a:srgbClr val="000000">
                <a:alpha val="34902"/>
              </a:srgbClr>
            </a:outerShdw>
          </a:effectLst>
        </p:spPr>
        <p:txBody>
          <a:bodyPr anchorCtr="0" anchor="t" bIns="365750" lIns="91425" spcFirstLastPara="1" rIns="91425" wrap="square" tIns="914400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9" type="body"/>
          </p:nvPr>
        </p:nvSpPr>
        <p:spPr>
          <a:xfrm>
            <a:off x="8520729" y="4244697"/>
            <a:ext cx="2014242" cy="531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i="0">
                <a:solidFill>
                  <a:srgbClr val="595959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 showMasterSp="0">
  <p:cSld name="Image and 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9"/>
          <p:cNvSpPr/>
          <p:nvPr/>
        </p:nvSpPr>
        <p:spPr>
          <a:xfrm>
            <a:off x="3815398" y="1066800"/>
            <a:ext cx="6509702" cy="4273994"/>
          </a:xfrm>
          <a:prstGeom prst="roundRect">
            <a:avLst>
              <a:gd fmla="val 0" name="adj"/>
            </a:avLst>
          </a:prstGeom>
          <a:solidFill>
            <a:schemeClr val="lt1">
              <a:alpha val="10196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4978400" y="2839928"/>
            <a:ext cx="534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i="0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b="0" i="0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39"/>
          <p:cNvSpPr txBox="1"/>
          <p:nvPr>
            <p:ph idx="2" type="body"/>
          </p:nvPr>
        </p:nvSpPr>
        <p:spPr>
          <a:xfrm>
            <a:off x="4978400" y="3352800"/>
            <a:ext cx="5346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400"/>
              <a:buNone/>
              <a:defRPr b="0" i="0">
                <a:solidFill>
                  <a:srgbClr val="FEFEFE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20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 b="1" i="0">
                <a:solidFill>
                  <a:srgbClr val="FEFEFE"/>
                </a:solidFill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39"/>
          <p:cNvSpPr/>
          <p:nvPr>
            <p:ph idx="3" type="pic"/>
          </p:nvPr>
        </p:nvSpPr>
        <p:spPr>
          <a:xfrm>
            <a:off x="1866900" y="1600200"/>
            <a:ext cx="3111500" cy="3159346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39"/>
          <p:cNvSpPr/>
          <p:nvPr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9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showMasterSp="0" type="blank">
  <p:cSld name="BLANK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0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4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Content Right">
  <p:cSld name="Title and Text Left_Content Righ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277934" y="295773"/>
            <a:ext cx="549827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1"/>
          <p:cNvSpPr txBox="1"/>
          <p:nvPr>
            <p:ph idx="1" type="body"/>
          </p:nvPr>
        </p:nvSpPr>
        <p:spPr>
          <a:xfrm>
            <a:off x="277934" y="1535080"/>
            <a:ext cx="5498276" cy="433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2" name="Google Shape;242;p41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3" name="Google Shape;243;p41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_Text Right">
  <p:cSld name="Title and Text Left_Text Righ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2"/>
          <p:cNvSpPr txBox="1"/>
          <p:nvPr>
            <p:ph type="title"/>
          </p:nvPr>
        </p:nvSpPr>
        <p:spPr>
          <a:xfrm>
            <a:off x="277934" y="295773"/>
            <a:ext cx="5495544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2"/>
          <p:cNvSpPr txBox="1"/>
          <p:nvPr>
            <p:ph idx="1" type="body"/>
          </p:nvPr>
        </p:nvSpPr>
        <p:spPr>
          <a:xfrm>
            <a:off x="277934" y="1535080"/>
            <a:ext cx="5498276" cy="433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8" name="Google Shape;248;p42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49" name="Google Shape;249;p42"/>
          <p:cNvSpPr txBox="1"/>
          <p:nvPr>
            <p:ph idx="2" type="body"/>
          </p:nvPr>
        </p:nvSpPr>
        <p:spPr>
          <a:xfrm>
            <a:off x="6429756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Content Right" showMasterSp="0">
  <p:cSld name="Title and Text Left Multiple_Content Right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3"/>
          <p:cNvSpPr txBox="1"/>
          <p:nvPr>
            <p:ph type="title"/>
          </p:nvPr>
        </p:nvSpPr>
        <p:spPr>
          <a:xfrm>
            <a:off x="277934" y="295773"/>
            <a:ext cx="549827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3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cxnSp>
        <p:nvCxnSpPr>
          <p:cNvPr id="254" name="Google Shape;254;p43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5" name="Google Shape;255;p43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3"/>
          <p:cNvSpPr/>
          <p:nvPr>
            <p:ph idx="2" type="pic"/>
          </p:nvPr>
        </p:nvSpPr>
        <p:spPr>
          <a:xfrm>
            <a:off x="6096000" y="0"/>
            <a:ext cx="6099048" cy="6217920"/>
          </a:xfrm>
          <a:prstGeom prst="rect">
            <a:avLst/>
          </a:prstGeom>
          <a:noFill/>
          <a:ln>
            <a:noFill/>
          </a:ln>
        </p:spPr>
      </p:sp>
      <p:sp>
        <p:nvSpPr>
          <p:cNvPr id="258" name="Google Shape;258;p43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Left Multiple_Text Right" showMasterSp="0">
  <p:cSld name="Title and Text Left Multiple_Text Right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4"/>
          <p:cNvSpPr/>
          <p:nvPr/>
        </p:nvSpPr>
        <p:spPr>
          <a:xfrm>
            <a:off x="6096000" y="0"/>
            <a:ext cx="6096000" cy="6208770"/>
          </a:xfrm>
          <a:prstGeom prst="rect">
            <a:avLst/>
          </a:prstGeom>
          <a:solidFill>
            <a:schemeClr val="lt1">
              <a:alpha val="1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4"/>
          <p:cNvSpPr txBox="1"/>
          <p:nvPr>
            <p:ph type="title"/>
          </p:nvPr>
        </p:nvSpPr>
        <p:spPr>
          <a:xfrm>
            <a:off x="277934" y="295773"/>
            <a:ext cx="5495544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44"/>
          <p:cNvSpPr txBox="1"/>
          <p:nvPr>
            <p:ph idx="1" type="body"/>
          </p:nvPr>
        </p:nvSpPr>
        <p:spPr>
          <a:xfrm>
            <a:off x="277934" y="2019065"/>
            <a:ext cx="5498276" cy="3848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cxnSp>
        <p:nvCxnSpPr>
          <p:cNvPr id="264" name="Google Shape;264;p44"/>
          <p:cNvCxnSpPr/>
          <p:nvPr/>
        </p:nvCxnSpPr>
        <p:spPr>
          <a:xfrm>
            <a:off x="406400" y="1476768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5" name="Google Shape;265;p44"/>
          <p:cNvSpPr txBox="1"/>
          <p:nvPr>
            <p:ph idx="2" type="body"/>
          </p:nvPr>
        </p:nvSpPr>
        <p:spPr>
          <a:xfrm>
            <a:off x="6418522" y="419100"/>
            <a:ext cx="5495544" cy="54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6" name="Google Shape;266;p44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4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Image">
  <p:cSld name="Title and Large Image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5"/>
          <p:cNvSpPr/>
          <p:nvPr>
            <p:ph idx="2" type="pic"/>
          </p:nvPr>
        </p:nvSpPr>
        <p:spPr>
          <a:xfrm>
            <a:off x="0" y="1142999"/>
            <a:ext cx="12192000" cy="5084065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45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5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73" name="Google Shape;273;p45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4" name="Google Shape;274;p45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 showMasterSp="0">
  <p:cSld name="1_Custom Layout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" name="Google Shape;277;p46"/>
          <p:cNvCxnSpPr/>
          <p:nvPr/>
        </p:nvCxnSpPr>
        <p:spPr>
          <a:xfrm>
            <a:off x="406402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8" name="Google Shape;278;p46"/>
          <p:cNvSpPr/>
          <p:nvPr>
            <p:ph idx="2" type="pic"/>
          </p:nvPr>
        </p:nvSpPr>
        <p:spPr>
          <a:xfrm>
            <a:off x="0" y="1143000"/>
            <a:ext cx="12192000" cy="5714999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46"/>
          <p:cNvSpPr/>
          <p:nvPr/>
        </p:nvSpPr>
        <p:spPr>
          <a:xfrm>
            <a:off x="0" y="-1"/>
            <a:ext cx="12192000" cy="1143001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6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1" name="Google Shape;281;p46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3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0" y="6212926"/>
            <a:ext cx="12192000" cy="645074"/>
          </a:xfrm>
          <a:prstGeom prst="rect">
            <a:avLst/>
          </a:prstGeom>
          <a:solidFill>
            <a:srgbClr val="7724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oastmasters International" id="11" name="Google Shape;11;p1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13559" y="6316627"/>
            <a:ext cx="1773873" cy="404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0"/>
          <p:cNvSpPr txBox="1"/>
          <p:nvPr>
            <p:ph idx="1" type="body"/>
          </p:nvPr>
        </p:nvSpPr>
        <p:spPr>
          <a:xfrm>
            <a:off x="272316" y="1598532"/>
            <a:ext cx="11647368" cy="4269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15" name="Google Shape;15;p10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rgbClr val="80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  <p15:guide id="3" pos="7440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pos="168">
          <p15:clr>
            <a:srgbClr val="F26B43"/>
          </p15:clr>
        </p15:guide>
        <p15:guide id="8" pos="7512">
          <p15:clr>
            <a:srgbClr val="F26B43"/>
          </p15:clr>
        </p15:guide>
        <p15:guide id="9" orient="horz" pos="3768">
          <p15:clr>
            <a:srgbClr val="F26B43"/>
          </p15:clr>
        </p15:guide>
        <p15:guide id="10" orient="horz" pos="36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7243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/>
          <p:nvPr/>
        </p:nvSpPr>
        <p:spPr>
          <a:xfrm rot="10800000">
            <a:off x="-2" y="0"/>
            <a:ext cx="12192001" cy="6858000"/>
          </a:xfrm>
          <a:prstGeom prst="rect">
            <a:avLst/>
          </a:prstGeom>
          <a:gradFill>
            <a:gsLst>
              <a:gs pos="0">
                <a:srgbClr val="571D29"/>
              </a:gs>
              <a:gs pos="73000">
                <a:srgbClr val="772432"/>
              </a:gs>
              <a:gs pos="100000">
                <a:srgbClr val="772432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0"/>
          <p:cNvSpPr/>
          <p:nvPr/>
        </p:nvSpPr>
        <p:spPr>
          <a:xfrm>
            <a:off x="-2" y="6212926"/>
            <a:ext cx="12192001" cy="64507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272316" y="1598532"/>
            <a:ext cx="11647368" cy="4269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30"/>
          <p:cNvSpPr txBox="1"/>
          <p:nvPr>
            <p:ph type="title"/>
          </p:nvPr>
        </p:nvSpPr>
        <p:spPr>
          <a:xfrm>
            <a:off x="277932" y="295773"/>
            <a:ext cx="11647367" cy="645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cxnSp>
        <p:nvCxnSpPr>
          <p:cNvPr id="171" name="Google Shape;171;p30"/>
          <p:cNvCxnSpPr/>
          <p:nvPr/>
        </p:nvCxnSpPr>
        <p:spPr>
          <a:xfrm>
            <a:off x="406400" y="989880"/>
            <a:ext cx="7112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172" name="Google Shape;172;p3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92430" y="6410997"/>
            <a:ext cx="1607820" cy="24892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  <p15:guide id="3" pos="7440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3840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pos="168">
          <p15:clr>
            <a:srgbClr val="F26B43"/>
          </p15:clr>
        </p15:guide>
        <p15:guide id="8" pos="7512">
          <p15:clr>
            <a:srgbClr val="F26B43"/>
          </p15:clr>
        </p15:guide>
        <p15:guide id="9" orient="horz" pos="3768">
          <p15:clr>
            <a:srgbClr val="F26B43"/>
          </p15:clr>
        </p15:guide>
        <p15:guide id="10" orient="horz" pos="3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"/>
          <p:cNvSpPr txBox="1"/>
          <p:nvPr>
            <p:ph type="ctrTitle"/>
          </p:nvPr>
        </p:nvSpPr>
        <p:spPr>
          <a:xfrm>
            <a:off x="1524000" y="32004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4500"/>
              <a:buNone/>
            </a:pPr>
            <a:r>
              <a:rPr lang="de-DE"/>
              <a:t>Member Progress Analysis</a:t>
            </a:r>
            <a:endParaRPr/>
          </a:p>
        </p:txBody>
      </p:sp>
      <p:sp>
        <p:nvSpPr>
          <p:cNvPr id="288" name="Google Shape;288;p1"/>
          <p:cNvSpPr txBox="1"/>
          <p:nvPr>
            <p:ph idx="1" type="subTitle"/>
          </p:nvPr>
        </p:nvSpPr>
        <p:spPr>
          <a:xfrm>
            <a:off x="1524000" y="419557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COT Workshop: Mitgliederanalyse &amp; Toastmasters Reise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de-DE"/>
              <a:t>Der Anfang der Toastmastes Reise</a:t>
            </a:r>
            <a:endParaRPr/>
          </a:p>
        </p:txBody>
      </p:sp>
      <p:grpSp>
        <p:nvGrpSpPr>
          <p:cNvPr id="294" name="Google Shape;294;p2"/>
          <p:cNvGrpSpPr/>
          <p:nvPr/>
        </p:nvGrpSpPr>
        <p:grpSpPr>
          <a:xfrm>
            <a:off x="266699" y="719666"/>
            <a:ext cx="11544999" cy="5418666"/>
            <a:chOff x="0" y="0"/>
            <a:chExt cx="11544999" cy="5418666"/>
          </a:xfrm>
        </p:grpSpPr>
        <p:sp>
          <p:nvSpPr>
            <p:cNvPr id="295" name="Google Shape;295;p2"/>
            <p:cNvSpPr/>
            <p:nvPr/>
          </p:nvSpPr>
          <p:spPr>
            <a:xfrm>
              <a:off x="0" y="1635787"/>
              <a:ext cx="11544999" cy="2167466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F1E8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412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"/>
            <p:cNvSpPr txBox="1"/>
            <p:nvPr/>
          </p:nvSpPr>
          <p:spPr>
            <a:xfrm>
              <a:off x="412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Eisbrecher</a:t>
              </a: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35161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1306898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"/>
            <p:cNvSpPr txBox="1"/>
            <p:nvPr/>
          </p:nvSpPr>
          <p:spPr>
            <a:xfrm>
              <a:off x="1306898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Bewertung</a:t>
              </a: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1658101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613384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"/>
            <p:cNvSpPr txBox="1"/>
            <p:nvPr/>
          </p:nvSpPr>
          <p:spPr>
            <a:xfrm>
              <a:off x="2613384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Table Topics Moderation</a:t>
              </a: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96458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3919870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"/>
            <p:cNvSpPr txBox="1"/>
            <p:nvPr/>
          </p:nvSpPr>
          <p:spPr>
            <a:xfrm>
              <a:off x="3919870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Moderation des Abends</a:t>
              </a: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4271073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5226356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"/>
            <p:cNvSpPr txBox="1"/>
            <p:nvPr/>
          </p:nvSpPr>
          <p:spPr>
            <a:xfrm>
              <a:off x="5226356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Mithelfen bei Organisation</a:t>
              </a: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5577559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6532842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"/>
            <p:cNvSpPr txBox="1"/>
            <p:nvPr/>
          </p:nvSpPr>
          <p:spPr>
            <a:xfrm>
              <a:off x="6532842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Erstes Mal Mentor</a:t>
              </a: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688404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7839328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"/>
            <p:cNvSpPr txBox="1"/>
            <p:nvPr/>
          </p:nvSpPr>
          <p:spPr>
            <a:xfrm>
              <a:off x="7839328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Organisation</a:t>
              </a:r>
              <a:b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leiten</a:t>
              </a: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8190531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9145814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"/>
            <p:cNvSpPr txBox="1"/>
            <p:nvPr/>
          </p:nvSpPr>
          <p:spPr>
            <a:xfrm>
              <a:off x="9145814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b="0" i="0" lang="de-DE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Club Officer Rolle</a:t>
              </a: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949701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" name="Google Shape;320;p2"/>
          <p:cNvSpPr/>
          <p:nvPr/>
        </p:nvSpPr>
        <p:spPr>
          <a:xfrm>
            <a:off x="5444385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"/>
          <p:cNvSpPr txBox="1"/>
          <p:nvPr/>
        </p:nvSpPr>
        <p:spPr>
          <a:xfrm>
            <a:off x="8354286" y="5654150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Jahr bei </a:t>
            </a:r>
            <a:br>
              <a:rPr b="1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Toastmasters</a:t>
            </a:r>
            <a:endParaRPr/>
          </a:p>
        </p:txBody>
      </p:sp>
      <p:sp>
        <p:nvSpPr>
          <p:cNvPr id="322" name="Google Shape;322;p2"/>
          <p:cNvSpPr/>
          <p:nvPr/>
        </p:nvSpPr>
        <p:spPr>
          <a:xfrm>
            <a:off x="9364113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"/>
          <p:cNvSpPr txBox="1"/>
          <p:nvPr/>
        </p:nvSpPr>
        <p:spPr>
          <a:xfrm>
            <a:off x="5009626" y="5654150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DE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Monate bei Toastmasters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de-DE"/>
              <a:t>Schwierigkeitsstufen der Officer Rollen</a:t>
            </a:r>
            <a:endParaRPr/>
          </a:p>
        </p:txBody>
      </p:sp>
      <p:grpSp>
        <p:nvGrpSpPr>
          <p:cNvPr id="329" name="Google Shape;329;p3"/>
          <p:cNvGrpSpPr/>
          <p:nvPr/>
        </p:nvGrpSpPr>
        <p:grpSpPr>
          <a:xfrm>
            <a:off x="569113" y="1677804"/>
            <a:ext cx="11112913" cy="4377611"/>
            <a:chOff x="302413" y="6"/>
            <a:chExt cx="11112913" cy="4377611"/>
          </a:xfrm>
        </p:grpSpPr>
        <p:sp>
          <p:nvSpPr>
            <p:cNvPr id="330" name="Google Shape;330;p3"/>
            <p:cNvSpPr/>
            <p:nvPr/>
          </p:nvSpPr>
          <p:spPr>
            <a:xfrm rot="5400000">
              <a:off x="812681" y="1589519"/>
              <a:ext cx="1537006" cy="2557543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556116" y="2353673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"/>
            <p:cNvSpPr txBox="1"/>
            <p:nvPr/>
          </p:nvSpPr>
          <p:spPr>
            <a:xfrm>
              <a:off x="556116" y="2353673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Komitee-Mitglied</a:t>
              </a:r>
              <a:b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Aktive Helfer</a:t>
              </a: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2429427" y="1401229"/>
              <a:ext cx="435653" cy="435653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 rot="5400000">
              <a:off x="3639305" y="890068"/>
              <a:ext cx="1537006" cy="2557543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3382740" y="1654222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"/>
            <p:cNvSpPr txBox="1"/>
            <p:nvPr/>
          </p:nvSpPr>
          <p:spPr>
            <a:xfrm>
              <a:off x="3382740" y="1654222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Clubschriftführer</a:t>
              </a:r>
              <a:b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Saalmeister</a:t>
              </a: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5256051" y="701779"/>
              <a:ext cx="435653" cy="435653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 rot="5400000">
              <a:off x="6487303" y="190617"/>
              <a:ext cx="1537006" cy="2557543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6207337" y="954771"/>
              <a:ext cx="2859121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"/>
            <p:cNvSpPr txBox="1"/>
            <p:nvPr/>
          </p:nvSpPr>
          <p:spPr>
            <a:xfrm>
              <a:off x="6207337" y="954771"/>
              <a:ext cx="2859121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Mitgliedschaft</a:t>
              </a:r>
              <a:b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Public Relations</a:t>
              </a: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8104050" y="2328"/>
              <a:ext cx="435653" cy="435653"/>
            </a:xfrm>
            <a:prstGeom prst="triangle">
              <a:avLst>
                <a:gd fmla="val 100000" name="adj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 rot="5400000">
              <a:off x="9368051" y="-510263"/>
              <a:ext cx="1537006" cy="2557543"/>
            </a:xfrm>
            <a:prstGeom prst="corner">
              <a:avLst>
                <a:gd fmla="val 16120" name="adj1"/>
                <a:gd fmla="val 16110" name="adj2"/>
              </a:avLst>
            </a:prstGeom>
            <a:solidFill>
              <a:schemeClr val="accent1"/>
            </a:solidFill>
            <a:ln cap="flat" cmpd="sng" w="12700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9103110" y="255320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"/>
            <p:cNvSpPr txBox="1"/>
            <p:nvPr/>
          </p:nvSpPr>
          <p:spPr>
            <a:xfrm>
              <a:off x="9103110" y="255320"/>
              <a:ext cx="2308964" cy="2023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Präsident</a:t>
              </a:r>
              <a:b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2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VP Ausbildung</a:t>
              </a:r>
              <a:endParaRPr/>
            </a:p>
          </p:txBody>
        </p:sp>
      </p:grpSp>
      <p:sp>
        <p:nvSpPr>
          <p:cNvPr id="345" name="Google Shape;345;p3"/>
          <p:cNvSpPr/>
          <p:nvPr/>
        </p:nvSpPr>
        <p:spPr>
          <a:xfrm>
            <a:off x="2157984" y="4435090"/>
            <a:ext cx="2395728" cy="768096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"/>
          <p:cNvSpPr/>
          <p:nvPr/>
        </p:nvSpPr>
        <p:spPr>
          <a:xfrm>
            <a:off x="5483352" y="3666994"/>
            <a:ext cx="2395728" cy="768096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"/>
          <p:cNvSpPr/>
          <p:nvPr/>
        </p:nvSpPr>
        <p:spPr>
          <a:xfrm>
            <a:off x="8363712" y="3179314"/>
            <a:ext cx="2395728" cy="768096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C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de-DE"/>
              <a:t>Was ist die Member Progress Analysis?</a:t>
            </a:r>
            <a:endParaRPr/>
          </a:p>
        </p:txBody>
      </p:sp>
      <p:sp>
        <p:nvSpPr>
          <p:cNvPr id="353" name="Google Shape;353;p4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Werkzeug zur </a:t>
            </a:r>
            <a:r>
              <a:rPr b="1" lang="de-DE"/>
              <a:t>Mitgliederentwicklung</a:t>
            </a:r>
            <a:r>
              <a:rPr lang="de-DE"/>
              <a:t> und systematischen </a:t>
            </a:r>
            <a:r>
              <a:rPr b="1" lang="de-DE"/>
              <a:t>Nachfolgeplanung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Ordnet Mitglieder anhand ihres </a:t>
            </a:r>
            <a:r>
              <a:rPr b="1" lang="de-DE"/>
              <a:t>Fortschritts auf der Toastmasters-Reise </a:t>
            </a:r>
            <a:r>
              <a:rPr lang="de-DE"/>
              <a:t>ein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Identifiziert den </a:t>
            </a:r>
            <a:r>
              <a:rPr b="1" lang="de-DE"/>
              <a:t>aktuellen Entwicklungsstand</a:t>
            </a:r>
            <a:r>
              <a:rPr lang="de-DE"/>
              <a:t> und mögliche nächste Schritte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Unterstützt Clubs dabei, Mitglieder </a:t>
            </a:r>
            <a:r>
              <a:rPr b="1" lang="de-DE"/>
              <a:t>gezielt zu fördern</a:t>
            </a:r>
            <a:r>
              <a:rPr lang="de-DE"/>
              <a:t> und </a:t>
            </a:r>
            <a:r>
              <a:rPr b="1" lang="de-DE"/>
              <a:t>langfristig zu binden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de-DE"/>
              <a:t>Kategorien in der Toastmasters Reise</a:t>
            </a:r>
            <a:endParaRPr/>
          </a:p>
        </p:txBody>
      </p:sp>
      <p:grpSp>
        <p:nvGrpSpPr>
          <p:cNvPr id="359" name="Google Shape;359;p5"/>
          <p:cNvGrpSpPr/>
          <p:nvPr/>
        </p:nvGrpSpPr>
        <p:grpSpPr>
          <a:xfrm>
            <a:off x="266699" y="719666"/>
            <a:ext cx="11544999" cy="5418666"/>
            <a:chOff x="0" y="0"/>
            <a:chExt cx="11544999" cy="5418666"/>
          </a:xfrm>
        </p:grpSpPr>
        <p:sp>
          <p:nvSpPr>
            <p:cNvPr id="360" name="Google Shape;360;p5"/>
            <p:cNvSpPr/>
            <p:nvPr/>
          </p:nvSpPr>
          <p:spPr>
            <a:xfrm>
              <a:off x="0" y="1635787"/>
              <a:ext cx="11544999" cy="2167466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F1E8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12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5"/>
            <p:cNvSpPr txBox="1"/>
            <p:nvPr/>
          </p:nvSpPr>
          <p:spPr>
            <a:xfrm>
              <a:off x="412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Eisbrecher</a:t>
              </a: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35161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1306898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5"/>
            <p:cNvSpPr txBox="1"/>
            <p:nvPr/>
          </p:nvSpPr>
          <p:spPr>
            <a:xfrm>
              <a:off x="1306898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Bewertung</a:t>
              </a: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1658101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5"/>
            <p:cNvSpPr/>
            <p:nvPr/>
          </p:nvSpPr>
          <p:spPr>
            <a:xfrm>
              <a:off x="2613384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5"/>
            <p:cNvSpPr txBox="1"/>
            <p:nvPr/>
          </p:nvSpPr>
          <p:spPr>
            <a:xfrm>
              <a:off x="2613384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Table Topics Moderation</a:t>
              </a: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296458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3919870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 txBox="1"/>
            <p:nvPr/>
          </p:nvSpPr>
          <p:spPr>
            <a:xfrm>
              <a:off x="3919870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Moderation des Abends</a:t>
              </a: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4271073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5226356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5"/>
            <p:cNvSpPr txBox="1"/>
            <p:nvPr/>
          </p:nvSpPr>
          <p:spPr>
            <a:xfrm>
              <a:off x="5226356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Mithelfen bei Organisation</a:t>
              </a:r>
              <a:endParaRPr/>
            </a:p>
          </p:txBody>
        </p:sp>
        <p:sp>
          <p:nvSpPr>
            <p:cNvPr id="375" name="Google Shape;375;p5"/>
            <p:cNvSpPr/>
            <p:nvPr/>
          </p:nvSpPr>
          <p:spPr>
            <a:xfrm>
              <a:off x="5577559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6532842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5"/>
            <p:cNvSpPr txBox="1"/>
            <p:nvPr/>
          </p:nvSpPr>
          <p:spPr>
            <a:xfrm>
              <a:off x="6532842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Erstes Mal Mentor</a:t>
              </a: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688404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7839328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5"/>
            <p:cNvSpPr txBox="1"/>
            <p:nvPr/>
          </p:nvSpPr>
          <p:spPr>
            <a:xfrm>
              <a:off x="7839328" y="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Organisation</a:t>
              </a:r>
              <a:b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leiten</a:t>
              </a:r>
              <a:endParaRPr/>
            </a:p>
          </p:txBody>
        </p:sp>
        <p:sp>
          <p:nvSpPr>
            <p:cNvPr id="381" name="Google Shape;381;p5"/>
            <p:cNvSpPr/>
            <p:nvPr/>
          </p:nvSpPr>
          <p:spPr>
            <a:xfrm>
              <a:off x="8190531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9145814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5"/>
            <p:cNvSpPr txBox="1"/>
            <p:nvPr/>
          </p:nvSpPr>
          <p:spPr>
            <a:xfrm>
              <a:off x="9145814" y="3251200"/>
              <a:ext cx="1244272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de-DE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Club Officer Rolle</a:t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949701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5" name="Google Shape;385;p5"/>
          <p:cNvSpPr/>
          <p:nvPr/>
        </p:nvSpPr>
        <p:spPr>
          <a:xfrm>
            <a:off x="5444385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"/>
          <p:cNvSpPr txBox="1"/>
          <p:nvPr/>
        </p:nvSpPr>
        <p:spPr>
          <a:xfrm>
            <a:off x="8354286" y="5654150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Jahr bei </a:t>
            </a:r>
            <a:b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Toastmasters</a:t>
            </a:r>
            <a:endParaRPr/>
          </a:p>
        </p:txBody>
      </p:sp>
      <p:sp>
        <p:nvSpPr>
          <p:cNvPr id="387" name="Google Shape;387;p5"/>
          <p:cNvSpPr/>
          <p:nvPr/>
        </p:nvSpPr>
        <p:spPr>
          <a:xfrm>
            <a:off x="9364113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"/>
          <p:cNvSpPr txBox="1"/>
          <p:nvPr/>
        </p:nvSpPr>
        <p:spPr>
          <a:xfrm>
            <a:off x="5009626" y="5654150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Monate bei Toastmasters</a:t>
            </a: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9579442" y="773424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390" name="Google Shape;390;p5"/>
          <p:cNvSpPr/>
          <p:nvPr/>
        </p:nvSpPr>
        <p:spPr>
          <a:xfrm>
            <a:off x="6065172" y="720655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1420232" y="720655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de-DE"/>
              <a:t>Kategorien in der Toastmasters Reise (erweitert)</a:t>
            </a:r>
            <a:endParaRPr/>
          </a:p>
        </p:txBody>
      </p:sp>
      <p:grpSp>
        <p:nvGrpSpPr>
          <p:cNvPr id="397" name="Google Shape;397;p6"/>
          <p:cNvGrpSpPr/>
          <p:nvPr/>
        </p:nvGrpSpPr>
        <p:grpSpPr>
          <a:xfrm>
            <a:off x="266699" y="719666"/>
            <a:ext cx="11544999" cy="5418666"/>
            <a:chOff x="0" y="0"/>
            <a:chExt cx="11544999" cy="5418666"/>
          </a:xfrm>
        </p:grpSpPr>
        <p:sp>
          <p:nvSpPr>
            <p:cNvPr id="398" name="Google Shape;398;p6"/>
            <p:cNvSpPr/>
            <p:nvPr/>
          </p:nvSpPr>
          <p:spPr>
            <a:xfrm>
              <a:off x="0" y="1635787"/>
              <a:ext cx="11544999" cy="2167466"/>
            </a:xfrm>
            <a:prstGeom prst="notchedRightArrow">
              <a:avLst>
                <a:gd fmla="val 50000" name="adj1"/>
                <a:gd fmla="val 50000" name="adj2"/>
              </a:avLst>
            </a:prstGeom>
            <a:solidFill>
              <a:srgbClr val="F1E8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6119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6"/>
            <p:cNvSpPr txBox="1"/>
            <p:nvPr/>
          </p:nvSpPr>
          <p:spPr>
            <a:xfrm>
              <a:off x="6119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Eisbrecher</a:t>
              </a: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231753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1048911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6"/>
            <p:cNvSpPr txBox="1"/>
            <p:nvPr/>
          </p:nvSpPr>
          <p:spPr>
            <a:xfrm>
              <a:off x="1048911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Bewertung</a:t>
              </a: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127454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2091703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6"/>
            <p:cNvSpPr txBox="1"/>
            <p:nvPr/>
          </p:nvSpPr>
          <p:spPr>
            <a:xfrm>
              <a:off x="2091703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Table Topics Moderation</a:t>
              </a: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2317337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3134494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6"/>
            <p:cNvSpPr txBox="1"/>
            <p:nvPr/>
          </p:nvSpPr>
          <p:spPr>
            <a:xfrm>
              <a:off x="3134494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 Moderation des Abends</a:t>
              </a: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3360128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4177286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6"/>
            <p:cNvSpPr txBox="1"/>
            <p:nvPr/>
          </p:nvSpPr>
          <p:spPr>
            <a:xfrm>
              <a:off x="4177286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de-DE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Mithelfen bei Organisation</a:t>
              </a: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4402920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220077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6"/>
            <p:cNvSpPr txBox="1"/>
            <p:nvPr/>
          </p:nvSpPr>
          <p:spPr>
            <a:xfrm>
              <a:off x="5220077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Erstes Mal Mentor</a:t>
              </a: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445712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6262869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 txBox="1"/>
            <p:nvPr/>
          </p:nvSpPr>
          <p:spPr>
            <a:xfrm>
              <a:off x="6262869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Organisation</a:t>
              </a:r>
              <a:b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leiten</a:t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6488503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7305661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 txBox="1"/>
            <p:nvPr/>
          </p:nvSpPr>
          <p:spPr>
            <a:xfrm>
              <a:off x="7305661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Club Officer</a:t>
              </a:r>
              <a:b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Einstiegs-</a:t>
              </a:r>
              <a:b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rollen</a:t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7531295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8348452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 txBox="1"/>
            <p:nvPr/>
          </p:nvSpPr>
          <p:spPr>
            <a:xfrm>
              <a:off x="8348452" y="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78225" lIns="78225" spcFirstLastPara="1" rIns="78225" wrap="square" tIns="78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de-DE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Fort-</a:t>
              </a:r>
              <a:br>
                <a:rPr lang="de-DE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geschrittene Club Officer</a:t>
              </a:r>
              <a:br>
                <a:rPr lang="de-DE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Rollen</a:t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8574086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9391244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 txBox="1"/>
            <p:nvPr/>
          </p:nvSpPr>
          <p:spPr>
            <a:xfrm>
              <a:off x="9391244" y="3251200"/>
              <a:ext cx="993134" cy="21674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5325" lIns="85325" spcFirstLastPara="1" rIns="85325" wrap="square" tIns="85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District Officer</a:t>
              </a:r>
              <a:b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b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Senior Mentor</a:t>
              </a:r>
              <a:b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b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de-DE" sz="1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Club Champion</a:t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9616878" y="2438400"/>
              <a:ext cx="541866" cy="541866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9" name="Google Shape;429;p6"/>
          <p:cNvSpPr/>
          <p:nvPr/>
        </p:nvSpPr>
        <p:spPr>
          <a:xfrm>
            <a:off x="4383681" y="1602758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"/>
          <p:cNvSpPr txBox="1"/>
          <p:nvPr/>
        </p:nvSpPr>
        <p:spPr>
          <a:xfrm>
            <a:off x="6449287" y="5615113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Jahr bei </a:t>
            </a:r>
            <a:b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Toastmasters</a:t>
            </a:r>
            <a:endParaRPr/>
          </a:p>
        </p:txBody>
      </p:sp>
      <p:sp>
        <p:nvSpPr>
          <p:cNvPr id="431" name="Google Shape;431;p6"/>
          <p:cNvSpPr/>
          <p:nvPr/>
        </p:nvSpPr>
        <p:spPr>
          <a:xfrm>
            <a:off x="9604059" y="1558254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"/>
          <p:cNvSpPr txBox="1"/>
          <p:nvPr/>
        </p:nvSpPr>
        <p:spPr>
          <a:xfrm>
            <a:off x="3820906" y="5649352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Monate bei Toastmasters</a:t>
            </a:r>
            <a:endParaRPr/>
          </a:p>
        </p:txBody>
      </p:sp>
      <p:sp>
        <p:nvSpPr>
          <p:cNvPr id="433" name="Google Shape;433;p6"/>
          <p:cNvSpPr/>
          <p:nvPr/>
        </p:nvSpPr>
        <p:spPr>
          <a:xfrm>
            <a:off x="7504833" y="1558253"/>
            <a:ext cx="45719" cy="3877813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5C504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"/>
          <p:cNvSpPr txBox="1"/>
          <p:nvPr/>
        </p:nvSpPr>
        <p:spPr>
          <a:xfrm>
            <a:off x="8571372" y="5615113"/>
            <a:ext cx="211109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3+ Jahre bei </a:t>
            </a:r>
            <a:b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de-DE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Toastmasters</a:t>
            </a:r>
            <a:endParaRPr/>
          </a:p>
        </p:txBody>
      </p:sp>
      <p:sp>
        <p:nvSpPr>
          <p:cNvPr id="435" name="Google Shape;435;p6"/>
          <p:cNvSpPr/>
          <p:nvPr/>
        </p:nvSpPr>
        <p:spPr>
          <a:xfrm>
            <a:off x="7924199" y="745750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436" name="Google Shape;436;p6"/>
          <p:cNvSpPr/>
          <p:nvPr/>
        </p:nvSpPr>
        <p:spPr>
          <a:xfrm>
            <a:off x="5225242" y="753905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437" name="Google Shape;437;p6"/>
          <p:cNvSpPr/>
          <p:nvPr/>
        </p:nvSpPr>
        <p:spPr>
          <a:xfrm>
            <a:off x="1200024" y="849451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9600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sp>
        <p:nvSpPr>
          <p:cNvPr id="438" name="Google Shape;438;p6"/>
          <p:cNvSpPr/>
          <p:nvPr/>
        </p:nvSpPr>
        <p:spPr>
          <a:xfrm>
            <a:off x="10043807" y="773424"/>
            <a:ext cx="167986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9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1" sz="9600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de-DE"/>
              <a:t>Aktionen per Kategorie</a:t>
            </a:r>
            <a:endParaRPr/>
          </a:p>
        </p:txBody>
      </p:sp>
      <p:graphicFrame>
        <p:nvGraphicFramePr>
          <p:cNvPr id="444" name="Google Shape;444;p7"/>
          <p:cNvGraphicFramePr/>
          <p:nvPr/>
        </p:nvGraphicFramePr>
        <p:xfrm>
          <a:off x="272258" y="11733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{844418D3-57AE-4A1F-8135-848573BAD117}</a:tableStyleId>
              </a:tblPr>
              <a:tblGrid>
                <a:gridCol w="2911875"/>
                <a:gridCol w="2911875"/>
                <a:gridCol w="2911875"/>
                <a:gridCol w="29118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>
                          <a:solidFill>
                            <a:srgbClr val="191919"/>
                          </a:solidFill>
                        </a:rPr>
                        <a:t>C</a:t>
                      </a:r>
                      <a:endParaRPr sz="1800" u="none" cap="none" strike="noStrike">
                        <a:solidFill>
                          <a:srgbClr val="19191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>
                          <a:solidFill>
                            <a:srgbClr val="191919"/>
                          </a:solidFill>
                        </a:rPr>
                        <a:t>B</a:t>
                      </a:r>
                      <a:endParaRPr sz="1800" u="none" cap="none" strike="noStrike">
                        <a:solidFill>
                          <a:srgbClr val="19191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>
                          <a:solidFill>
                            <a:srgbClr val="191919"/>
                          </a:solidFill>
                        </a:rPr>
                        <a:t>A</a:t>
                      </a:r>
                      <a:endParaRPr sz="1800" u="none" cap="none" strike="noStrike">
                        <a:solidFill>
                          <a:srgbClr val="191919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>
                          <a:solidFill>
                            <a:srgbClr val="191919"/>
                          </a:solidFill>
                        </a:rPr>
                        <a:t>S</a:t>
                      </a:r>
                      <a:endParaRPr sz="1800" u="none" cap="none" strike="noStrike">
                        <a:solidFill>
                          <a:srgbClr val="191919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/>
                        <a:t>Neumitglied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/>
                        <a:t>Mitgestalter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/>
                        <a:t>Führungskraft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/>
                        <a:t>Superstars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Mitglied seit weniger als 6 Monaten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Optional: Möchte Führungsfähigkeiten entwickeln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Optional: Möchte gezielt Verantwortung übernehmen</a:t>
                      </a:r>
                      <a:endParaRPr/>
                    </a:p>
                    <a:p>
                      <a:pPr indent="-1714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Mitglied seit 6-12 Monaten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Hilft regelmäßig aus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Ist regelmäßig präsent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Fühlt sich im Verein und auf der Bühne wohl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Mitglied seit 1+ Jahren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Aktiver Helfer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Gestaltet Vereinsleben mit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Kennt sich im Club gut aus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Optional: War bereits Mentor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Mitglied seit 3+ Jahren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Übernimmt regelmäßig Führungs- oder Schlüsselrollen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Gibt Wissen und Erfahrung aktiv weiter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▪"/>
                      </a:pPr>
                      <a:r>
                        <a:rPr lang="de-DE" sz="1800" u="none" cap="none" strike="noStrike"/>
                        <a:t>Anerkannte Stütze des Clubs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Mentor zuweisen</a:t>
                      </a:r>
                      <a:endParaRPr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Regelmäßig mit Workshops und Vorträgen fortbilden</a:t>
                      </a:r>
                      <a:endParaRPr/>
                    </a:p>
                    <a:p>
                      <a:pPr indent="-1714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In Komitees einladen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In Event Organisation einbinden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Aktiv zu Area/Division Events einladen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Eventleitung übertragen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Aktiv in Komitees einbinden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Zu COTs mitnehmen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165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b="1" lang="de-DE" sz="1800" u="none" cap="none" strike="noStrike">
                          <a:solidFill>
                            <a:srgbClr val="004165"/>
                          </a:solidFill>
                        </a:rPr>
                        <a:t>In Ruhe lassen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Als Trainer und Multiplikator nutzen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lang="de-DE" sz="1800" u="none" cap="none" strike="noStrike"/>
                        <a:t>Führungsrollen auf District ermöglichen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4165"/>
                        </a:buClr>
                        <a:buSzPts val="1800"/>
                        <a:buFont typeface="Noto Sans Symbols"/>
                        <a:buChar char="⮚"/>
                      </a:pPr>
                      <a:r>
                        <a:rPr b="1" lang="de-DE" sz="1800" u="none" cap="none" strike="noStrike">
                          <a:solidFill>
                            <a:srgbClr val="004165"/>
                          </a:solidFill>
                        </a:rPr>
                        <a:t>Träume erfüllen</a:t>
                      </a:r>
                      <a:endParaRPr b="1" sz="1800" u="none" cap="none" strike="noStrike">
                        <a:solidFill>
                          <a:srgbClr val="004165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8"/>
          <p:cNvSpPr txBox="1"/>
          <p:nvPr>
            <p:ph type="title"/>
          </p:nvPr>
        </p:nvSpPr>
        <p:spPr>
          <a:xfrm>
            <a:off x="277934" y="295773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None/>
            </a:pPr>
            <a:r>
              <a:rPr lang="de-DE"/>
              <a:t>Durchführung der Member Progress Analysis</a:t>
            </a:r>
            <a:endParaRPr/>
          </a:p>
        </p:txBody>
      </p:sp>
      <p:sp>
        <p:nvSpPr>
          <p:cNvPr id="450" name="Google Shape;450;p8"/>
          <p:cNvSpPr txBox="1"/>
          <p:nvPr>
            <p:ph idx="1" type="body"/>
          </p:nvPr>
        </p:nvSpPr>
        <p:spPr>
          <a:xfrm>
            <a:off x="277933" y="1520042"/>
            <a:ext cx="11647367" cy="43582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de-DE"/>
              <a:t>Aktuelle Mitgliederliste erstellen</a:t>
            </a:r>
            <a:br>
              <a:rPr lang="de-DE"/>
            </a:br>
            <a:r>
              <a:rPr lang="de-DE"/>
              <a:t>Mitgliederdaten aus EasySpeak oder Club Central exportieren.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de-DE"/>
              <a:t>Mitglieder gemeinsam bewerten</a:t>
            </a:r>
            <a:br>
              <a:rPr lang="de-DE"/>
            </a:br>
            <a:r>
              <a:rPr lang="de-DE"/>
              <a:t>Im Clubvorstand jedes Mitglied einer Entwicklungsstufe zuordnen.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de-DE"/>
              <a:t>Fördermaßnahmen festlegen</a:t>
            </a:r>
            <a:br>
              <a:rPr lang="de-DE"/>
            </a:br>
            <a:r>
              <a:rPr lang="de-DE"/>
              <a:t>Für jede Kategorie geeignete Entwicklungs- und Engagementmöglichkeiten auswählen.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b="1" lang="de-DE"/>
              <a:t>Maßnahmen umsetzen und nachverfolgen</a:t>
            </a:r>
            <a:br>
              <a:rPr lang="de-DE"/>
            </a:br>
            <a:r>
              <a:rPr lang="de-DE"/>
              <a:t>Mitglieder gezielt unterstützen und die Analyse regelmäßig aktualisieren.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9"/>
          <p:cNvSpPr txBox="1"/>
          <p:nvPr>
            <p:ph type="title"/>
          </p:nvPr>
        </p:nvSpPr>
        <p:spPr>
          <a:xfrm>
            <a:off x="277934" y="293875"/>
            <a:ext cx="11647366" cy="6492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de-DE"/>
              <a:t>Diskussion und Gruppenarbeit</a:t>
            </a:r>
            <a:endParaRPr/>
          </a:p>
        </p:txBody>
      </p:sp>
      <p:sp>
        <p:nvSpPr>
          <p:cNvPr id="456" name="Google Shape;456;p9"/>
          <p:cNvSpPr txBox="1"/>
          <p:nvPr>
            <p:ph idx="1" type="body"/>
          </p:nvPr>
        </p:nvSpPr>
        <p:spPr>
          <a:xfrm>
            <a:off x="277934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de-DE"/>
              <a:t>In Clubs:</a:t>
            </a:r>
            <a:endParaRPr/>
          </a:p>
        </p:txBody>
      </p:sp>
      <p:sp>
        <p:nvSpPr>
          <p:cNvPr id="457" name="Google Shape;457;p9"/>
          <p:cNvSpPr txBox="1"/>
          <p:nvPr>
            <p:ph idx="2" type="body"/>
          </p:nvPr>
        </p:nvSpPr>
        <p:spPr>
          <a:xfrm>
            <a:off x="277934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de-DE" sz="2400"/>
              <a:t>Ordnet Mitglieder aus eurem Club den Kategorien zu.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de-DE" sz="2400"/>
              <a:t>Wie ist euer Club aufgestellt? In welcher Kategorie gibt es besonders viele Mitglieder?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de-DE" sz="2400"/>
              <a:t>Welche Mitglieder könnt ihr im kommenden Jahr als Club Officer aufbauen?</a:t>
            </a:r>
            <a:endParaRPr/>
          </a:p>
        </p:txBody>
      </p:sp>
      <p:sp>
        <p:nvSpPr>
          <p:cNvPr id="458" name="Google Shape;458;p9"/>
          <p:cNvSpPr txBox="1"/>
          <p:nvPr>
            <p:ph idx="3" type="body"/>
          </p:nvPr>
        </p:nvSpPr>
        <p:spPr>
          <a:xfrm>
            <a:off x="6283452" y="1361863"/>
            <a:ext cx="564184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de-DE"/>
              <a:t>Ohne Clubs:</a:t>
            </a:r>
            <a:endParaRPr/>
          </a:p>
        </p:txBody>
      </p:sp>
      <p:sp>
        <p:nvSpPr>
          <p:cNvPr id="459" name="Google Shape;459;p9"/>
          <p:cNvSpPr txBox="1"/>
          <p:nvPr>
            <p:ph idx="4" type="body"/>
          </p:nvPr>
        </p:nvSpPr>
        <p:spPr>
          <a:xfrm>
            <a:off x="6283452" y="2185775"/>
            <a:ext cx="5641848" cy="36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de-DE" sz="2400"/>
              <a:t>Wie läuft die Nachfolgeplanung aktuell in eurem Club?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de-DE" sz="2400"/>
              <a:t>Identifiziert 3 Herausforderungen, die eure Clubs im Bezug auf Nachfolgeplanung haben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de-DE" sz="2400"/>
              <a:t>Was sind eure Lösungsvorschläge für diese Probleme?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oastmasters Theme Dark Mode">
  <a:themeElements>
    <a:clrScheme name="Toastmasters Burgundy">
      <a:dk1>
        <a:srgbClr val="333333"/>
      </a:dk1>
      <a:lt1>
        <a:srgbClr val="FFFFFF"/>
      </a:lt1>
      <a:dk2>
        <a:srgbClr val="012838"/>
      </a:dk2>
      <a:lt2>
        <a:srgbClr val="F5F5F5"/>
      </a:lt2>
      <a:accent1>
        <a:srgbClr val="DBBFBC"/>
      </a:accent1>
      <a:accent2>
        <a:srgbClr val="C08D8C"/>
      </a:accent2>
      <a:accent3>
        <a:srgbClr val="A66164"/>
      </a:accent3>
      <a:accent4>
        <a:srgbClr val="8D3B44"/>
      </a:accent4>
      <a:accent5>
        <a:srgbClr val="772432"/>
      </a:accent5>
      <a:accent6>
        <a:srgbClr val="5C1F28"/>
      </a:accent6>
      <a:hlink>
        <a:srgbClr val="0248C2"/>
      </a:hlink>
      <a:folHlink>
        <a:srgbClr val="0248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oastmasters Theme Light Mode">
  <a:themeElements>
    <a:clrScheme name="Toastmasters Burgundy">
      <a:dk1>
        <a:srgbClr val="333333"/>
      </a:dk1>
      <a:lt1>
        <a:srgbClr val="FFFFFF"/>
      </a:lt1>
      <a:dk2>
        <a:srgbClr val="012838"/>
      </a:dk2>
      <a:lt2>
        <a:srgbClr val="F5F5F5"/>
      </a:lt2>
      <a:accent1>
        <a:srgbClr val="DBBFBC"/>
      </a:accent1>
      <a:accent2>
        <a:srgbClr val="C08D8C"/>
      </a:accent2>
      <a:accent3>
        <a:srgbClr val="A66164"/>
      </a:accent3>
      <a:accent4>
        <a:srgbClr val="8D3B44"/>
      </a:accent4>
      <a:accent5>
        <a:srgbClr val="772432"/>
      </a:accent5>
      <a:accent6>
        <a:srgbClr val="5C1F28"/>
      </a:accent6>
      <a:hlink>
        <a:srgbClr val="0248C2"/>
      </a:hlink>
      <a:folHlink>
        <a:srgbClr val="0248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2026-06-19T21:21:55Z</dcterms:created>
  <dc:creator>Björn Müller</dc:creator>
</cp:coreProperties>
</file>