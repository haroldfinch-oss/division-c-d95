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0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theme+xml" PartName="/ppt/theme/theme8.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8" r:id="rId4"/>
    <p:sldMasterId id="2147483685" r:id="rId5"/>
    <p:sldMasterId id="2147483710" r:id="rId6"/>
    <p:sldMasterId id="2147483730" r:id="rId7"/>
    <p:sldMasterId id="2147483740" r:id="rId8"/>
    <p:sldMasterId id="2147483761"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Lst>
  <p:sldSz cy="6858000" cx="12192000"/>
  <p:notesSz cx="6858000" cy="9144000"/>
  <p:embeddedFontLst>
    <p:embeddedFont>
      <p:font typeface="Open Sans Light"/>
      <p:regular r:id="rId37"/>
      <p:bold r:id="rId38"/>
      <p:italic r:id="rId39"/>
      <p:boldItalic r:id="rId40"/>
    </p:embeddedFont>
    <p:embeddedFont>
      <p:font typeface="Open Sans"/>
      <p:regular r:id="rId41"/>
      <p:bold r:id="rId42"/>
      <p:italic r:id="rId43"/>
      <p:boldItalic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5" roundtripDataSignature="AMtx7mhV/gSeGvCnhSJ5kOGpdc/CKSeI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OpenSansLight-boldItalic.fntdata"/><Relationship Id="rId20" Type="http://schemas.openxmlformats.org/officeDocument/2006/relationships/slide" Target="slides/slide10.xml"/><Relationship Id="rId42" Type="http://schemas.openxmlformats.org/officeDocument/2006/relationships/font" Target="fonts/OpenSans-bold.fntdata"/><Relationship Id="rId41" Type="http://schemas.openxmlformats.org/officeDocument/2006/relationships/font" Target="fonts/OpenSans-regular.fntdata"/><Relationship Id="rId22" Type="http://schemas.openxmlformats.org/officeDocument/2006/relationships/slide" Target="slides/slide12.xml"/><Relationship Id="rId44" Type="http://schemas.openxmlformats.org/officeDocument/2006/relationships/font" Target="fonts/OpenSans-boldItalic.fntdata"/><Relationship Id="rId21" Type="http://schemas.openxmlformats.org/officeDocument/2006/relationships/slide" Target="slides/slide11.xml"/><Relationship Id="rId43" Type="http://schemas.openxmlformats.org/officeDocument/2006/relationships/font" Target="fonts/OpenSans-italic.fntdata"/><Relationship Id="rId24" Type="http://schemas.openxmlformats.org/officeDocument/2006/relationships/slide" Target="slides/slide14.xml"/><Relationship Id="rId23" Type="http://schemas.openxmlformats.org/officeDocument/2006/relationships/slide" Target="slides/slide13.xml"/><Relationship Id="rId45" Type="http://customschemas.google.com/relationships/presentationmetadata" Target="metadata"/><Relationship Id="rId1" Type="http://schemas.openxmlformats.org/officeDocument/2006/relationships/theme" Target="theme/theme5.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Master" Target="slideMasters/slideMaster7.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19.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21.xml"/><Relationship Id="rId30" Type="http://schemas.openxmlformats.org/officeDocument/2006/relationships/slide" Target="slides/slide20.xml"/><Relationship Id="rId11" Type="http://schemas.openxmlformats.org/officeDocument/2006/relationships/slide" Target="slides/slide1.xml"/><Relationship Id="rId33" Type="http://schemas.openxmlformats.org/officeDocument/2006/relationships/slide" Target="slides/slide23.xml"/><Relationship Id="rId10" Type="http://schemas.openxmlformats.org/officeDocument/2006/relationships/notesMaster" Target="notesMasters/notesMaster1.xml"/><Relationship Id="rId32" Type="http://schemas.openxmlformats.org/officeDocument/2006/relationships/slide" Target="slides/slide22.xml"/><Relationship Id="rId13" Type="http://schemas.openxmlformats.org/officeDocument/2006/relationships/slide" Target="slides/slide3.xml"/><Relationship Id="rId35" Type="http://schemas.openxmlformats.org/officeDocument/2006/relationships/slide" Target="slides/slide25.xml"/><Relationship Id="rId12" Type="http://schemas.openxmlformats.org/officeDocument/2006/relationships/slide" Target="slides/slide2.xml"/><Relationship Id="rId34" Type="http://schemas.openxmlformats.org/officeDocument/2006/relationships/slide" Target="slides/slide24.xml"/><Relationship Id="rId15" Type="http://schemas.openxmlformats.org/officeDocument/2006/relationships/slide" Target="slides/slide5.xml"/><Relationship Id="rId37" Type="http://schemas.openxmlformats.org/officeDocument/2006/relationships/font" Target="fonts/OpenSansLight-regular.fntdata"/><Relationship Id="rId14" Type="http://schemas.openxmlformats.org/officeDocument/2006/relationships/slide" Target="slides/slide4.xml"/><Relationship Id="rId36" Type="http://schemas.openxmlformats.org/officeDocument/2006/relationships/slide" Target="slides/slide26.xml"/><Relationship Id="rId17" Type="http://schemas.openxmlformats.org/officeDocument/2006/relationships/slide" Target="slides/slide7.xml"/><Relationship Id="rId39" Type="http://schemas.openxmlformats.org/officeDocument/2006/relationships/font" Target="fonts/OpenSansLight-italic.fntdata"/><Relationship Id="rId16" Type="http://schemas.openxmlformats.org/officeDocument/2006/relationships/slide" Target="slides/slide6.xml"/><Relationship Id="rId38" Type="http://schemas.openxmlformats.org/officeDocument/2006/relationships/font" Target="fonts/OpenSansLight-bold.fntdata"/><Relationship Id="rId19" Type="http://schemas.openxmlformats.org/officeDocument/2006/relationships/slide" Target="slides/slide9.xml"/><Relationship Id="rId18"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630237"/>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toastmasters.org/footer/faq/GDPR"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notes"/>
          <p:cNvSpPr/>
          <p:nvPr>
            <p:ph idx="2" type="sldImg"/>
          </p:nvPr>
        </p:nvSpPr>
        <p:spPr>
          <a:xfrm>
            <a:off x="685800" y="665163"/>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5" name="Google Shape;975;p1: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Arial"/>
              <a:buNone/>
            </a:pPr>
            <a:r>
              <a:rPr i="1" lang="en-US" sz="1200">
                <a:latin typeface="Arial"/>
                <a:ea typeface="Arial"/>
                <a:cs typeface="Arial"/>
                <a:sym typeface="Arial"/>
              </a:rPr>
              <a:t>A duration of 4 hours is recommended for Club Officer Training, allowing for comprehensive review and discussion of topics, like the Club Success Plan, the Distinguished Club Program, and leadership development. The full Club Officer Training is composed of three 1-hour sessions, but we recommend breaks between each session. This leaves approximately 30 to 45 minutes for another session or keynote presentation focused on the needs of the clubs in your District. </a:t>
            </a:r>
            <a:endParaRPr sz="1200">
              <a:latin typeface="Arial"/>
              <a:ea typeface="Arial"/>
              <a:cs typeface="Arial"/>
              <a:sym typeface="Arial"/>
            </a:endParaRPr>
          </a:p>
          <a:p>
            <a:pPr indent="0" lvl="0" marL="0" rtl="0" algn="l">
              <a:spcBef>
                <a:spcPts val="0"/>
              </a:spcBef>
              <a:spcAft>
                <a:spcPts val="0"/>
              </a:spcAft>
              <a:buNone/>
            </a:pPr>
            <a:r>
              <a:t/>
            </a:r>
            <a:endParaRPr/>
          </a:p>
        </p:txBody>
      </p:sp>
      <p:sp>
        <p:nvSpPr>
          <p:cNvPr id="976" name="Google Shape;97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p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2" name="Google Shape;982;p2: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latin typeface="Arial"/>
                <a:ea typeface="Arial"/>
                <a:cs typeface="Arial"/>
                <a:sym typeface="Arial"/>
              </a:rPr>
              <a:t>Welcome to the Sergeant at Arms training! Today, we will highlight the often-unsung hero of every Toastmasters meeting—YOU, the Sergeant at Arms. </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(To begin the session, </a:t>
            </a:r>
            <a:r>
              <a:rPr b="1" lang="en-US">
                <a:latin typeface="Arial"/>
                <a:ea typeface="Arial"/>
                <a:cs typeface="Arial"/>
                <a:sym typeface="Arial"/>
              </a:rPr>
              <a:t>ask</a:t>
            </a:r>
            <a:r>
              <a:rPr lang="en-US">
                <a:latin typeface="Arial"/>
                <a:ea typeface="Arial"/>
                <a:cs typeface="Arial"/>
                <a:sym typeface="Arial"/>
              </a:rPr>
              <a:t> attendees </a:t>
            </a:r>
            <a:r>
              <a:rPr i="1" lang="en-US">
                <a:latin typeface="Arial"/>
                <a:ea typeface="Arial"/>
                <a:cs typeface="Arial"/>
                <a:sym typeface="Arial"/>
              </a:rPr>
              <a:t>why they are serving as their club’s Sergeant at Arms</a:t>
            </a:r>
            <a:r>
              <a:rPr lang="en-US">
                <a:latin typeface="Arial"/>
                <a:ea typeface="Arial"/>
                <a:cs typeface="Arial"/>
                <a:sym typeface="Arial"/>
              </a:rPr>
              <a:t>. For online training, </a:t>
            </a:r>
            <a:r>
              <a:rPr b="1" lang="en-US">
                <a:latin typeface="Arial"/>
                <a:ea typeface="Arial"/>
                <a:cs typeface="Arial"/>
                <a:sym typeface="Arial"/>
              </a:rPr>
              <a:t>ask</a:t>
            </a:r>
            <a:r>
              <a:rPr lang="en-US">
                <a:latin typeface="Arial"/>
                <a:ea typeface="Arial"/>
                <a:cs typeface="Arial"/>
                <a:sym typeface="Arial"/>
              </a:rPr>
              <a:t> the SAAs to enter their answers into the Zoom chat and read a few of their responses. For in-person training, </a:t>
            </a:r>
            <a:r>
              <a:rPr b="1" lang="en-US">
                <a:latin typeface="Arial"/>
                <a:ea typeface="Arial"/>
                <a:cs typeface="Arial"/>
                <a:sym typeface="Arial"/>
              </a:rPr>
              <a:t>ask</a:t>
            </a:r>
            <a:r>
              <a:rPr lang="en-US">
                <a:latin typeface="Arial"/>
                <a:ea typeface="Arial"/>
                <a:cs typeface="Arial"/>
                <a:sym typeface="Arial"/>
              </a:rPr>
              <a:t> a few SAAs to answer in ONE SENTENCE.)</a:t>
            </a:r>
            <a:endParaRPr/>
          </a:p>
          <a:p>
            <a:pPr indent="0" lvl="0" marL="0" rtl="0" algn="l">
              <a:spcBef>
                <a:spcPts val="0"/>
              </a:spcBef>
              <a:spcAft>
                <a:spcPts val="0"/>
              </a:spcAft>
              <a:buNone/>
            </a:pPr>
            <a:r>
              <a:t/>
            </a:r>
            <a:endParaRPr b="1">
              <a:latin typeface="Arial"/>
              <a:ea typeface="Arial"/>
              <a:cs typeface="Arial"/>
              <a:sym typeface="Arial"/>
            </a:endParaRPr>
          </a:p>
          <a:p>
            <a:pPr indent="0" lvl="0" marL="0" rtl="0" algn="l">
              <a:spcBef>
                <a:spcPts val="0"/>
              </a:spcBef>
              <a:spcAft>
                <a:spcPts val="0"/>
              </a:spcAft>
              <a:buNone/>
            </a:pPr>
            <a:r>
              <a:rPr lang="en-US">
                <a:latin typeface="Arial"/>
                <a:ea typeface="Arial"/>
                <a:cs typeface="Arial"/>
                <a:sym typeface="Arial"/>
              </a:rPr>
              <a:t>Club officers dedicate valuable time and provide a tremendous service to Toastmasters. Let’s discuss the importance of your role as the club’s Sergeant at Arms.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b="1"/>
          </a:p>
          <a:p>
            <a:pPr indent="0" lvl="0" marL="0" rtl="0" algn="l">
              <a:spcBef>
                <a:spcPts val="0"/>
              </a:spcBef>
              <a:spcAft>
                <a:spcPts val="0"/>
              </a:spcAft>
              <a:buNone/>
            </a:pPr>
            <a:r>
              <a:t/>
            </a:r>
            <a:endParaRPr/>
          </a:p>
        </p:txBody>
      </p:sp>
      <p:sp>
        <p:nvSpPr>
          <p:cNvPr id="983" name="Google Shape;98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p3: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9" name="Google Shape;989;p3: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4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a:latin typeface="Arial"/>
              <a:ea typeface="Arial"/>
              <a:cs typeface="Arial"/>
              <a:sym typeface="Arial"/>
            </a:endParaRPr>
          </a:p>
          <a:p>
            <a:pPr indent="0" lvl="0" marL="0" rtl="0" algn="l">
              <a:spcBef>
                <a:spcPts val="0"/>
              </a:spcBef>
              <a:spcAft>
                <a:spcPts val="0"/>
              </a:spcAft>
              <a:buNone/>
            </a:pPr>
            <a:r>
              <a:rPr lang="en-US" sz="1200">
                <a:latin typeface="Arial"/>
                <a:ea typeface="Arial"/>
                <a:cs typeface="Arial"/>
                <a:sym typeface="Arial"/>
              </a:rPr>
              <a:t>(Outline the high-level agenda and items to be covered in the session.)</a:t>
            </a:r>
            <a:endParaRPr/>
          </a:p>
          <a:p>
            <a:pPr indent="0" lvl="0" marL="0" rtl="0" algn="l">
              <a:spcBef>
                <a:spcPts val="0"/>
              </a:spcBef>
              <a:spcAft>
                <a:spcPts val="0"/>
              </a:spcAft>
              <a:buClr>
                <a:schemeClr val="dk1"/>
              </a:buClr>
              <a:buSzPts val="1200"/>
              <a:buFont typeface="Calibri"/>
              <a:buNone/>
            </a:pPr>
            <a:r>
              <a:t/>
            </a:r>
            <a:endParaRPr/>
          </a:p>
          <a:p>
            <a:pPr indent="-285750" lvl="0" marL="285750" marR="0" rtl="0" algn="l">
              <a:lnSpc>
                <a:spcPct val="100000"/>
              </a:lnSpc>
              <a:spcBef>
                <a:spcPts val="0"/>
              </a:spcBef>
              <a:spcAft>
                <a:spcPts val="0"/>
              </a:spcAft>
              <a:buClr>
                <a:schemeClr val="lt1"/>
              </a:buClr>
              <a:buSzPts val="2800"/>
              <a:buFont typeface="Arial"/>
              <a:buChar char="•"/>
            </a:pPr>
            <a:r>
              <a:rPr i="0" lang="en-US" sz="1200" u="none" cap="none" strike="noStrike">
                <a:solidFill>
                  <a:schemeClr val="lt1"/>
                </a:solidFill>
                <a:latin typeface="Arial"/>
                <a:ea typeface="Arial"/>
                <a:cs typeface="Arial"/>
                <a:sym typeface="Arial"/>
              </a:rPr>
              <a:t>Why is the SAA role important?</a:t>
            </a:r>
            <a:endParaRPr/>
          </a:p>
          <a:p>
            <a:pPr indent="-285750" lvl="0" marL="285750" marR="0" rtl="0" algn="l">
              <a:lnSpc>
                <a:spcPct val="100000"/>
              </a:lnSpc>
              <a:spcBef>
                <a:spcPts val="0"/>
              </a:spcBef>
              <a:spcAft>
                <a:spcPts val="0"/>
              </a:spcAft>
              <a:buClr>
                <a:schemeClr val="lt1"/>
              </a:buClr>
              <a:buSzPts val="2800"/>
              <a:buFont typeface="Arial"/>
              <a:buChar char="•"/>
            </a:pPr>
            <a:r>
              <a:rPr i="0" lang="en-US" sz="1200" u="none" cap="none" strike="noStrike">
                <a:solidFill>
                  <a:schemeClr val="lt1"/>
                </a:solidFill>
                <a:latin typeface="Arial"/>
                <a:ea typeface="Arial"/>
                <a:cs typeface="Arial"/>
                <a:sym typeface="Arial"/>
              </a:rPr>
              <a:t>Club Success Cycle </a:t>
            </a:r>
            <a:endParaRPr/>
          </a:p>
          <a:p>
            <a:pPr indent="-285750" lvl="0" marL="285750" marR="0" rtl="0" algn="l">
              <a:lnSpc>
                <a:spcPct val="100000"/>
              </a:lnSpc>
              <a:spcBef>
                <a:spcPts val="0"/>
              </a:spcBef>
              <a:spcAft>
                <a:spcPts val="0"/>
              </a:spcAft>
              <a:buClr>
                <a:schemeClr val="lt1"/>
              </a:buClr>
              <a:buSzPts val="2800"/>
              <a:buFont typeface="Arial"/>
              <a:buChar char="•"/>
            </a:pPr>
            <a:r>
              <a:rPr i="0" lang="en-US" sz="1200" u="none" cap="none" strike="noStrike">
                <a:solidFill>
                  <a:schemeClr val="lt1"/>
                </a:solidFill>
                <a:latin typeface="Arial"/>
                <a:ea typeface="Arial"/>
                <a:cs typeface="Arial"/>
                <a:sym typeface="Arial"/>
              </a:rPr>
              <a:t>Transferable Skills</a:t>
            </a:r>
            <a:endParaRPr/>
          </a:p>
          <a:p>
            <a:pPr indent="-285750" lvl="0" marL="285750" marR="0" rtl="0" algn="l">
              <a:spcBef>
                <a:spcPts val="0"/>
              </a:spcBef>
              <a:spcAft>
                <a:spcPts val="0"/>
              </a:spcAft>
              <a:buClr>
                <a:schemeClr val="lt1"/>
              </a:buClr>
              <a:buSzPts val="2800"/>
              <a:buFont typeface="Arial"/>
              <a:buChar char="•"/>
            </a:pPr>
            <a:r>
              <a:rPr i="0" lang="en-US" sz="1200" u="none" cap="none" strike="noStrike">
                <a:solidFill>
                  <a:schemeClr val="lt1"/>
                </a:solidFill>
                <a:latin typeface="Arial"/>
                <a:ea typeface="Arial"/>
                <a:cs typeface="Arial"/>
                <a:sym typeface="Arial"/>
              </a:rPr>
              <a:t>Sergeant at Arms Responsibilities</a:t>
            </a:r>
            <a:endParaRPr sz="1200"/>
          </a:p>
          <a:p>
            <a:pPr indent="-285750" lvl="0" marL="285750" marR="0" rtl="0" algn="l">
              <a:spcBef>
                <a:spcPts val="0"/>
              </a:spcBef>
              <a:spcAft>
                <a:spcPts val="0"/>
              </a:spcAft>
              <a:buClr>
                <a:schemeClr val="lt1"/>
              </a:buClr>
              <a:buSzPts val="2800"/>
              <a:buFont typeface="Arial"/>
              <a:buChar char="•"/>
            </a:pPr>
            <a:r>
              <a:rPr i="0" lang="en-US" sz="1200" u="none" cap="none" strike="noStrike">
                <a:solidFill>
                  <a:schemeClr val="lt1"/>
                </a:solidFill>
                <a:latin typeface="Arial"/>
                <a:ea typeface="Arial"/>
                <a:cs typeface="Arial"/>
                <a:sym typeface="Arial"/>
              </a:rPr>
              <a:t>Best Practices </a:t>
            </a:r>
            <a:endParaRPr sz="1200"/>
          </a:p>
          <a:p>
            <a:pPr indent="-285750" lvl="0" marL="285750" marR="0" rtl="0" algn="l">
              <a:lnSpc>
                <a:spcPct val="100000"/>
              </a:lnSpc>
              <a:spcBef>
                <a:spcPts val="0"/>
              </a:spcBef>
              <a:spcAft>
                <a:spcPts val="0"/>
              </a:spcAft>
              <a:buClr>
                <a:schemeClr val="lt1"/>
              </a:buClr>
              <a:buSzPts val="2800"/>
              <a:buFont typeface="Arial"/>
              <a:buChar char="•"/>
            </a:pPr>
            <a:r>
              <a:rPr i="0" lang="en-US" sz="1200" u="none" cap="none" strike="noStrike">
                <a:solidFill>
                  <a:schemeClr val="lt1"/>
                </a:solidFill>
                <a:latin typeface="Arial"/>
                <a:ea typeface="Arial"/>
                <a:cs typeface="Arial"/>
                <a:sym typeface="Arial"/>
              </a:rPr>
              <a:t>Q&amp;A</a:t>
            </a:r>
            <a:endParaRPr/>
          </a:p>
          <a:p>
            <a:pPr indent="-285750" lvl="0" marL="285750" marR="0" rtl="0" algn="l">
              <a:spcBef>
                <a:spcPts val="0"/>
              </a:spcBef>
              <a:spcAft>
                <a:spcPts val="0"/>
              </a:spcAft>
              <a:buClr>
                <a:schemeClr val="lt1"/>
              </a:buClr>
              <a:buSzPts val="2800"/>
              <a:buFont typeface="Arial"/>
              <a:buChar char="•"/>
            </a:pPr>
            <a:r>
              <a:rPr i="0" lang="en-US" sz="1200" u="none" cap="none" strike="noStrike">
                <a:solidFill>
                  <a:schemeClr val="lt1"/>
                </a:solidFill>
                <a:latin typeface="Arial"/>
                <a:ea typeface="Arial"/>
                <a:cs typeface="Arial"/>
                <a:sym typeface="Arial"/>
              </a:rPr>
              <a:t>Next Steps</a:t>
            </a:r>
            <a:endParaRPr sz="1200"/>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t/>
            </a:r>
            <a:endParaRPr/>
          </a:p>
        </p:txBody>
      </p:sp>
      <p:sp>
        <p:nvSpPr>
          <p:cNvPr id="990" name="Google Shape;99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4: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5" name="Google Shape;995;p4:notes"/>
          <p:cNvSpPr txBox="1"/>
          <p:nvPr>
            <p:ph idx="1" type="body"/>
          </p:nvPr>
        </p:nvSpPr>
        <p:spPr>
          <a:xfrm>
            <a:off x="586854" y="3887784"/>
            <a:ext cx="5691116" cy="490137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6 minutes</a:t>
            </a:r>
            <a:endParaRPr/>
          </a:p>
          <a:p>
            <a:pPr indent="0" lvl="0" marL="0" rtl="0" algn="l">
              <a:spcBef>
                <a:spcPts val="0"/>
              </a:spcBef>
              <a:spcAft>
                <a:spcPts val="0"/>
              </a:spcAft>
              <a:buNone/>
            </a:pPr>
            <a:r>
              <a:t/>
            </a:r>
            <a:endParaRPr sz="8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Facilitator Notes:</a:t>
            </a:r>
            <a:endParaRPr/>
          </a:p>
          <a:p>
            <a:pPr indent="0" lvl="0" marL="0" rtl="0" algn="l">
              <a:spcBef>
                <a:spcPts val="0"/>
              </a:spcBef>
              <a:spcAft>
                <a:spcPts val="0"/>
              </a:spcAft>
              <a:buNone/>
            </a:pPr>
            <a:r>
              <a:rPr b="1" lang="en-US">
                <a:latin typeface="Arial"/>
                <a:ea typeface="Arial"/>
                <a:cs typeface="Arial"/>
                <a:sym typeface="Arial"/>
              </a:rPr>
              <a:t>(Ask)</a:t>
            </a:r>
            <a:r>
              <a:rPr lang="en-US">
                <a:latin typeface="Arial"/>
                <a:ea typeface="Arial"/>
                <a:cs typeface="Arial"/>
                <a:sym typeface="Arial"/>
              </a:rPr>
              <a:t> Why is the Sergeant at Arms role important to every club? (Then show and discuss the answers.)</a:t>
            </a:r>
            <a:endParaRPr/>
          </a:p>
          <a:p>
            <a:pPr indent="0" lvl="0" marL="0" rtl="0" algn="l">
              <a:spcBef>
                <a:spcPts val="0"/>
              </a:spcBef>
              <a:spcAft>
                <a:spcPts val="0"/>
              </a:spcAft>
              <a:buNone/>
            </a:pPr>
            <a:r>
              <a:t/>
            </a:r>
            <a:endParaRPr sz="800">
              <a:latin typeface="Arial"/>
              <a:ea typeface="Arial"/>
              <a:cs typeface="Arial"/>
              <a:sym typeface="Arial"/>
            </a:endParaRPr>
          </a:p>
          <a:p>
            <a:pPr indent="0" lvl="0" marL="0" rtl="0" algn="l">
              <a:spcBef>
                <a:spcPts val="0"/>
              </a:spcBef>
              <a:spcAft>
                <a:spcPts val="0"/>
              </a:spcAft>
              <a:buNone/>
            </a:pPr>
            <a:r>
              <a:rPr b="0" i="0" lang="en-US" sz="1200">
                <a:solidFill>
                  <a:schemeClr val="dk1"/>
                </a:solidFill>
                <a:latin typeface="Arial"/>
                <a:ea typeface="Arial"/>
                <a:cs typeface="Arial"/>
                <a:sym typeface="Arial"/>
              </a:rPr>
              <a:t>While the role may seem behind-the-scenes, its impact is front and center. The Sergeant at Arms is responsible for </a:t>
            </a:r>
            <a:r>
              <a:rPr b="1" i="0" lang="en-US" sz="1200">
                <a:solidFill>
                  <a:schemeClr val="dk1"/>
                </a:solidFill>
                <a:latin typeface="Arial"/>
                <a:ea typeface="Arial"/>
                <a:cs typeface="Arial"/>
                <a:sym typeface="Arial"/>
              </a:rPr>
              <a:t>setting the tone of the meeting</a:t>
            </a:r>
            <a:r>
              <a:rPr b="0" i="0" lang="en-US" sz="1200">
                <a:solidFill>
                  <a:schemeClr val="dk1"/>
                </a:solidFill>
                <a:latin typeface="Arial"/>
                <a:ea typeface="Arial"/>
                <a:cs typeface="Arial"/>
                <a:sym typeface="Arial"/>
              </a:rPr>
              <a:t>—literally and figuratively. From arranging the room and setting up equipment to welcoming guests and ensuring the meeting starts on time, </a:t>
            </a:r>
            <a:r>
              <a:rPr b="1" i="0" lang="en-US" sz="1200">
                <a:solidFill>
                  <a:schemeClr val="dk1"/>
                </a:solidFill>
                <a:latin typeface="Arial"/>
                <a:ea typeface="Arial"/>
                <a:cs typeface="Arial"/>
                <a:sym typeface="Arial"/>
              </a:rPr>
              <a:t>this role is the foundation of a smooth, professional club meeting experience.</a:t>
            </a:r>
            <a:endParaRPr/>
          </a:p>
          <a:p>
            <a:pPr indent="0" lvl="0" marL="0" rtl="0" algn="l">
              <a:spcBef>
                <a:spcPts val="0"/>
              </a:spcBef>
              <a:spcAft>
                <a:spcPts val="0"/>
              </a:spcAft>
              <a:buNone/>
            </a:pPr>
            <a:r>
              <a:t/>
            </a:r>
            <a:endParaRPr b="1" i="0" sz="800">
              <a:solidFill>
                <a:schemeClr val="dk1"/>
              </a:solidFill>
              <a:latin typeface="Arial"/>
              <a:ea typeface="Arial"/>
              <a:cs typeface="Arial"/>
              <a:sym typeface="Arial"/>
            </a:endParaRPr>
          </a:p>
          <a:p>
            <a:pPr indent="0" lvl="0" marL="0" rtl="0" algn="l">
              <a:spcBef>
                <a:spcPts val="0"/>
              </a:spcBef>
              <a:spcAft>
                <a:spcPts val="0"/>
              </a:spcAft>
              <a:buNone/>
            </a:pPr>
            <a:r>
              <a:rPr b="0" i="0" lang="en-US" sz="1200">
                <a:solidFill>
                  <a:schemeClr val="dk1"/>
                </a:solidFill>
                <a:latin typeface="Arial"/>
                <a:ea typeface="Arial"/>
                <a:cs typeface="Arial"/>
                <a:sym typeface="Arial"/>
              </a:rPr>
              <a:t>This role teaches </a:t>
            </a:r>
            <a:r>
              <a:rPr b="1" i="0" lang="en-US" sz="1200">
                <a:solidFill>
                  <a:schemeClr val="dk1"/>
                </a:solidFill>
                <a:latin typeface="Arial"/>
                <a:ea typeface="Arial"/>
                <a:cs typeface="Arial"/>
                <a:sym typeface="Arial"/>
              </a:rPr>
              <a:t>discipline, organization, and leadership through service</a:t>
            </a:r>
            <a:r>
              <a:rPr b="0" i="0" lang="en-US" sz="1200">
                <a:solidFill>
                  <a:schemeClr val="dk1"/>
                </a:solidFill>
                <a:latin typeface="Arial"/>
                <a:ea typeface="Arial"/>
                <a:cs typeface="Arial"/>
                <a:sym typeface="Arial"/>
              </a:rPr>
              <a:t>. It’s about </a:t>
            </a:r>
            <a:r>
              <a:rPr b="1" i="0" lang="en-US" sz="1200">
                <a:solidFill>
                  <a:schemeClr val="dk1"/>
                </a:solidFill>
                <a:latin typeface="Arial"/>
                <a:ea typeface="Arial"/>
                <a:cs typeface="Arial"/>
                <a:sym typeface="Arial"/>
              </a:rPr>
              <a:t>creating a welcoming environment </a:t>
            </a:r>
            <a:r>
              <a:rPr b="0" i="0" lang="en-US" sz="1200">
                <a:solidFill>
                  <a:schemeClr val="dk1"/>
                </a:solidFill>
                <a:latin typeface="Arial"/>
                <a:ea typeface="Arial"/>
                <a:cs typeface="Arial"/>
                <a:sym typeface="Arial"/>
              </a:rPr>
              <a:t>where members feel comfortable to speak and grow. A well-prepared room signals respect for everyone’s time and effort. And when things go wrong—like a missing mic or a late start—the Sergeant at Arms is the calm </a:t>
            </a:r>
            <a:r>
              <a:rPr b="1" i="0" lang="en-US" sz="1200">
                <a:solidFill>
                  <a:schemeClr val="dk1"/>
                </a:solidFill>
                <a:latin typeface="Arial"/>
                <a:ea typeface="Arial"/>
                <a:cs typeface="Arial"/>
                <a:sym typeface="Arial"/>
              </a:rPr>
              <a:t>problem-solver who keeps things on track.</a:t>
            </a:r>
            <a:endParaRPr/>
          </a:p>
          <a:p>
            <a:pPr indent="0" lvl="0" marL="0" rtl="0" algn="l">
              <a:spcBef>
                <a:spcPts val="0"/>
              </a:spcBef>
              <a:spcAft>
                <a:spcPts val="0"/>
              </a:spcAft>
              <a:buNone/>
            </a:pPr>
            <a:r>
              <a:t/>
            </a:r>
            <a:endParaRPr b="0" i="0" sz="800">
              <a:solidFill>
                <a:schemeClr val="dk1"/>
              </a:solidFill>
              <a:latin typeface="Arial"/>
              <a:ea typeface="Arial"/>
              <a:cs typeface="Arial"/>
              <a:sym typeface="Arial"/>
            </a:endParaRPr>
          </a:p>
          <a:p>
            <a:pPr indent="0" lvl="0" marL="0" rtl="0" algn="l">
              <a:spcBef>
                <a:spcPts val="0"/>
              </a:spcBef>
              <a:spcAft>
                <a:spcPts val="0"/>
              </a:spcAft>
              <a:buNone/>
            </a:pPr>
            <a:r>
              <a:rPr b="0" i="0" lang="en-US" sz="1200">
                <a:solidFill>
                  <a:schemeClr val="dk1"/>
                </a:solidFill>
                <a:latin typeface="Arial"/>
                <a:ea typeface="Arial"/>
                <a:cs typeface="Arial"/>
                <a:sym typeface="Arial"/>
              </a:rPr>
              <a:t>Being a Sergeant at Arms is more than logistics—it’s about </a:t>
            </a:r>
            <a:r>
              <a:rPr b="1" i="0" lang="en-US" sz="1200">
                <a:solidFill>
                  <a:schemeClr val="dk1"/>
                </a:solidFill>
                <a:latin typeface="Arial"/>
                <a:ea typeface="Arial"/>
                <a:cs typeface="Arial"/>
                <a:sym typeface="Arial"/>
              </a:rPr>
              <a:t>leadership through action</a:t>
            </a:r>
            <a:r>
              <a:rPr b="0" i="0" lang="en-US" sz="1200">
                <a:solidFill>
                  <a:schemeClr val="dk1"/>
                </a:solidFill>
                <a:latin typeface="Arial"/>
                <a:ea typeface="Arial"/>
                <a:cs typeface="Arial"/>
                <a:sym typeface="Arial"/>
              </a:rPr>
              <a:t>. It’s the first step for many into club leadership, and </a:t>
            </a:r>
            <a:r>
              <a:rPr b="1" i="0" lang="en-US" sz="1200">
                <a:solidFill>
                  <a:schemeClr val="dk1"/>
                </a:solidFill>
                <a:latin typeface="Arial"/>
                <a:ea typeface="Arial"/>
                <a:cs typeface="Arial"/>
                <a:sym typeface="Arial"/>
              </a:rPr>
              <a:t>it builds the confidence and reliability that Toastmasters is all about. </a:t>
            </a:r>
            <a:r>
              <a:rPr b="0" i="0" lang="en-US" sz="1200">
                <a:solidFill>
                  <a:schemeClr val="dk1"/>
                </a:solidFill>
                <a:latin typeface="Arial"/>
                <a:ea typeface="Arial"/>
                <a:cs typeface="Arial"/>
                <a:sym typeface="Arial"/>
              </a:rPr>
              <a:t>So, let’s learn more about the ones who make our meetings possible—our Sergeants at Arms. You!</a:t>
            </a:r>
            <a:endParaRPr b="0" i="1">
              <a:latin typeface="Arial"/>
              <a:ea typeface="Arial"/>
              <a:cs typeface="Arial"/>
              <a:sym typeface="Arial"/>
            </a:endParaRPr>
          </a:p>
          <a:p>
            <a:pPr indent="0" lvl="0" marL="0" rtl="0" algn="l">
              <a:spcBef>
                <a:spcPts val="0"/>
              </a:spcBef>
              <a:spcAft>
                <a:spcPts val="0"/>
              </a:spcAft>
              <a:buNone/>
            </a:pPr>
            <a:r>
              <a:t/>
            </a:r>
            <a:endParaRPr b="0" i="1" sz="800">
              <a:latin typeface="Arial"/>
              <a:ea typeface="Arial"/>
              <a:cs typeface="Arial"/>
              <a:sym typeface="Arial"/>
            </a:endParaRPr>
          </a:p>
          <a:p>
            <a:pPr indent="0" lvl="0" marL="0" rtl="0" algn="l">
              <a:spcBef>
                <a:spcPts val="0"/>
              </a:spcBef>
              <a:spcAft>
                <a:spcPts val="0"/>
              </a:spcAft>
              <a:buNone/>
            </a:pPr>
            <a:r>
              <a:rPr lang="en-US" sz="1200">
                <a:solidFill>
                  <a:schemeClr val="dk1"/>
                </a:solidFill>
                <a:latin typeface="Arial"/>
                <a:ea typeface="Arial"/>
                <a:cs typeface="Arial"/>
                <a:sym typeface="Arial"/>
              </a:rPr>
              <a:t>The Sergeant at Arms is responsible for club property management, meeting room preparation, and hospitality. Everything you do as Sergeant at Arms should support the club mission.</a:t>
            </a:r>
            <a:endParaRPr/>
          </a:p>
          <a:p>
            <a:pPr indent="0" lvl="0" marL="0" rtl="0" algn="l">
              <a:spcBef>
                <a:spcPts val="0"/>
              </a:spcBef>
              <a:spcAft>
                <a:spcPts val="0"/>
              </a:spcAft>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
        <p:nvSpPr>
          <p:cNvPr id="996" name="Google Shape;99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p5:notes"/>
          <p:cNvSpPr/>
          <p:nvPr>
            <p:ph idx="2" type="sldImg"/>
          </p:nvPr>
        </p:nvSpPr>
        <p:spPr>
          <a:xfrm>
            <a:off x="925513" y="665163"/>
            <a:ext cx="4956175" cy="27876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2" name="Google Shape;1002;p5:notes"/>
          <p:cNvSpPr txBox="1"/>
          <p:nvPr>
            <p:ph idx="1" type="body"/>
          </p:nvPr>
        </p:nvSpPr>
        <p:spPr>
          <a:xfrm>
            <a:off x="723332" y="3575713"/>
            <a:ext cx="5418161" cy="533627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t>Time on slide</a:t>
            </a:r>
            <a:r>
              <a:rPr b="1" lang="en-US"/>
              <a:t>: 2 minutes</a:t>
            </a:r>
            <a:endParaRPr/>
          </a:p>
          <a:p>
            <a:pPr indent="0" lvl="0" marL="0" rtl="0" algn="l">
              <a:spcBef>
                <a:spcPts val="0"/>
              </a:spcBef>
              <a:spcAft>
                <a:spcPts val="0"/>
              </a:spcAft>
              <a:buNone/>
            </a:pPr>
            <a:r>
              <a:rPr b="1" lang="en-US"/>
              <a:t>Elapsed time: 8 minutes</a:t>
            </a:r>
            <a:endParaRPr/>
          </a:p>
          <a:p>
            <a:pPr indent="0" lvl="0" marL="0" rtl="0" algn="l">
              <a:spcBef>
                <a:spcPts val="0"/>
              </a:spcBef>
              <a:spcAft>
                <a:spcPts val="0"/>
              </a:spcAft>
              <a:buNone/>
            </a:pPr>
            <a:r>
              <a:t/>
            </a:r>
            <a:endParaRPr sz="1000"/>
          </a:p>
          <a:p>
            <a:pPr indent="0" lvl="0" marL="0" rtl="0" algn="l">
              <a:spcBef>
                <a:spcPts val="0"/>
              </a:spcBef>
              <a:spcAft>
                <a:spcPts val="0"/>
              </a:spcAft>
              <a:buNone/>
            </a:pPr>
            <a:r>
              <a:rPr b="1" lang="en-US"/>
              <a:t>Facilitator Notes:</a:t>
            </a:r>
            <a:endParaRPr/>
          </a:p>
          <a:p>
            <a:pPr indent="0" lvl="0" marL="0" rtl="0" algn="l">
              <a:spcBef>
                <a:spcPts val="0"/>
              </a:spcBef>
              <a:spcAft>
                <a:spcPts val="0"/>
              </a:spcAft>
              <a:buNone/>
            </a:pPr>
            <a:r>
              <a:rPr b="1" lang="en-US"/>
              <a:t>(Ask) </a:t>
            </a:r>
            <a:r>
              <a:rPr lang="en-US"/>
              <a:t>Where does the Sergeant at Arms fit into the Club Success Cycle that we viewed at the end of General Session Part 1? (Then see the answers on the next slide.)</a:t>
            </a:r>
            <a:endParaRPr/>
          </a:p>
          <a:p>
            <a:pPr indent="0" lvl="0" marL="0" rtl="0" algn="l">
              <a:spcBef>
                <a:spcPts val="0"/>
              </a:spcBef>
              <a:spcAft>
                <a:spcPts val="0"/>
              </a:spcAft>
              <a:buNone/>
            </a:pPr>
            <a:r>
              <a:t/>
            </a:r>
            <a:endParaRPr/>
          </a:p>
        </p:txBody>
      </p:sp>
      <p:sp>
        <p:nvSpPr>
          <p:cNvPr id="1003" name="Google Shape;100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6" name="Shape 1026"/>
        <p:cNvGrpSpPr/>
        <p:nvPr/>
      </p:nvGrpSpPr>
      <p:grpSpPr>
        <a:xfrm>
          <a:off x="0" y="0"/>
          <a:ext cx="0" cy="0"/>
          <a:chOff x="0" y="0"/>
          <a:chExt cx="0" cy="0"/>
        </a:xfrm>
      </p:grpSpPr>
      <p:sp>
        <p:nvSpPr>
          <p:cNvPr id="1027" name="Google Shape;1027;p6:notes"/>
          <p:cNvSpPr/>
          <p:nvPr>
            <p:ph idx="2" type="sldImg"/>
          </p:nvPr>
        </p:nvSpPr>
        <p:spPr>
          <a:xfrm>
            <a:off x="925513" y="665163"/>
            <a:ext cx="4956175" cy="27876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8" name="Google Shape;1028;p6:notes"/>
          <p:cNvSpPr txBox="1"/>
          <p:nvPr>
            <p:ph idx="1" type="body"/>
          </p:nvPr>
        </p:nvSpPr>
        <p:spPr>
          <a:xfrm>
            <a:off x="614149" y="3589361"/>
            <a:ext cx="5773004" cy="536357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10 minutes</a:t>
            </a:r>
            <a:endParaRPr/>
          </a:p>
          <a:p>
            <a:pPr indent="0" lvl="0" marL="0" rtl="0" algn="l">
              <a:spcBef>
                <a:spcPts val="0"/>
              </a:spcBef>
              <a:spcAft>
                <a:spcPts val="0"/>
              </a:spcAft>
              <a:buNone/>
            </a:pPr>
            <a:r>
              <a:t/>
            </a:r>
            <a:endParaRPr sz="800">
              <a:latin typeface="Arial"/>
              <a:ea typeface="Arial"/>
              <a:cs typeface="Arial"/>
              <a:sym typeface="Arial"/>
            </a:endParaRPr>
          </a:p>
          <a:p>
            <a:pPr indent="0" lvl="0" marL="0" rtl="0" algn="l">
              <a:spcBef>
                <a:spcPts val="0"/>
              </a:spcBef>
              <a:spcAft>
                <a:spcPts val="0"/>
              </a:spcAft>
              <a:buNone/>
            </a:pPr>
            <a:r>
              <a:rPr b="1" lang="en-US">
                <a:latin typeface="Arial"/>
                <a:ea typeface="Arial"/>
                <a:cs typeface="Arial"/>
                <a:sym typeface="Arial"/>
              </a:rPr>
              <a:t>Facilitator Notes:</a:t>
            </a:r>
            <a:endParaRPr/>
          </a:p>
          <a:p>
            <a:pPr indent="0" lvl="0" marL="0" marR="0" rtl="0" algn="l">
              <a:spcBef>
                <a:spcPts val="0"/>
              </a:spcBef>
              <a:spcAft>
                <a:spcPts val="0"/>
              </a:spcAft>
              <a:buClr>
                <a:schemeClr val="dk1"/>
              </a:buClr>
              <a:buSzPts val="1200"/>
              <a:buFont typeface="Arial"/>
              <a:buNone/>
            </a:pPr>
            <a:r>
              <a:rPr lang="en-US">
                <a:latin typeface="Arial"/>
                <a:ea typeface="Arial"/>
                <a:cs typeface="Arial"/>
                <a:sym typeface="Arial"/>
              </a:rPr>
              <a:t>Several steps in the Club Success Cycle are touched by the SAA. </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During the </a:t>
            </a:r>
            <a:r>
              <a:rPr b="1" i="0" lang="en-US" sz="1200">
                <a:solidFill>
                  <a:schemeClr val="dk1"/>
                </a:solidFill>
                <a:latin typeface="Arial"/>
                <a:ea typeface="Arial"/>
                <a:cs typeface="Arial"/>
                <a:sym typeface="Arial"/>
              </a:rPr>
              <a:t>Guest Interest </a:t>
            </a:r>
            <a:r>
              <a:rPr b="0" i="0" lang="en-US" sz="1200">
                <a:solidFill>
                  <a:schemeClr val="dk1"/>
                </a:solidFill>
                <a:latin typeface="Arial"/>
                <a:ea typeface="Arial"/>
                <a:cs typeface="Arial"/>
                <a:sym typeface="Arial"/>
              </a:rPr>
              <a:t>(Attracting Guests) phase of the Club Success Cycle, the SAA:</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Supports</a:t>
            </a:r>
            <a:r>
              <a:rPr b="0" i="0" lang="en-US" sz="1200">
                <a:solidFill>
                  <a:schemeClr val="dk1"/>
                </a:solidFill>
                <a:latin typeface="Arial"/>
                <a:ea typeface="Arial"/>
                <a:cs typeface="Arial"/>
                <a:sym typeface="Arial"/>
              </a:rPr>
              <a:t> by setting up a welcoming, professional meeting environment in-person or online.</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Ensures signage, seating, and materials are ready—helping make a strong first impression.</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During the </a:t>
            </a:r>
            <a:r>
              <a:rPr b="1" i="0" lang="en-US" sz="1200">
                <a:solidFill>
                  <a:schemeClr val="dk1"/>
                </a:solidFill>
                <a:latin typeface="Arial"/>
                <a:ea typeface="Arial"/>
                <a:cs typeface="Arial"/>
                <a:sym typeface="Arial"/>
              </a:rPr>
              <a:t>Meeting </a:t>
            </a:r>
            <a:r>
              <a:rPr b="0" i="0" lang="en-US" sz="1200">
                <a:solidFill>
                  <a:schemeClr val="dk1"/>
                </a:solidFill>
                <a:latin typeface="Arial"/>
                <a:ea typeface="Arial"/>
                <a:cs typeface="Arial"/>
                <a:sym typeface="Arial"/>
              </a:rPr>
              <a:t>phase, the SAA:</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Welcomes and greets guests</a:t>
            </a:r>
            <a:r>
              <a:rPr b="0" i="0" lang="en-US" sz="1200">
                <a:solidFill>
                  <a:schemeClr val="dk1"/>
                </a:solidFill>
                <a:latin typeface="Arial"/>
                <a:ea typeface="Arial"/>
                <a:cs typeface="Arial"/>
                <a:sym typeface="Arial"/>
              </a:rPr>
              <a:t> at the door or online, introduces them to members, and helps them feel comfortable.</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Provides name tags, agendas, and answers basic questions.</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During the </a:t>
            </a:r>
            <a:r>
              <a:rPr b="1" i="0" lang="en-US" sz="1200">
                <a:solidFill>
                  <a:schemeClr val="dk1"/>
                </a:solidFill>
                <a:latin typeface="Arial"/>
                <a:ea typeface="Arial"/>
                <a:cs typeface="Arial"/>
                <a:sym typeface="Arial"/>
              </a:rPr>
              <a:t>Membership </a:t>
            </a:r>
            <a:r>
              <a:rPr b="0" i="0" lang="en-US" sz="1200">
                <a:solidFill>
                  <a:schemeClr val="dk1"/>
                </a:solidFill>
                <a:latin typeface="Arial"/>
                <a:ea typeface="Arial"/>
                <a:cs typeface="Arial"/>
                <a:sym typeface="Arial"/>
              </a:rPr>
              <a:t>(Converting Guests to Members) phase, the SAA:</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Assists the VPM</a:t>
            </a:r>
            <a:r>
              <a:rPr b="0" i="0" lang="en-US" sz="1200">
                <a:solidFill>
                  <a:schemeClr val="dk1"/>
                </a:solidFill>
                <a:latin typeface="Arial"/>
                <a:ea typeface="Arial"/>
                <a:cs typeface="Arial"/>
                <a:sym typeface="Arial"/>
              </a:rPr>
              <a:t> by ensuring guests have access to membership forms and materials.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Helps create a smooth, organized experience that encourages guests to return.</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During the </a:t>
            </a:r>
            <a:r>
              <a:rPr b="1" i="0" lang="en-US" sz="1200">
                <a:solidFill>
                  <a:schemeClr val="dk1"/>
                </a:solidFill>
                <a:latin typeface="Arial"/>
                <a:ea typeface="Arial"/>
                <a:cs typeface="Arial"/>
                <a:sym typeface="Arial"/>
              </a:rPr>
              <a:t>Orientation </a:t>
            </a:r>
            <a:r>
              <a:rPr b="0" i="0" lang="en-US" sz="1200">
                <a:solidFill>
                  <a:schemeClr val="dk1"/>
                </a:solidFill>
                <a:latin typeface="Arial"/>
                <a:ea typeface="Arial"/>
                <a:cs typeface="Arial"/>
                <a:sym typeface="Arial"/>
              </a:rPr>
              <a:t>(Onboarding New Members) phase, the SAA:</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Prepares materials</a:t>
            </a:r>
            <a:r>
              <a:rPr b="0" i="0" lang="en-US" sz="1200">
                <a:solidFill>
                  <a:schemeClr val="dk1"/>
                </a:solidFill>
                <a:latin typeface="Arial"/>
                <a:ea typeface="Arial"/>
                <a:cs typeface="Arial"/>
                <a:sym typeface="Arial"/>
              </a:rPr>
              <a:t> for induction ceremonies.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Ensures the meeting space is ready for the new member’s first official meeting.</a:t>
            </a:r>
            <a:endParaRPr/>
          </a:p>
          <a:p>
            <a:pPr indent="0" lvl="0" marL="0" rtl="0" algn="l">
              <a:spcBef>
                <a:spcPts val="0"/>
              </a:spcBef>
              <a:spcAft>
                <a:spcPts val="0"/>
              </a:spcAft>
              <a:buNone/>
            </a:pPr>
            <a:r>
              <a:rPr b="0" i="0" lang="en-US" sz="1200">
                <a:solidFill>
                  <a:schemeClr val="dk1"/>
                </a:solidFill>
                <a:latin typeface="Arial"/>
                <a:ea typeface="Arial"/>
                <a:cs typeface="Arial"/>
                <a:sym typeface="Arial"/>
              </a:rPr>
              <a:t>During the </a:t>
            </a:r>
            <a:r>
              <a:rPr b="1" i="0" lang="en-US" sz="1200">
                <a:solidFill>
                  <a:schemeClr val="dk1"/>
                </a:solidFill>
                <a:latin typeface="Arial"/>
                <a:ea typeface="Arial"/>
                <a:cs typeface="Arial"/>
                <a:sym typeface="Arial"/>
              </a:rPr>
              <a:t>Engagement </a:t>
            </a:r>
            <a:r>
              <a:rPr b="0" i="0" lang="en-US" sz="1200">
                <a:solidFill>
                  <a:schemeClr val="dk1"/>
                </a:solidFill>
                <a:latin typeface="Arial"/>
                <a:ea typeface="Arial"/>
                <a:cs typeface="Arial"/>
                <a:sym typeface="Arial"/>
              </a:rPr>
              <a:t>(Engaging and Retaining Members &amp; Celebrating Achievements) phase, the SAA:</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Maintains a consistent, professional meeting setup that supports member participation.</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Helps foster a positive, respectful club culture through meeting readiness and hospitality.</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Sets up awards and recognition materials</a:t>
            </a:r>
            <a:r>
              <a:rPr b="0" i="0" lang="en-US" sz="1200">
                <a:solidFill>
                  <a:schemeClr val="dk1"/>
                </a:solidFill>
                <a:latin typeface="Arial"/>
                <a:ea typeface="Arial"/>
                <a:cs typeface="Arial"/>
                <a:sym typeface="Arial"/>
              </a:rPr>
              <a:t> for ceremonies.</a:t>
            </a:r>
            <a:endParaRPr/>
          </a:p>
          <a:p>
            <a:pPr indent="-171450" lvl="0" marL="171450" rtl="0" algn="l">
              <a:spcBef>
                <a:spcPts val="0"/>
              </a:spcBef>
              <a:spcAft>
                <a:spcPts val="0"/>
              </a:spcAft>
              <a:buClr>
                <a:schemeClr val="dk1"/>
              </a:buClr>
              <a:buSzPts val="1200"/>
              <a:buFont typeface="Arial"/>
              <a:buChar char="•"/>
            </a:pPr>
            <a:r>
              <a:rPr b="0" i="0" lang="en-US" sz="1200">
                <a:solidFill>
                  <a:schemeClr val="dk1"/>
                </a:solidFill>
                <a:latin typeface="Arial"/>
                <a:ea typeface="Arial"/>
                <a:cs typeface="Arial"/>
                <a:sym typeface="Arial"/>
              </a:rPr>
              <a:t>Helps create a celebratory atmosphere that motivates continued member engagement.</a:t>
            </a:r>
            <a:endParaRPr/>
          </a:p>
          <a:p>
            <a:pPr indent="0" lvl="0" marL="0" rtl="0" algn="l">
              <a:spcBef>
                <a:spcPts val="0"/>
              </a:spcBef>
              <a:spcAft>
                <a:spcPts val="0"/>
              </a:spcAft>
              <a:buNone/>
            </a:pPr>
            <a:r>
              <a:t/>
            </a:r>
            <a:endParaRPr/>
          </a:p>
        </p:txBody>
      </p:sp>
      <p:sp>
        <p:nvSpPr>
          <p:cNvPr id="1029" name="Google Shape;102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7: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6" name="Google Shape;1056;p7:notes"/>
          <p:cNvSpPr txBox="1"/>
          <p:nvPr>
            <p:ph idx="1" type="body"/>
          </p:nvPr>
        </p:nvSpPr>
        <p:spPr>
          <a:xfrm>
            <a:off x="573205" y="3716338"/>
            <a:ext cx="5745707" cy="529118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12 minutes</a:t>
            </a:r>
            <a:endParaRPr/>
          </a:p>
          <a:p>
            <a:pPr indent="0" lvl="0" marL="0" rtl="0" algn="l">
              <a:spcBef>
                <a:spcPts val="0"/>
              </a:spcBef>
              <a:spcAft>
                <a:spcPts val="0"/>
              </a:spcAft>
              <a:buNone/>
            </a:pPr>
            <a:r>
              <a:t/>
            </a:r>
            <a:endParaRPr sz="8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Facilitator Notes:</a:t>
            </a:r>
            <a:endParaRPr/>
          </a:p>
          <a:p>
            <a:pPr indent="0" lvl="0" marL="0" marR="0" rtl="0" algn="l">
              <a:spcBef>
                <a:spcPts val="0"/>
              </a:spcBef>
              <a:spcAft>
                <a:spcPts val="0"/>
              </a:spcAft>
              <a:buClr>
                <a:schemeClr val="dk1"/>
              </a:buClr>
              <a:buSzPts val="1200"/>
              <a:buFont typeface="Arial"/>
              <a:buNone/>
            </a:pPr>
            <a:r>
              <a:rPr b="1" lang="en-US">
                <a:latin typeface="Arial"/>
                <a:ea typeface="Arial"/>
                <a:cs typeface="Arial"/>
                <a:sym typeface="Arial"/>
              </a:rPr>
              <a:t>(Ask </a:t>
            </a:r>
            <a:r>
              <a:rPr b="0" lang="en-US">
                <a:latin typeface="Arial"/>
                <a:ea typeface="Arial"/>
                <a:cs typeface="Arial"/>
                <a:sym typeface="Arial"/>
              </a:rPr>
              <a:t>the club officers what transferrable skills they will gain serving as Sergeant at Arms. Then </a:t>
            </a:r>
            <a:r>
              <a:rPr b="1" lang="en-US">
                <a:latin typeface="Arial"/>
                <a:ea typeface="Arial"/>
                <a:cs typeface="Arial"/>
                <a:sym typeface="Arial"/>
              </a:rPr>
              <a:t>Click</a:t>
            </a:r>
            <a:r>
              <a:rPr b="0" lang="en-US">
                <a:latin typeface="Arial"/>
                <a:ea typeface="Arial"/>
                <a:cs typeface="Arial"/>
                <a:sym typeface="Arial"/>
              </a:rPr>
              <a:t> show the bullet points)</a:t>
            </a:r>
            <a:endParaRPr/>
          </a:p>
          <a:p>
            <a:pPr indent="0" lvl="0" marL="0" rtl="0" algn="l">
              <a:spcBef>
                <a:spcPts val="0"/>
              </a:spcBef>
              <a:spcAft>
                <a:spcPts val="0"/>
              </a:spcAft>
              <a:buNone/>
            </a:pPr>
            <a:r>
              <a:t/>
            </a:r>
            <a:endParaRPr sz="800">
              <a:latin typeface="Arial"/>
              <a:ea typeface="Arial"/>
              <a:cs typeface="Arial"/>
              <a:sym typeface="Arial"/>
            </a:endParaRPr>
          </a:p>
          <a:p>
            <a:pPr indent="0" lvl="0" marL="0" rtl="0" algn="l">
              <a:spcBef>
                <a:spcPts val="0"/>
              </a:spcBef>
              <a:spcAft>
                <a:spcPts val="0"/>
              </a:spcAft>
              <a:buNone/>
            </a:pPr>
            <a:r>
              <a:rPr b="0" i="0" lang="en-US" sz="1200">
                <a:solidFill>
                  <a:schemeClr val="dk1"/>
                </a:solidFill>
                <a:latin typeface="Arial"/>
                <a:ea typeface="Arial"/>
                <a:cs typeface="Arial"/>
                <a:sym typeface="Arial"/>
              </a:rPr>
              <a:t>Each skill developed as a Toastmasters Sergeant at Arms is transferable to professional and personal settings:</a:t>
            </a:r>
            <a:endParaRPr>
              <a:latin typeface="Arial"/>
              <a:ea typeface="Arial"/>
              <a:cs typeface="Arial"/>
              <a:sym typeface="Arial"/>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IT Skills</a:t>
            </a:r>
            <a:r>
              <a:rPr b="0" i="0" lang="en-US" sz="1200">
                <a:solidFill>
                  <a:schemeClr val="dk1"/>
                </a:solidFill>
                <a:latin typeface="Arial"/>
                <a:ea typeface="Arial"/>
                <a:cs typeface="Arial"/>
                <a:sym typeface="Arial"/>
              </a:rPr>
              <a:t>: Setting up projectors, microphones, and virtual meeting tools builds technical proficiency—valuable in any modern workplace where tech-savviness is essential.</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Problem Solving</a:t>
            </a:r>
            <a:r>
              <a:rPr b="0" i="0" lang="en-US" sz="1200">
                <a:solidFill>
                  <a:schemeClr val="dk1"/>
                </a:solidFill>
                <a:latin typeface="Arial"/>
                <a:ea typeface="Arial"/>
                <a:cs typeface="Arial"/>
                <a:sym typeface="Arial"/>
              </a:rPr>
              <a:t>: Handling last-minute issues like missing materials or tech failures sharpens your ability to think quickly and stay calm under pressure—skills crucial in any job.</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Organization</a:t>
            </a:r>
            <a:r>
              <a:rPr b="0" i="0" lang="en-US" sz="1200">
                <a:solidFill>
                  <a:schemeClr val="dk1"/>
                </a:solidFill>
                <a:latin typeface="Arial"/>
                <a:ea typeface="Arial"/>
                <a:cs typeface="Arial"/>
                <a:sym typeface="Arial"/>
              </a:rPr>
              <a:t>: Managing meeting logistics and timing teaches planning and prioritization, which are key to managing projects, events, or daily tasks efficiently.</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Inventory Control</a:t>
            </a:r>
            <a:r>
              <a:rPr b="0" i="0" lang="en-US" sz="1200">
                <a:solidFill>
                  <a:schemeClr val="dk1"/>
                </a:solidFill>
                <a:latin typeface="Arial"/>
                <a:ea typeface="Arial"/>
                <a:cs typeface="Arial"/>
                <a:sym typeface="Arial"/>
              </a:rPr>
              <a:t>: Keeping track of club supplies mirrors inventory management in business, retail, or administrative roles, where resource tracking is vital.</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Record Maintenance</a:t>
            </a:r>
            <a:r>
              <a:rPr b="0" i="0" lang="en-US" sz="1200">
                <a:solidFill>
                  <a:schemeClr val="dk1"/>
                </a:solidFill>
                <a:latin typeface="Arial"/>
                <a:ea typeface="Arial"/>
                <a:cs typeface="Arial"/>
                <a:sym typeface="Arial"/>
              </a:rPr>
              <a:t>: Maintaining attendance logs or setup checklists builds attention to detail and documentation habits—important for compliance, reporting, and accountability.</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Meeting Management</a:t>
            </a:r>
            <a:r>
              <a:rPr b="0" i="0" lang="en-US" sz="1200">
                <a:solidFill>
                  <a:schemeClr val="dk1"/>
                </a:solidFill>
                <a:latin typeface="Arial"/>
                <a:ea typeface="Arial"/>
                <a:cs typeface="Arial"/>
                <a:sym typeface="Arial"/>
              </a:rPr>
              <a:t>: Ensuring meetings start on time and run smoothly translates directly to leading or supporting professional meetings with confidence and structure.</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Arial"/>
                <a:ea typeface="Arial"/>
                <a:cs typeface="Arial"/>
                <a:sym typeface="Arial"/>
              </a:rPr>
              <a:t>Hospitality</a:t>
            </a:r>
            <a:r>
              <a:rPr b="0" i="0" lang="en-US" sz="1200">
                <a:solidFill>
                  <a:schemeClr val="dk1"/>
                </a:solidFill>
                <a:latin typeface="Arial"/>
                <a:ea typeface="Arial"/>
                <a:cs typeface="Arial"/>
                <a:sym typeface="Arial"/>
              </a:rPr>
              <a:t>: Welcoming guests and creating a positive environment enhances interpersonal skills and customer service—valuable in any role involving people.</a:t>
            </a:r>
            <a:endParaRPr/>
          </a:p>
          <a:p>
            <a:pPr indent="0" lvl="0" marL="0" rtl="0" algn="l">
              <a:spcBef>
                <a:spcPts val="0"/>
              </a:spcBef>
              <a:spcAft>
                <a:spcPts val="0"/>
              </a:spcAft>
              <a:buNone/>
            </a:pPr>
            <a:r>
              <a:t/>
            </a:r>
            <a:endParaRPr/>
          </a:p>
        </p:txBody>
      </p:sp>
      <p:sp>
        <p:nvSpPr>
          <p:cNvPr id="1057" name="Google Shape;105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8: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3" name="Google Shape;1063;p8: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14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a:latin typeface="Arial"/>
                <a:ea typeface="Arial"/>
                <a:cs typeface="Arial"/>
                <a:sym typeface="Arial"/>
              </a:rPr>
              <a:t>The Sergeant at Arms maintains all club materials and equipment between meetings, arranges the room and equipment for the meeting, welcomes all guests and members to the meeting, and, in some clubs, collects and tallies votes for Best Speaker, Best Evaluator, etc. </a:t>
            </a:r>
            <a:endParaRPr/>
          </a:p>
          <a:p>
            <a:pPr indent="0" lvl="0" marL="0" rtl="0" algn="l">
              <a:spcBef>
                <a:spcPts val="0"/>
              </a:spcBef>
              <a:spcAft>
                <a:spcPts val="0"/>
              </a:spcAft>
              <a:buNone/>
            </a:pPr>
            <a:r>
              <a:t/>
            </a:r>
            <a:endParaRPr i="0">
              <a:latin typeface="Arial"/>
              <a:ea typeface="Arial"/>
              <a:cs typeface="Arial"/>
              <a:sym typeface="Arial"/>
            </a:endParaRPr>
          </a:p>
          <a:p>
            <a:pPr indent="0" lvl="0" marL="0" rtl="0" algn="l">
              <a:spcBef>
                <a:spcPts val="0"/>
              </a:spcBef>
              <a:spcAft>
                <a:spcPts val="0"/>
              </a:spcAft>
              <a:buNone/>
            </a:pPr>
            <a:r>
              <a:rPr i="0" lang="en-US">
                <a:latin typeface="Arial"/>
                <a:ea typeface="Arial"/>
                <a:cs typeface="Arial"/>
                <a:sym typeface="Arial"/>
              </a:rPr>
              <a:t>Let’s break down the SAA responsibilities into the </a:t>
            </a:r>
            <a:r>
              <a:rPr b="1" i="0" lang="en-US">
                <a:latin typeface="Arial"/>
                <a:ea typeface="Arial"/>
                <a:cs typeface="Arial"/>
                <a:sym typeface="Arial"/>
              </a:rPr>
              <a:t>four</a:t>
            </a:r>
            <a:r>
              <a:rPr i="0" lang="en-US">
                <a:latin typeface="Arial"/>
                <a:ea typeface="Arial"/>
                <a:cs typeface="Arial"/>
                <a:sym typeface="Arial"/>
              </a:rPr>
              <a:t> core buckets.</a:t>
            </a:r>
            <a:endParaRPr/>
          </a:p>
          <a:p>
            <a:pPr indent="-228600" lvl="0" marL="228600" rtl="0" algn="l">
              <a:spcBef>
                <a:spcPts val="0"/>
              </a:spcBef>
              <a:spcAft>
                <a:spcPts val="0"/>
              </a:spcAft>
              <a:buClr>
                <a:schemeClr val="dk1"/>
              </a:buClr>
              <a:buSzPts val="1200"/>
              <a:buFont typeface="Calibri"/>
              <a:buAutoNum type="arabicPeriod"/>
            </a:pPr>
            <a:r>
              <a:rPr i="0" lang="en-US">
                <a:latin typeface="Arial"/>
                <a:ea typeface="Arial"/>
                <a:cs typeface="Arial"/>
                <a:sym typeface="Arial"/>
              </a:rPr>
              <a:t>Meeting Quality</a:t>
            </a:r>
            <a:endParaRPr/>
          </a:p>
          <a:p>
            <a:pPr indent="-228600" lvl="0" marL="228600" rtl="0" algn="l">
              <a:spcBef>
                <a:spcPts val="0"/>
              </a:spcBef>
              <a:spcAft>
                <a:spcPts val="0"/>
              </a:spcAft>
              <a:buClr>
                <a:schemeClr val="dk1"/>
              </a:buClr>
              <a:buSzPts val="1200"/>
              <a:buFont typeface="Calibri"/>
              <a:buAutoNum type="arabicPeriod"/>
            </a:pPr>
            <a:r>
              <a:rPr i="0" lang="en-US">
                <a:latin typeface="Arial"/>
                <a:ea typeface="Arial"/>
                <a:cs typeface="Arial"/>
                <a:sym typeface="Arial"/>
              </a:rPr>
              <a:t>Club Success</a:t>
            </a:r>
            <a:endParaRPr/>
          </a:p>
          <a:p>
            <a:pPr indent="-228600" lvl="0" marL="228600" rtl="0" algn="l">
              <a:spcBef>
                <a:spcPts val="0"/>
              </a:spcBef>
              <a:spcAft>
                <a:spcPts val="0"/>
              </a:spcAft>
              <a:buClr>
                <a:schemeClr val="dk1"/>
              </a:buClr>
              <a:buSzPts val="1200"/>
              <a:buFont typeface="Calibri"/>
              <a:buAutoNum type="arabicPeriod"/>
            </a:pPr>
            <a:r>
              <a:rPr i="0" lang="en-US">
                <a:latin typeface="Arial"/>
                <a:ea typeface="Arial"/>
                <a:cs typeface="Arial"/>
                <a:sym typeface="Arial"/>
              </a:rPr>
              <a:t>Guest Hospitality</a:t>
            </a:r>
            <a:endParaRPr/>
          </a:p>
          <a:p>
            <a:pPr indent="-228600" lvl="0" marL="228600" rtl="0" algn="l">
              <a:spcBef>
                <a:spcPts val="0"/>
              </a:spcBef>
              <a:spcAft>
                <a:spcPts val="0"/>
              </a:spcAft>
              <a:buClr>
                <a:schemeClr val="dk1"/>
              </a:buClr>
              <a:buSzPts val="1200"/>
              <a:buFont typeface="Calibri"/>
              <a:buAutoNum type="arabicPeriod"/>
            </a:pPr>
            <a:r>
              <a:rPr i="0" lang="en-US">
                <a:latin typeface="Arial"/>
                <a:ea typeface="Arial"/>
                <a:cs typeface="Arial"/>
                <a:sym typeface="Arial"/>
              </a:rPr>
              <a:t>Member Relations </a:t>
            </a:r>
            <a:endParaRPr/>
          </a:p>
          <a:p>
            <a:pPr indent="0" lvl="0" marL="0" rtl="0" algn="l">
              <a:spcBef>
                <a:spcPts val="0"/>
              </a:spcBef>
              <a:spcAft>
                <a:spcPts val="0"/>
              </a:spcAft>
              <a:buNone/>
            </a:pPr>
            <a:r>
              <a:t/>
            </a:r>
            <a:endParaRPr/>
          </a:p>
        </p:txBody>
      </p:sp>
      <p:sp>
        <p:nvSpPr>
          <p:cNvPr id="1064" name="Google Shape;106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p9: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9" name="Google Shape;1069;p9: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16 minutes</a:t>
            </a:r>
            <a:endParaRPr/>
          </a:p>
          <a:p>
            <a:pPr indent="0" lvl="0" marL="0" rtl="0" algn="l">
              <a:spcBef>
                <a:spcPts val="0"/>
              </a:spcBef>
              <a:spcAft>
                <a:spcPts val="0"/>
              </a:spcAft>
              <a:buNone/>
            </a:pPr>
            <a:r>
              <a:t/>
            </a:r>
            <a:endParaRPr sz="8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Facilitator Notes:</a:t>
            </a:r>
            <a:endParaRPr/>
          </a:p>
          <a:p>
            <a:pPr indent="0" lvl="0" marL="0" rtl="0" algn="l">
              <a:spcBef>
                <a:spcPts val="0"/>
              </a:spcBef>
              <a:spcAft>
                <a:spcPts val="0"/>
              </a:spcAft>
              <a:buNone/>
            </a:pPr>
            <a:r>
              <a:t/>
            </a:r>
            <a:endParaRPr sz="800">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rPr b="1" lang="en-US" sz="1200">
                <a:solidFill>
                  <a:schemeClr val="dk1"/>
                </a:solidFill>
                <a:latin typeface="Arial"/>
                <a:ea typeface="Arial"/>
                <a:cs typeface="Arial"/>
                <a:sym typeface="Arial"/>
              </a:rPr>
              <a:t>Meeting quality </a:t>
            </a:r>
            <a:r>
              <a:rPr lang="en-US" sz="1200">
                <a:solidFill>
                  <a:schemeClr val="dk1"/>
                </a:solidFill>
                <a:latin typeface="Arial"/>
                <a:ea typeface="Arial"/>
                <a:cs typeface="Arial"/>
                <a:sym typeface="Arial"/>
              </a:rPr>
              <a:t>is the first bucket of responsibility. </a:t>
            </a:r>
            <a:endParaRPr/>
          </a:p>
          <a:p>
            <a:pPr indent="0" lvl="0" marL="0" marR="0" rtl="0" algn="l">
              <a:spcBef>
                <a:spcPts val="0"/>
              </a:spcBef>
              <a:spcAft>
                <a:spcPts val="0"/>
              </a:spcAft>
              <a:buClr>
                <a:schemeClr val="dk1"/>
              </a:buClr>
              <a:buSzPts val="800"/>
              <a:buFont typeface="Calibri"/>
              <a:buNone/>
            </a:pPr>
            <a:r>
              <a:t/>
            </a:r>
            <a:endParaRPr sz="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Every club should strive to make a </a:t>
            </a:r>
            <a:r>
              <a:rPr b="1" lang="en-US" sz="1200">
                <a:solidFill>
                  <a:schemeClr val="dk1"/>
                </a:solidFill>
                <a:latin typeface="Arial"/>
                <a:ea typeface="Arial"/>
                <a:cs typeface="Arial"/>
                <a:sym typeface="Arial"/>
              </a:rPr>
              <a:t>favorable impression </a:t>
            </a:r>
            <a:r>
              <a:rPr lang="en-US" sz="1200">
                <a:solidFill>
                  <a:schemeClr val="dk1"/>
                </a:solidFill>
                <a:latin typeface="Arial"/>
                <a:ea typeface="Arial"/>
                <a:cs typeface="Arial"/>
                <a:sym typeface="Arial"/>
              </a:rPr>
              <a:t>upon everyone each time it meets. Any physical club meeting location should be pleasant, comfortable, neat, and clean. The room should be </a:t>
            </a:r>
            <a:r>
              <a:rPr b="1" lang="en-US" sz="1200">
                <a:solidFill>
                  <a:schemeClr val="dk1"/>
                </a:solidFill>
                <a:latin typeface="Arial"/>
                <a:ea typeface="Arial"/>
                <a:cs typeface="Arial"/>
                <a:sym typeface="Arial"/>
              </a:rPr>
              <a:t>set up in a professional manner </a:t>
            </a:r>
            <a:r>
              <a:rPr lang="en-US" sz="1200">
                <a:solidFill>
                  <a:schemeClr val="dk1"/>
                </a:solidFill>
                <a:latin typeface="Arial"/>
                <a:ea typeface="Arial"/>
                <a:cs typeface="Arial"/>
                <a:sym typeface="Arial"/>
              </a:rPr>
              <a:t>before members arrive, with agendas at each place. A table should be set up to display a guest book, brochures, membership applications, and newsletters that members may find of interest. The club banner should be displayed at the front of the room. </a:t>
            </a:r>
            <a:endParaRPr/>
          </a:p>
          <a:p>
            <a:pPr indent="0" lvl="0" marL="0" marR="0" rtl="0" algn="l">
              <a:spcBef>
                <a:spcPts val="0"/>
              </a:spcBef>
              <a:spcAft>
                <a:spcPts val="0"/>
              </a:spcAft>
              <a:buClr>
                <a:schemeClr val="dk1"/>
              </a:buClr>
              <a:buSzPts val="800"/>
              <a:buFont typeface="Calibri"/>
              <a:buNone/>
            </a:pPr>
            <a:r>
              <a:t/>
            </a:r>
            <a:endParaRPr sz="800">
              <a:solidFill>
                <a:schemeClr val="dk1"/>
              </a:solidFill>
              <a:latin typeface="Arial"/>
              <a:ea typeface="Arial"/>
              <a:cs typeface="Arial"/>
              <a:sym typeface="Arial"/>
            </a:endParaRPr>
          </a:p>
          <a:p>
            <a:pPr indent="0" lvl="0" marL="0" marR="0" rtl="0" algn="l">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All of these demonstrate pride in the club and create a good impression for each person who enters the room. </a:t>
            </a:r>
            <a:endParaRPr/>
          </a:p>
          <a:p>
            <a:pPr indent="0" lvl="0" marL="0" rtl="0" algn="l">
              <a:spcBef>
                <a:spcPts val="0"/>
              </a:spcBef>
              <a:spcAft>
                <a:spcPts val="0"/>
              </a:spcAft>
              <a:buClr>
                <a:schemeClr val="dk1"/>
              </a:buClr>
              <a:buSzPts val="800"/>
              <a:buFont typeface="Calibri"/>
              <a:buNone/>
            </a:pPr>
            <a:r>
              <a:t/>
            </a:r>
            <a:endParaRPr i="0" sz="800">
              <a:latin typeface="Arial"/>
              <a:ea typeface="Arial"/>
              <a:cs typeface="Arial"/>
              <a:sym typeface="Arial"/>
            </a:endParaRPr>
          </a:p>
          <a:p>
            <a:pPr indent="0" lvl="0" marL="0" marR="0" rtl="0" algn="l">
              <a:spcBef>
                <a:spcPts val="0"/>
              </a:spcBef>
              <a:spcAft>
                <a:spcPts val="0"/>
              </a:spcAft>
              <a:buClr>
                <a:schemeClr val="dk1"/>
              </a:buClr>
              <a:buSzPts val="1200"/>
              <a:buFont typeface="Calibri"/>
              <a:buNone/>
            </a:pPr>
            <a:r>
              <a:rPr b="1" i="0" lang="en-US">
                <a:latin typeface="Arial"/>
                <a:ea typeface="Arial"/>
                <a:cs typeface="Arial"/>
                <a:sym typeface="Arial"/>
              </a:rPr>
              <a:t>(Ask </a:t>
            </a:r>
            <a:r>
              <a:rPr b="0" i="0" lang="en-US">
                <a:latin typeface="Arial"/>
                <a:ea typeface="Arial"/>
                <a:cs typeface="Arial"/>
                <a:sym typeface="Arial"/>
              </a:rPr>
              <a:t>for a few concise responses – 15 to 20 seconds each – to the following question.</a:t>
            </a:r>
            <a:r>
              <a:rPr b="1" i="0" lang="en-US">
                <a:latin typeface="Arial"/>
                <a:ea typeface="Arial"/>
                <a:cs typeface="Arial"/>
                <a:sym typeface="Arial"/>
              </a:rPr>
              <a:t>)</a:t>
            </a:r>
            <a:r>
              <a:rPr i="0" lang="en-US">
                <a:latin typeface="Arial"/>
                <a:ea typeface="Arial"/>
                <a:cs typeface="Arial"/>
                <a:sym typeface="Arial"/>
              </a:rPr>
              <a:t> </a:t>
            </a:r>
            <a:endParaRPr/>
          </a:p>
          <a:p>
            <a:pPr indent="0" lvl="0" marL="0" marR="0" rtl="0" algn="l">
              <a:spcBef>
                <a:spcPts val="0"/>
              </a:spcBef>
              <a:spcAft>
                <a:spcPts val="0"/>
              </a:spcAft>
              <a:buClr>
                <a:schemeClr val="dk1"/>
              </a:buClr>
              <a:buSzPts val="800"/>
              <a:buFont typeface="Calibri"/>
              <a:buNone/>
            </a:pPr>
            <a:r>
              <a:t/>
            </a:r>
            <a:endParaRPr i="0" sz="800">
              <a:latin typeface="Arial"/>
              <a:ea typeface="Arial"/>
              <a:cs typeface="Arial"/>
              <a:sym typeface="Arial"/>
            </a:endParaRPr>
          </a:p>
          <a:p>
            <a:pPr indent="0" lvl="0" marL="0" marR="0" rtl="0" algn="l">
              <a:spcBef>
                <a:spcPts val="0"/>
              </a:spcBef>
              <a:spcAft>
                <a:spcPts val="0"/>
              </a:spcAft>
              <a:buClr>
                <a:schemeClr val="dk1"/>
              </a:buClr>
              <a:buSzPts val="1200"/>
              <a:buFont typeface="Calibri"/>
              <a:buNone/>
            </a:pPr>
            <a:r>
              <a:rPr i="0" lang="en-US">
                <a:latin typeface="Arial"/>
                <a:ea typeface="Arial"/>
                <a:cs typeface="Arial"/>
                <a:sym typeface="Arial"/>
              </a:rPr>
              <a:t>What are some things your club does to create a favorable impression? </a:t>
            </a:r>
            <a:endParaRPr/>
          </a:p>
          <a:p>
            <a:pPr indent="0" lvl="0" marL="0" rtl="0" algn="l">
              <a:spcBef>
                <a:spcPts val="0"/>
              </a:spcBef>
              <a:spcAft>
                <a:spcPts val="0"/>
              </a:spcAft>
              <a:buClr>
                <a:schemeClr val="dk1"/>
              </a:buClr>
              <a:buSzPts val="1200"/>
              <a:buFont typeface="Calibri"/>
              <a:buNone/>
            </a:pPr>
            <a:r>
              <a:t/>
            </a:r>
            <a:endParaRPr i="0"/>
          </a:p>
        </p:txBody>
      </p:sp>
      <p:sp>
        <p:nvSpPr>
          <p:cNvPr id="1070" name="Google Shape;1070;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4" name="Shape 1074"/>
        <p:cNvGrpSpPr/>
        <p:nvPr/>
      </p:nvGrpSpPr>
      <p:grpSpPr>
        <a:xfrm>
          <a:off x="0" y="0"/>
          <a:ext cx="0" cy="0"/>
          <a:chOff x="0" y="0"/>
          <a:chExt cx="0" cy="0"/>
        </a:xfrm>
      </p:grpSpPr>
      <p:sp>
        <p:nvSpPr>
          <p:cNvPr id="1075" name="Google Shape;1075;p10: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6" name="Google Shape;1076;p10: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18 minutes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Facilitator Notes:</a:t>
            </a:r>
            <a:endParaRPr/>
          </a:p>
          <a:p>
            <a:pPr indent="0" lvl="0" marL="0" rtl="0" algn="l">
              <a:spcBef>
                <a:spcPts val="0"/>
              </a:spcBef>
              <a:spcAft>
                <a:spcPts val="0"/>
              </a:spcAft>
              <a:buNone/>
            </a:pPr>
            <a:r>
              <a:t/>
            </a:r>
            <a:endParaRPr>
              <a:latin typeface="Arial"/>
              <a:ea typeface="Arial"/>
              <a:cs typeface="Arial"/>
              <a:sym typeface="Arial"/>
            </a:endParaRPr>
          </a:p>
          <a:p>
            <a:pPr indent="0" lvl="0" marL="0" rtl="0" algn="l">
              <a:spcBef>
                <a:spcPts val="0"/>
              </a:spcBef>
              <a:spcAft>
                <a:spcPts val="0"/>
              </a:spcAft>
              <a:buClr>
                <a:schemeClr val="dk1"/>
              </a:buClr>
              <a:buSzPts val="1200"/>
              <a:buFont typeface="Arial"/>
              <a:buNone/>
            </a:pPr>
            <a:r>
              <a:rPr lang="en-US">
                <a:latin typeface="Arial"/>
                <a:ea typeface="Arial"/>
                <a:cs typeface="Arial"/>
                <a:sym typeface="Arial"/>
              </a:rPr>
              <a:t>Greeting members and guests</a:t>
            </a:r>
            <a:endParaRPr/>
          </a:p>
          <a:p>
            <a:pPr indent="-171450" lvl="0" marL="171450" rtl="0" algn="l">
              <a:spcBef>
                <a:spcPts val="0"/>
              </a:spcBef>
              <a:spcAft>
                <a:spcPts val="0"/>
              </a:spcAft>
              <a:buClr>
                <a:schemeClr val="dk1"/>
              </a:buClr>
              <a:buSzPts val="1200"/>
              <a:buFont typeface="Arial"/>
              <a:buChar char="•"/>
            </a:pPr>
            <a:r>
              <a:rPr lang="en-US">
                <a:latin typeface="Arial"/>
                <a:ea typeface="Arial"/>
                <a:cs typeface="Arial"/>
                <a:sym typeface="Arial"/>
              </a:rPr>
              <a:t>First opportunity to welcome guests to club by signing guestbook and seating them with members who can answer questions</a:t>
            </a:r>
            <a:endParaRPr/>
          </a:p>
          <a:p>
            <a:pPr indent="-171450" lvl="0" marL="171450" rtl="0" algn="l">
              <a:spcBef>
                <a:spcPts val="0"/>
              </a:spcBef>
              <a:spcAft>
                <a:spcPts val="0"/>
              </a:spcAft>
              <a:buClr>
                <a:schemeClr val="dk1"/>
              </a:buClr>
              <a:buSzPts val="1200"/>
              <a:buFont typeface="Arial"/>
              <a:buChar char="•"/>
            </a:pPr>
            <a:r>
              <a:rPr lang="en-US">
                <a:latin typeface="Arial"/>
                <a:ea typeface="Arial"/>
                <a:cs typeface="Arial"/>
                <a:sym typeface="Arial"/>
              </a:rPr>
              <a:t>Present club as safe &amp; friendly environment – perfect place to develop skills</a:t>
            </a:r>
            <a:endParaRPr i="0">
              <a:latin typeface="Arial"/>
              <a:ea typeface="Arial"/>
              <a:cs typeface="Arial"/>
              <a:sym typeface="Arial"/>
            </a:endParaRPr>
          </a:p>
        </p:txBody>
      </p:sp>
      <p:sp>
        <p:nvSpPr>
          <p:cNvPr id="1077" name="Google Shape;107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11: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3" name="Google Shape;1083;p11: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20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latin typeface="Arial"/>
              <a:ea typeface="Arial"/>
              <a:cs typeface="Arial"/>
              <a:sym typeface="Arial"/>
            </a:endParaRPr>
          </a:p>
          <a:p>
            <a:pPr indent="0" lvl="0" marL="0" marR="0" rtl="0" algn="l">
              <a:lnSpc>
                <a:spcPct val="100000"/>
              </a:lnSpc>
              <a:spcBef>
                <a:spcPts val="800"/>
              </a:spcBef>
              <a:spcAft>
                <a:spcPts val="0"/>
              </a:spcAft>
              <a:buClr>
                <a:schemeClr val="dk1"/>
              </a:buClr>
              <a:buSzPts val="1200"/>
              <a:buFont typeface="Arial"/>
              <a:buNone/>
            </a:pPr>
            <a:r>
              <a:rPr b="1" lang="en-US">
                <a:latin typeface="Arial"/>
                <a:ea typeface="Arial"/>
                <a:cs typeface="Arial"/>
                <a:sym typeface="Arial"/>
              </a:rPr>
              <a:t>Club success </a:t>
            </a:r>
            <a:r>
              <a:rPr lang="en-US">
                <a:latin typeface="Arial"/>
                <a:ea typeface="Arial"/>
                <a:cs typeface="Arial"/>
                <a:sym typeface="Arial"/>
              </a:rPr>
              <a:t>is the </a:t>
            </a:r>
            <a:r>
              <a:rPr b="0" lang="en-US">
                <a:latin typeface="Arial"/>
                <a:ea typeface="Arial"/>
                <a:cs typeface="Arial"/>
                <a:sym typeface="Arial"/>
              </a:rPr>
              <a:t>second bucket </a:t>
            </a:r>
            <a:r>
              <a:rPr lang="en-US">
                <a:latin typeface="Arial"/>
                <a:ea typeface="Arial"/>
                <a:cs typeface="Arial"/>
                <a:sym typeface="Arial"/>
              </a:rPr>
              <a:t>of responsibility. </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Arial"/>
                <a:ea typeface="Arial"/>
                <a:cs typeface="Arial"/>
                <a:sym typeface="Arial"/>
              </a:rPr>
              <a:t>As Sergeant at Arms, you are </a:t>
            </a:r>
            <a:r>
              <a:rPr b="1" lang="en-US" sz="1200">
                <a:solidFill>
                  <a:schemeClr val="dk1"/>
                </a:solidFill>
                <a:latin typeface="Arial"/>
                <a:ea typeface="Arial"/>
                <a:cs typeface="Arial"/>
                <a:sym typeface="Arial"/>
              </a:rPr>
              <a:t>in charge of the meeting place itself</a:t>
            </a:r>
            <a:r>
              <a:rPr lang="en-US" sz="1200">
                <a:solidFill>
                  <a:schemeClr val="dk1"/>
                </a:solidFill>
                <a:latin typeface="Arial"/>
                <a:ea typeface="Arial"/>
                <a:cs typeface="Arial"/>
                <a:sym typeface="Arial"/>
              </a:rPr>
              <a:t>, obtaining a new space when necessary, and </a:t>
            </a:r>
            <a:r>
              <a:rPr b="1" lang="en-US" sz="1200">
                <a:solidFill>
                  <a:schemeClr val="dk1"/>
                </a:solidFill>
                <a:latin typeface="Arial"/>
                <a:ea typeface="Arial"/>
                <a:cs typeface="Arial"/>
                <a:sym typeface="Arial"/>
              </a:rPr>
              <a:t>maintaining contact with the people who allow you to use it </a:t>
            </a:r>
            <a:r>
              <a:rPr lang="en-US" sz="1200">
                <a:solidFill>
                  <a:schemeClr val="dk1"/>
                </a:solidFill>
                <a:latin typeface="Arial"/>
                <a:ea typeface="Arial"/>
                <a:cs typeface="Arial"/>
                <a:sym typeface="Arial"/>
              </a:rPr>
              <a:t>for your club’s meetings.</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Arial"/>
              <a:ea typeface="Arial"/>
              <a:cs typeface="Arial"/>
              <a:sym typeface="Arial"/>
            </a:endParaRPr>
          </a:p>
          <a:p>
            <a:pPr indent="0" lvl="0" marL="0" rtl="0" algn="l">
              <a:spcBef>
                <a:spcPts val="0"/>
              </a:spcBef>
              <a:spcAft>
                <a:spcPts val="0"/>
              </a:spcAft>
              <a:buClr>
                <a:schemeClr val="dk1"/>
              </a:buClr>
              <a:buSzPts val="1200"/>
              <a:buFont typeface="Arial"/>
              <a:buNone/>
            </a:pPr>
            <a:r>
              <a:rPr b="1" i="0" lang="en-US" sz="1200">
                <a:solidFill>
                  <a:schemeClr val="dk1"/>
                </a:solidFill>
                <a:latin typeface="Arial"/>
                <a:ea typeface="Arial"/>
                <a:cs typeface="Arial"/>
                <a:sym typeface="Arial"/>
              </a:rPr>
              <a:t>You are the club’s liaison to the meeting venue:</a:t>
            </a:r>
            <a:endParaRPr>
              <a:latin typeface="Arial"/>
              <a:ea typeface="Arial"/>
              <a:cs typeface="Arial"/>
              <a:sym typeface="Arial"/>
            </a:endParaRPr>
          </a:p>
          <a:p>
            <a:pPr indent="-171450" lvl="0" marL="171450" rtl="0" algn="l">
              <a:spcBef>
                <a:spcPts val="0"/>
              </a:spcBef>
              <a:spcAft>
                <a:spcPts val="0"/>
              </a:spcAft>
              <a:buClr>
                <a:schemeClr val="dk1"/>
              </a:buClr>
              <a:buSzPts val="1200"/>
              <a:buFont typeface="Arial"/>
              <a:buChar char="•"/>
            </a:pPr>
            <a:r>
              <a:rPr lang="en-US">
                <a:latin typeface="Arial"/>
                <a:ea typeface="Arial"/>
                <a:cs typeface="Arial"/>
                <a:sym typeface="Arial"/>
              </a:rPr>
              <a:t>Liaise w/Management of your club meeting place ensure that messages from the management are communicated to the necessary parties </a:t>
            </a:r>
            <a:endParaRPr/>
          </a:p>
          <a:p>
            <a:pPr indent="-171450" lvl="0" marL="171450" rtl="0" algn="l">
              <a:spcBef>
                <a:spcPts val="0"/>
              </a:spcBef>
              <a:spcAft>
                <a:spcPts val="0"/>
              </a:spcAft>
              <a:buClr>
                <a:schemeClr val="dk1"/>
              </a:buClr>
              <a:buSzPts val="1200"/>
              <a:buFont typeface="Arial"/>
              <a:buChar char="•"/>
            </a:pPr>
            <a:r>
              <a:rPr lang="en-US">
                <a:latin typeface="Arial"/>
                <a:ea typeface="Arial"/>
                <a:cs typeface="Arial"/>
                <a:sym typeface="Arial"/>
              </a:rPr>
              <a:t>Be sure to provide appropriate accommodations for people with disabilities</a:t>
            </a:r>
            <a:endParaRPr/>
          </a:p>
          <a:p>
            <a:pPr indent="-171450" lvl="0" marL="171450" marR="0" rtl="0" algn="l">
              <a:lnSpc>
                <a:spcPct val="100000"/>
              </a:lnSpc>
              <a:spcBef>
                <a:spcPts val="0"/>
              </a:spcBef>
              <a:spcAft>
                <a:spcPts val="0"/>
              </a:spcAft>
              <a:buClr>
                <a:schemeClr val="dk1"/>
              </a:buClr>
              <a:buSzPts val="1200"/>
              <a:buFont typeface="Arial"/>
              <a:buChar char="•"/>
            </a:pPr>
            <a:r>
              <a:rPr lang="en-US">
                <a:latin typeface="Arial"/>
                <a:ea typeface="Arial"/>
                <a:cs typeface="Arial"/>
                <a:sym typeface="Arial"/>
              </a:rPr>
              <a:t>Confirm meeting room reservations a few days before the meeting and act as a liaison between the club and the meeting room management. </a:t>
            </a:r>
            <a:endParaRPr/>
          </a:p>
          <a:p>
            <a:pPr indent="-171450" lvl="1" marL="628650" rtl="0" algn="l">
              <a:spcBef>
                <a:spcPts val="0"/>
              </a:spcBef>
              <a:spcAft>
                <a:spcPts val="0"/>
              </a:spcAft>
              <a:buClr>
                <a:schemeClr val="dk1"/>
              </a:buClr>
              <a:buSzPts val="1200"/>
              <a:buFont typeface="Arial"/>
              <a:buChar char="•"/>
            </a:pPr>
            <a:r>
              <a:rPr lang="en-US">
                <a:latin typeface="Arial"/>
                <a:ea typeface="Arial"/>
                <a:cs typeface="Arial"/>
                <a:sym typeface="Arial"/>
              </a:rPr>
              <a:t>You are responsible for making sure that the meeting space is available when your club needs it and for making the necessary arrangements if it isn’t.</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t/>
            </a:r>
            <a:endParaRPr i="0"/>
          </a:p>
        </p:txBody>
      </p:sp>
      <p:sp>
        <p:nvSpPr>
          <p:cNvPr id="1084" name="Google Shape;1084;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1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0" name="Google Shape;1090;p12: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22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latin typeface="Arial"/>
                <a:ea typeface="Arial"/>
                <a:cs typeface="Arial"/>
                <a:sym typeface="Arial"/>
              </a:rPr>
              <a:t>The Sergeant at Arms maintains all club materials and equipment between meetings and arranges the room and equipment for the meeting. </a:t>
            </a:r>
            <a:r>
              <a:rPr lang="en-US" sz="1200">
                <a:solidFill>
                  <a:schemeClr val="dk1"/>
                </a:solidFill>
                <a:latin typeface="Arial"/>
                <a:ea typeface="Arial"/>
                <a:cs typeface="Arial"/>
                <a:sym typeface="Arial"/>
              </a:rPr>
              <a:t>You also keep track of the club’s physical property, such as the banner, lectern, timing device, and other meeting materials.  </a:t>
            </a:r>
            <a:r>
              <a:rPr lang="en-US">
                <a:latin typeface="Arial"/>
                <a:ea typeface="Arial"/>
                <a:cs typeface="Arial"/>
                <a:sym typeface="Arial"/>
              </a:rPr>
              <a:t>Check to see that plenty of supplies are on hand, such as Ballots and Brief Evaluations, name badges, Guest Packets, Member Welcome Kits, pens and paper, etc. </a:t>
            </a:r>
            <a:endParaRPr/>
          </a:p>
          <a:p>
            <a:pPr indent="0" lvl="0" marL="0" rtl="0" algn="l">
              <a:spcBef>
                <a:spcPts val="0"/>
              </a:spcBef>
              <a:spcAft>
                <a:spcPts val="0"/>
              </a:spcAft>
              <a:buNone/>
            </a:pPr>
            <a:r>
              <a:rPr lang="en-US">
                <a:latin typeface="Arial"/>
                <a:ea typeface="Arial"/>
                <a:cs typeface="Arial"/>
                <a:sym typeface="Arial"/>
              </a:rPr>
              <a:t>Order new supplies when they are needed, like award ribbons, ballots, and evaluation forms. </a:t>
            </a:r>
            <a:endParaRPr/>
          </a:p>
          <a:p>
            <a:pPr indent="-95250" lvl="0" marL="171450" rtl="0" algn="l">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200"/>
              <a:buFont typeface="Calibri"/>
              <a:buNone/>
            </a:pPr>
            <a:r>
              <a:t/>
            </a:r>
            <a:endParaRPr i="0"/>
          </a:p>
        </p:txBody>
      </p:sp>
      <p:sp>
        <p:nvSpPr>
          <p:cNvPr id="1091" name="Google Shape;109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13:notes"/>
          <p:cNvSpPr/>
          <p:nvPr>
            <p:ph idx="2" type="sldImg"/>
          </p:nvPr>
        </p:nvSpPr>
        <p:spPr>
          <a:xfrm>
            <a:off x="1133475" y="630238"/>
            <a:ext cx="4489450" cy="252571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8" name="Google Shape;1098;p13:notes"/>
          <p:cNvSpPr txBox="1"/>
          <p:nvPr>
            <p:ph idx="1" type="body"/>
          </p:nvPr>
        </p:nvSpPr>
        <p:spPr>
          <a:xfrm>
            <a:off x="447040" y="3155951"/>
            <a:ext cx="5943600" cy="5988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100">
                <a:latin typeface="Arial"/>
                <a:ea typeface="Arial"/>
                <a:cs typeface="Arial"/>
                <a:sym typeface="Arial"/>
              </a:rPr>
              <a:t>Time on slide: 5 minutes</a:t>
            </a:r>
            <a:endParaRPr/>
          </a:p>
          <a:p>
            <a:pPr indent="0" lvl="0" marL="0" rtl="0" algn="l">
              <a:spcBef>
                <a:spcPts val="0"/>
              </a:spcBef>
              <a:spcAft>
                <a:spcPts val="0"/>
              </a:spcAft>
              <a:buNone/>
            </a:pPr>
            <a:r>
              <a:rPr b="1" lang="en-US" sz="1100">
                <a:latin typeface="Arial"/>
                <a:ea typeface="Arial"/>
                <a:cs typeface="Arial"/>
                <a:sym typeface="Arial"/>
              </a:rPr>
              <a:t>Elapsed time: 27 minutes</a:t>
            </a:r>
            <a:endParaRPr/>
          </a:p>
          <a:p>
            <a:pPr indent="0" lvl="0" marL="0" rtl="0" algn="l">
              <a:spcBef>
                <a:spcPts val="0"/>
              </a:spcBef>
              <a:spcAft>
                <a:spcPts val="0"/>
              </a:spcAft>
              <a:buNone/>
            </a:pPr>
            <a:r>
              <a:t/>
            </a:r>
            <a:endParaRPr b="1" sz="1100">
              <a:latin typeface="Arial"/>
              <a:ea typeface="Arial"/>
              <a:cs typeface="Arial"/>
              <a:sym typeface="Arial"/>
            </a:endParaRPr>
          </a:p>
          <a:p>
            <a:pPr indent="0" lvl="0" marL="0" rtl="0" algn="l">
              <a:spcBef>
                <a:spcPts val="0"/>
              </a:spcBef>
              <a:spcAft>
                <a:spcPts val="0"/>
              </a:spcAft>
              <a:buNone/>
            </a:pPr>
            <a:r>
              <a:rPr b="1" lang="en-US" sz="1100">
                <a:latin typeface="Arial"/>
                <a:ea typeface="Arial"/>
                <a:cs typeface="Arial"/>
                <a:sym typeface="Arial"/>
              </a:rPr>
              <a:t>Facilitator Notes:</a:t>
            </a:r>
            <a:endParaRPr/>
          </a:p>
          <a:p>
            <a:pPr indent="0" lvl="0" marL="0" rtl="0" algn="l">
              <a:spcBef>
                <a:spcPts val="0"/>
              </a:spcBef>
              <a:spcAft>
                <a:spcPts val="0"/>
              </a:spcAft>
              <a:buNone/>
            </a:pPr>
            <a:r>
              <a:rPr lang="en-US" sz="1050">
                <a:latin typeface="Arial"/>
                <a:ea typeface="Arial"/>
                <a:cs typeface="Arial"/>
                <a:sym typeface="Arial"/>
              </a:rPr>
              <a:t>(</a:t>
            </a:r>
            <a:r>
              <a:rPr b="1" lang="en-US" sz="1050">
                <a:latin typeface="Arial"/>
                <a:ea typeface="Arial"/>
                <a:cs typeface="Arial"/>
                <a:sym typeface="Arial"/>
              </a:rPr>
              <a:t>Ask) </a:t>
            </a:r>
            <a:r>
              <a:rPr lang="en-US" sz="1050">
                <a:latin typeface="Arial"/>
                <a:ea typeface="Arial"/>
                <a:cs typeface="Arial"/>
                <a:sym typeface="Arial"/>
              </a:rPr>
              <a:t>How many of you are the SAA for a physically in-person club?</a:t>
            </a:r>
            <a:endParaRPr/>
          </a:p>
          <a:p>
            <a:pPr indent="0" lvl="0" marL="0" rtl="0" algn="l">
              <a:spcBef>
                <a:spcPts val="0"/>
              </a:spcBef>
              <a:spcAft>
                <a:spcPts val="0"/>
              </a:spcAft>
              <a:buNone/>
            </a:pPr>
            <a:r>
              <a:rPr lang="en-US" sz="1050">
                <a:latin typeface="Arial"/>
                <a:ea typeface="Arial"/>
                <a:cs typeface="Arial"/>
                <a:sym typeface="Arial"/>
              </a:rPr>
              <a:t>How many of you are the SAA for an online club?</a:t>
            </a:r>
            <a:endParaRPr/>
          </a:p>
          <a:p>
            <a:pPr indent="0" lvl="0" marL="0" rtl="0" algn="l">
              <a:spcBef>
                <a:spcPts val="0"/>
              </a:spcBef>
              <a:spcAft>
                <a:spcPts val="0"/>
              </a:spcAft>
              <a:buNone/>
            </a:pPr>
            <a:r>
              <a:rPr lang="en-US" sz="1050">
                <a:latin typeface="Arial"/>
                <a:ea typeface="Arial"/>
                <a:cs typeface="Arial"/>
                <a:sym typeface="Arial"/>
              </a:rPr>
              <a:t>How many of you are the SAA for a hybrid club?</a:t>
            </a:r>
            <a:endParaRPr/>
          </a:p>
          <a:p>
            <a:pPr indent="0" lvl="0" marL="0" marR="0" rtl="0" algn="l">
              <a:lnSpc>
                <a:spcPct val="100000"/>
              </a:lnSpc>
              <a:spcBef>
                <a:spcPts val="0"/>
              </a:spcBef>
              <a:spcAft>
                <a:spcPts val="0"/>
              </a:spcAft>
              <a:buClr>
                <a:schemeClr val="dk1"/>
              </a:buClr>
              <a:buSzPts val="600"/>
              <a:buFont typeface="Calibri"/>
              <a:buNone/>
            </a:pPr>
            <a:r>
              <a:t/>
            </a:r>
            <a:endParaRPr b="0" i="0" sz="600">
              <a:latin typeface="Arial"/>
              <a:ea typeface="Arial"/>
              <a:cs typeface="Arial"/>
              <a:sym typeface="Arial"/>
            </a:endParaRPr>
          </a:p>
          <a:p>
            <a:pPr indent="0" lvl="0" marL="0" marR="0" rtl="0" algn="l">
              <a:lnSpc>
                <a:spcPct val="100000"/>
              </a:lnSpc>
              <a:spcBef>
                <a:spcPts val="0"/>
              </a:spcBef>
              <a:spcAft>
                <a:spcPts val="0"/>
              </a:spcAft>
              <a:buClr>
                <a:schemeClr val="dk1"/>
              </a:buClr>
              <a:buSzPts val="1050"/>
              <a:buFont typeface="Arial"/>
              <a:buNone/>
            </a:pPr>
            <a:r>
              <a:rPr b="1" i="0" lang="en-US" sz="1050">
                <a:latin typeface="Arial"/>
                <a:ea typeface="Arial"/>
                <a:cs typeface="Arial"/>
                <a:sym typeface="Arial"/>
              </a:rPr>
              <a:t>(Ask </a:t>
            </a:r>
            <a:r>
              <a:rPr b="0" i="0" lang="en-US" sz="1050">
                <a:latin typeface="Arial"/>
                <a:ea typeface="Arial"/>
                <a:cs typeface="Arial"/>
                <a:sym typeface="Arial"/>
              </a:rPr>
              <a:t>the SAAs with physically in-person clubs the following question. Then make sure that all the points below are covered.) What are the responsibilities of a Sergeant at Arms for club meetings that are held in-person at a physical location?</a:t>
            </a:r>
            <a:endParaRPr i="0" sz="1050">
              <a:latin typeface="Arial"/>
              <a:ea typeface="Arial"/>
              <a:cs typeface="Arial"/>
              <a:sym typeface="Arial"/>
            </a:endParaRPr>
          </a:p>
          <a:p>
            <a:pPr indent="0" lvl="0" marL="0" marR="0" rtl="0" algn="l">
              <a:lnSpc>
                <a:spcPct val="100000"/>
              </a:lnSpc>
              <a:spcBef>
                <a:spcPts val="0"/>
              </a:spcBef>
              <a:spcAft>
                <a:spcPts val="0"/>
              </a:spcAft>
              <a:buClr>
                <a:schemeClr val="dk1"/>
              </a:buClr>
              <a:buSzPts val="600"/>
              <a:buFont typeface="Calibri"/>
              <a:buNone/>
            </a:pPr>
            <a:r>
              <a:t/>
            </a:r>
            <a:endParaRPr sz="600">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050"/>
              <a:buFont typeface="Arial"/>
              <a:buNone/>
            </a:pPr>
            <a:r>
              <a:rPr b="1" lang="en-US" sz="1050" u="none">
                <a:latin typeface="Arial"/>
                <a:ea typeface="Arial"/>
                <a:cs typeface="Arial"/>
                <a:sym typeface="Arial"/>
              </a:rPr>
              <a:t>Upon Arrival at the Meeting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Arrange the meeting room and equipment at least 30 minutes before the meeting begins, arranging tables and chairs appropriately, so the meeting can start on time.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Set out the lectern, gavel, club banner, national flag (optional), timing lights and/or cards, ballots, trophies, ribbons, buttons, and club charter certificate.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Place a table near the door to display promotional brochures, name tags, guest book, and educational materials such as manuals, club newsletters, etc., for members to see.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Check room temperature and adjust the thermostat if the room is too hot or too cold.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Greet all guests and members as they arrive and help them feel welcome.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Arrange for new members and guests to sit with experienced members who can answer any questions they may have during the meeting.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Ask all guests to sign the Guest Book (Item 84) and give each a name tag to wear.</a:t>
            </a:r>
            <a:endParaRPr/>
          </a:p>
          <a:p>
            <a:pPr indent="0" lvl="0" marL="0" marR="0" rtl="0" algn="l">
              <a:lnSpc>
                <a:spcPct val="100000"/>
              </a:lnSpc>
              <a:spcBef>
                <a:spcPts val="0"/>
              </a:spcBef>
              <a:spcAft>
                <a:spcPts val="0"/>
              </a:spcAft>
              <a:buClr>
                <a:schemeClr val="dk1"/>
              </a:buClr>
              <a:buSzPts val="600"/>
              <a:buFont typeface="Calibri"/>
              <a:buNone/>
            </a:pPr>
            <a:r>
              <a:t/>
            </a:r>
            <a:endParaRPr sz="600" u="sng">
              <a:latin typeface="Arial"/>
              <a:ea typeface="Arial"/>
              <a:cs typeface="Arial"/>
              <a:sym typeface="Arial"/>
            </a:endParaRPr>
          </a:p>
          <a:p>
            <a:pPr indent="0" lvl="0" marL="0" marR="0" rtl="0" algn="l">
              <a:lnSpc>
                <a:spcPct val="100000"/>
              </a:lnSpc>
              <a:spcBef>
                <a:spcPts val="0"/>
              </a:spcBef>
              <a:spcAft>
                <a:spcPts val="0"/>
              </a:spcAft>
              <a:buClr>
                <a:schemeClr val="dk1"/>
              </a:buClr>
              <a:buSzPts val="1050"/>
              <a:buFont typeface="Arial"/>
              <a:buNone/>
            </a:pPr>
            <a:r>
              <a:rPr b="1" lang="en-US" sz="1050" u="none">
                <a:latin typeface="Arial"/>
                <a:ea typeface="Arial"/>
                <a:cs typeface="Arial"/>
                <a:sym typeface="Arial"/>
              </a:rPr>
              <a:t>During the Meeting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Sit near the door to welcome late arrivals and help them be seated, prevent interruptions, and perform any necessary errands.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Arrange for food service, if any. (1) Collect payment for food service if applicable from members during a break or before the meeting. (2) If coffee, tea, or water is available during the meeting, serve it to those in attendance to avoid having members moving around while someone is speaking.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Collect ballots and tally votes for Best Speaker, Best Evaluator, etc. if you do not have a Vote Counter meeting role, if the club has such awards. Give the results to the Toastmaster or personally announce them when called upon for the results. </a:t>
            </a:r>
            <a:endParaRPr/>
          </a:p>
          <a:p>
            <a:pPr indent="0" lvl="0" marL="0" marR="0" rtl="0" algn="l">
              <a:lnSpc>
                <a:spcPct val="100000"/>
              </a:lnSpc>
              <a:spcBef>
                <a:spcPts val="0"/>
              </a:spcBef>
              <a:spcAft>
                <a:spcPts val="0"/>
              </a:spcAft>
              <a:buClr>
                <a:schemeClr val="dk1"/>
              </a:buClr>
              <a:buSzPts val="600"/>
              <a:buFont typeface="Arial"/>
              <a:buNone/>
            </a:pPr>
            <a:r>
              <a:t/>
            </a:r>
            <a:endParaRPr sz="600" u="sng">
              <a:latin typeface="Arial"/>
              <a:ea typeface="Arial"/>
              <a:cs typeface="Arial"/>
              <a:sym typeface="Arial"/>
            </a:endParaRPr>
          </a:p>
          <a:p>
            <a:pPr indent="0" lvl="0" marL="0" marR="0" rtl="0" algn="l">
              <a:lnSpc>
                <a:spcPct val="100000"/>
              </a:lnSpc>
              <a:spcBef>
                <a:spcPts val="0"/>
              </a:spcBef>
              <a:spcAft>
                <a:spcPts val="0"/>
              </a:spcAft>
              <a:buClr>
                <a:schemeClr val="dk1"/>
              </a:buClr>
              <a:buSzPts val="1050"/>
              <a:buFont typeface="Arial"/>
              <a:buNone/>
            </a:pPr>
            <a:r>
              <a:rPr b="1" lang="en-US" sz="1050" u="none">
                <a:latin typeface="Arial"/>
                <a:ea typeface="Arial"/>
                <a:cs typeface="Arial"/>
                <a:sym typeface="Arial"/>
              </a:rPr>
              <a:t>After the Meeting </a:t>
            </a:r>
            <a:endParaRPr/>
          </a:p>
          <a:p>
            <a:pPr indent="-171450" lvl="0" marL="171450" marR="0" rtl="0" algn="l">
              <a:lnSpc>
                <a:spcPct val="100000"/>
              </a:lnSpc>
              <a:spcBef>
                <a:spcPts val="0"/>
              </a:spcBef>
              <a:spcAft>
                <a:spcPts val="0"/>
              </a:spcAft>
              <a:buClr>
                <a:schemeClr val="dk1"/>
              </a:buClr>
              <a:buSzPts val="1100"/>
              <a:buFont typeface="Arial"/>
              <a:buChar char="•"/>
            </a:pPr>
            <a:r>
              <a:rPr lang="en-US" sz="1100">
                <a:latin typeface="Arial"/>
                <a:ea typeface="Arial"/>
                <a:cs typeface="Arial"/>
                <a:sym typeface="Arial"/>
              </a:rPr>
              <a:t> </a:t>
            </a:r>
            <a:r>
              <a:rPr lang="en-US" sz="1000">
                <a:latin typeface="Arial"/>
                <a:ea typeface="Arial"/>
                <a:cs typeface="Arial"/>
                <a:sym typeface="Arial"/>
              </a:rPr>
              <a:t>Return the room to its original configuration.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Take inventory of club supplies to prepare for the next meeting.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Pack up all club materials and store them in a safe place. </a:t>
            </a:r>
            <a:endParaRPr/>
          </a:p>
          <a:p>
            <a:pPr indent="-171450" lvl="0" marL="171450" marR="0" rtl="0" algn="l">
              <a:lnSpc>
                <a:spcPct val="100000"/>
              </a:lnSpc>
              <a:spcBef>
                <a:spcPts val="0"/>
              </a:spcBef>
              <a:spcAft>
                <a:spcPts val="0"/>
              </a:spcAft>
              <a:buClr>
                <a:schemeClr val="dk1"/>
              </a:buClr>
              <a:buSzPts val="1000"/>
              <a:buFont typeface="Arial"/>
              <a:buChar char="•"/>
            </a:pPr>
            <a:r>
              <a:rPr lang="en-US" sz="1000">
                <a:latin typeface="Arial"/>
                <a:ea typeface="Arial"/>
                <a:cs typeface="Arial"/>
                <a:sym typeface="Arial"/>
              </a:rPr>
              <a:t> Dispose of any stray items or trash</a:t>
            </a:r>
            <a:endParaRPr/>
          </a:p>
          <a:p>
            <a:pPr indent="0" lvl="0" marL="0" marR="0" rtl="0" algn="l">
              <a:lnSpc>
                <a:spcPct val="100000"/>
              </a:lnSpc>
              <a:spcBef>
                <a:spcPts val="0"/>
              </a:spcBef>
              <a:spcAft>
                <a:spcPts val="0"/>
              </a:spcAft>
              <a:buClr>
                <a:schemeClr val="dk1"/>
              </a:buClr>
              <a:buSzPts val="1100"/>
              <a:buFont typeface="Calibri"/>
              <a:buNone/>
            </a:pPr>
            <a:r>
              <a:t/>
            </a:r>
            <a:endParaRPr sz="1100">
              <a:solidFill>
                <a:schemeClr val="dk1"/>
              </a:solidFill>
              <a:latin typeface="Arial"/>
              <a:ea typeface="Arial"/>
              <a:cs typeface="Arial"/>
              <a:sym typeface="Arial"/>
            </a:endParaRPr>
          </a:p>
          <a:p>
            <a:pPr indent="0" lvl="0" marL="0" rtl="0" algn="l">
              <a:spcBef>
                <a:spcPts val="0"/>
              </a:spcBef>
              <a:spcAft>
                <a:spcPts val="0"/>
              </a:spcAft>
              <a:buClr>
                <a:schemeClr val="dk1"/>
              </a:buClr>
              <a:buSzPts val="1200"/>
              <a:buFont typeface="Calibri"/>
              <a:buNone/>
            </a:pPr>
            <a:r>
              <a:t/>
            </a:r>
            <a:endParaRPr i="0"/>
          </a:p>
        </p:txBody>
      </p:sp>
      <p:sp>
        <p:nvSpPr>
          <p:cNvPr id="1099" name="Google Shape;109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14:notes"/>
          <p:cNvSpPr/>
          <p:nvPr>
            <p:ph idx="2" type="sldImg"/>
          </p:nvPr>
        </p:nvSpPr>
        <p:spPr>
          <a:xfrm>
            <a:off x="1511300" y="554038"/>
            <a:ext cx="3911600" cy="22002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5" name="Google Shape;1105;p14:notes"/>
          <p:cNvSpPr txBox="1"/>
          <p:nvPr>
            <p:ph idx="1" type="body"/>
          </p:nvPr>
        </p:nvSpPr>
        <p:spPr>
          <a:xfrm>
            <a:off x="571500" y="2754313"/>
            <a:ext cx="5740400" cy="638968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t>Time on slide: 5 minutes</a:t>
            </a:r>
            <a:endParaRPr/>
          </a:p>
          <a:p>
            <a:pPr indent="0" lvl="0" marL="0" rtl="0" algn="l">
              <a:spcBef>
                <a:spcPts val="0"/>
              </a:spcBef>
              <a:spcAft>
                <a:spcPts val="0"/>
              </a:spcAft>
              <a:buNone/>
            </a:pPr>
            <a:r>
              <a:rPr b="1" lang="en-US" sz="1200"/>
              <a:t>Elapsed time: 32 minutes</a:t>
            </a:r>
            <a:endParaRPr/>
          </a:p>
          <a:p>
            <a:pPr indent="0" lvl="0" marL="0" rtl="0" algn="l">
              <a:spcBef>
                <a:spcPts val="0"/>
              </a:spcBef>
              <a:spcAft>
                <a:spcPts val="0"/>
              </a:spcAft>
              <a:buNone/>
            </a:pPr>
            <a:r>
              <a:t/>
            </a:r>
            <a:endParaRPr b="1" sz="1200"/>
          </a:p>
          <a:p>
            <a:pPr indent="0" lvl="0" marL="0" rtl="0" algn="l">
              <a:spcBef>
                <a:spcPts val="0"/>
              </a:spcBef>
              <a:spcAft>
                <a:spcPts val="0"/>
              </a:spcAft>
              <a:buNone/>
            </a:pPr>
            <a:r>
              <a:rPr b="1" lang="en-US" sz="1200"/>
              <a:t>Facilitator Notes:</a:t>
            </a:r>
            <a:endParaRPr/>
          </a:p>
          <a:p>
            <a:pPr indent="0" lvl="0" marL="0" marR="0" rtl="0" algn="l">
              <a:spcBef>
                <a:spcPts val="0"/>
              </a:spcBef>
              <a:spcAft>
                <a:spcPts val="0"/>
              </a:spcAft>
              <a:buClr>
                <a:schemeClr val="dk1"/>
              </a:buClr>
              <a:buSzPts val="1100"/>
              <a:buFont typeface="Calibri"/>
              <a:buNone/>
            </a:pPr>
            <a:r>
              <a:rPr b="1" i="0" lang="en-US" sz="1100"/>
              <a:t>(Ask </a:t>
            </a:r>
            <a:r>
              <a:rPr b="0" i="0" lang="en-US" sz="1100"/>
              <a:t>the SAAs with online and hybrid clubs the following question. Then make sure that all the points below are covered.) What are the responsibilities of a Sergeant at Arms for club meetings that are held online or in a hybrid environment?</a:t>
            </a:r>
            <a:endParaRPr i="0" sz="1100"/>
          </a:p>
          <a:p>
            <a:pPr indent="0" lvl="0" marL="0" rtl="0" algn="l">
              <a:spcBef>
                <a:spcPts val="0"/>
              </a:spcBef>
              <a:spcAft>
                <a:spcPts val="0"/>
              </a:spcAft>
              <a:buNone/>
            </a:pPr>
            <a:r>
              <a:t/>
            </a:r>
            <a:endParaRPr sz="600"/>
          </a:p>
          <a:p>
            <a:pPr indent="0" lvl="0" marL="0" marR="0" rtl="0" algn="l">
              <a:spcBef>
                <a:spcPts val="0"/>
              </a:spcBef>
              <a:spcAft>
                <a:spcPts val="0"/>
              </a:spcAft>
              <a:buClr>
                <a:schemeClr val="dk1"/>
              </a:buClr>
              <a:buSzPts val="1100"/>
              <a:buFont typeface="Calibri"/>
              <a:buNone/>
            </a:pPr>
            <a:r>
              <a:rPr lang="en-US" sz="1100"/>
              <a:t>In the </a:t>
            </a:r>
            <a:r>
              <a:rPr b="1" lang="en-US" sz="1100"/>
              <a:t>online and/or hybrid environment</a:t>
            </a:r>
            <a:r>
              <a:rPr lang="en-US" sz="1100"/>
              <a:t>, the Sergeant at Arms can act as the moderator for the meetings. This will allow them to set the expectations at the beginning of the meetings to ensure they are conducted with the professional atmosphere of a Toastmasters club meeting. The Toastmasters International website offers lots of resources, tips, and supplies available for purchase for online and hybrid meetings.</a:t>
            </a:r>
            <a:endParaRPr/>
          </a:p>
          <a:p>
            <a:pPr indent="0" lvl="0" marL="0" marR="0" rtl="0" algn="l">
              <a:spcBef>
                <a:spcPts val="0"/>
              </a:spcBef>
              <a:spcAft>
                <a:spcPts val="0"/>
              </a:spcAft>
              <a:buClr>
                <a:schemeClr val="dk1"/>
              </a:buClr>
              <a:buSzPts val="600"/>
              <a:buFont typeface="Calibri"/>
              <a:buNone/>
            </a:pPr>
            <a:r>
              <a:t/>
            </a:r>
            <a:endParaRPr sz="600"/>
          </a:p>
          <a:p>
            <a:pPr indent="0" lvl="0" marL="0" marR="0" rtl="0" algn="l">
              <a:spcBef>
                <a:spcPts val="0"/>
              </a:spcBef>
              <a:spcAft>
                <a:spcPts val="0"/>
              </a:spcAft>
              <a:buClr>
                <a:schemeClr val="dk1"/>
              </a:buClr>
              <a:buSzPts val="1100"/>
              <a:buFont typeface="Calibri"/>
              <a:buNone/>
            </a:pPr>
            <a:r>
              <a:rPr b="1" lang="en-US" sz="1100" u="none"/>
              <a:t>Before the meeting</a:t>
            </a:r>
            <a:endParaRPr/>
          </a:p>
          <a:p>
            <a:pPr indent="-171450" lvl="0" marL="171450" marR="0" rtl="0" algn="l">
              <a:spcBef>
                <a:spcPts val="0"/>
              </a:spcBef>
              <a:spcAft>
                <a:spcPts val="0"/>
              </a:spcAft>
              <a:buClr>
                <a:schemeClr val="dk1"/>
              </a:buClr>
              <a:buSzPts val="1100"/>
              <a:buFont typeface="Arial"/>
              <a:buChar char="•"/>
            </a:pPr>
            <a:r>
              <a:rPr b="1" i="0" lang="en-US" sz="1100">
                <a:solidFill>
                  <a:schemeClr val="dk1"/>
                </a:solidFill>
              </a:rPr>
              <a:t>Arrive early </a:t>
            </a:r>
            <a:r>
              <a:rPr b="0" i="0" lang="en-US" sz="1100">
                <a:solidFill>
                  <a:schemeClr val="dk1"/>
                </a:solidFill>
              </a:rPr>
              <a:t>to get things hooked up and tested.</a:t>
            </a:r>
            <a:endParaRPr/>
          </a:p>
          <a:p>
            <a:pPr indent="-171450" lvl="0" marL="171450" marR="0" rtl="0" algn="l">
              <a:spcBef>
                <a:spcPts val="0"/>
              </a:spcBef>
              <a:spcAft>
                <a:spcPts val="0"/>
              </a:spcAft>
              <a:buClr>
                <a:schemeClr val="dk1"/>
              </a:buClr>
              <a:buSzPts val="1100"/>
              <a:buFont typeface="Arial"/>
              <a:buChar char="•"/>
            </a:pPr>
            <a:r>
              <a:rPr i="0" lang="en-US" sz="1100"/>
              <a:t>Make sure the projector, microphone, and speakers are working. </a:t>
            </a:r>
            <a:endParaRPr/>
          </a:p>
          <a:p>
            <a:pPr indent="-171450" lvl="1" marL="628650" marR="0" rtl="0" algn="l">
              <a:spcBef>
                <a:spcPts val="0"/>
              </a:spcBef>
              <a:spcAft>
                <a:spcPts val="0"/>
              </a:spcAft>
              <a:buClr>
                <a:schemeClr val="dk1"/>
              </a:buClr>
              <a:buSzPts val="1100"/>
              <a:buFont typeface="Arial"/>
              <a:buChar char="•"/>
            </a:pPr>
            <a:r>
              <a:rPr i="0" lang="en-US" sz="1100"/>
              <a:t>Have all the right connections and cables with you. Never assume the venue where you are speaking will have what you need. </a:t>
            </a:r>
            <a:endParaRPr/>
          </a:p>
          <a:p>
            <a:pPr indent="-171450" lvl="1" marL="628650" marR="0" rtl="0" algn="l">
              <a:spcBef>
                <a:spcPts val="0"/>
              </a:spcBef>
              <a:spcAft>
                <a:spcPts val="0"/>
              </a:spcAft>
              <a:buClr>
                <a:schemeClr val="dk1"/>
              </a:buClr>
              <a:buSzPts val="1100"/>
              <a:buFont typeface="Arial"/>
              <a:buChar char="•"/>
            </a:pPr>
            <a:r>
              <a:rPr i="0" lang="en-US" sz="1100"/>
              <a:t>Bring extras; have adapters and extensions.</a:t>
            </a:r>
            <a:endParaRPr/>
          </a:p>
          <a:p>
            <a:pPr indent="-171450" lvl="0" marL="171450" marR="0" rtl="0" algn="l">
              <a:spcBef>
                <a:spcPts val="0"/>
              </a:spcBef>
              <a:spcAft>
                <a:spcPts val="0"/>
              </a:spcAft>
              <a:buClr>
                <a:schemeClr val="dk1"/>
              </a:buClr>
              <a:buSzPts val="1100"/>
              <a:buFont typeface="Arial"/>
              <a:buChar char="•"/>
            </a:pPr>
            <a:r>
              <a:rPr i="0" lang="en-US" sz="1100"/>
              <a:t>If using a laptop, make sure you have power. It’s always best to have access to a power source with battery as your backup</a:t>
            </a:r>
            <a:r>
              <a:rPr lang="en-US" sz="1100"/>
              <a:t>.</a:t>
            </a:r>
            <a:endParaRPr i="0" sz="1100"/>
          </a:p>
          <a:p>
            <a:pPr indent="-171450" lvl="0" marL="171450" marR="0" rtl="0" algn="l">
              <a:spcBef>
                <a:spcPts val="0"/>
              </a:spcBef>
              <a:spcAft>
                <a:spcPts val="0"/>
              </a:spcAft>
              <a:buClr>
                <a:schemeClr val="dk1"/>
              </a:buClr>
              <a:buSzPts val="1100"/>
              <a:buFont typeface="Arial"/>
              <a:buChar char="•"/>
            </a:pPr>
            <a:r>
              <a:rPr lang="en-US" sz="1100"/>
              <a:t>Provide virtual backgrounds such as the Timer backgrounds</a:t>
            </a:r>
            <a:endParaRPr i="0" sz="1100"/>
          </a:p>
          <a:p>
            <a:pPr indent="0" lvl="0" marL="0" rtl="0" algn="l">
              <a:spcBef>
                <a:spcPts val="0"/>
              </a:spcBef>
              <a:spcAft>
                <a:spcPts val="0"/>
              </a:spcAft>
              <a:buClr>
                <a:schemeClr val="dk1"/>
              </a:buClr>
              <a:buSzPts val="600"/>
              <a:buFont typeface="Calibri"/>
              <a:buNone/>
            </a:pPr>
            <a:r>
              <a:t/>
            </a:r>
            <a:endParaRPr i="0" sz="600" u="sng"/>
          </a:p>
          <a:p>
            <a:pPr indent="0" lvl="0" marL="0" rtl="0" algn="l">
              <a:spcBef>
                <a:spcPts val="0"/>
              </a:spcBef>
              <a:spcAft>
                <a:spcPts val="0"/>
              </a:spcAft>
              <a:buClr>
                <a:schemeClr val="dk1"/>
              </a:buClr>
              <a:buSzPts val="1100"/>
              <a:buFont typeface="Calibri"/>
              <a:buNone/>
            </a:pPr>
            <a:r>
              <a:rPr b="1" lang="en-US" sz="1100"/>
              <a:t>Practice and Preparation </a:t>
            </a:r>
            <a:endParaRPr/>
          </a:p>
          <a:p>
            <a:pPr indent="0" lvl="0" marL="0" rtl="0" algn="l">
              <a:spcBef>
                <a:spcPts val="0"/>
              </a:spcBef>
              <a:spcAft>
                <a:spcPts val="0"/>
              </a:spcAft>
              <a:buClr>
                <a:schemeClr val="dk1"/>
              </a:buClr>
              <a:buSzPts val="1100"/>
              <a:buFont typeface="Calibri"/>
              <a:buNone/>
            </a:pPr>
            <a:r>
              <a:rPr lang="en-US" sz="1100"/>
              <a:t>Before you start your meetings, it’s a good idea to prepare for the meeting. You might find </a:t>
            </a:r>
            <a:r>
              <a:rPr b="1" lang="en-US" sz="1100"/>
              <a:t>holding practice meetings beneficial </a:t>
            </a:r>
            <a:r>
              <a:rPr lang="en-US" sz="1100"/>
              <a:t>as well. </a:t>
            </a:r>
            <a:endParaRPr/>
          </a:p>
          <a:p>
            <a:pPr indent="0" lvl="0" marL="0" rtl="0" algn="l">
              <a:spcBef>
                <a:spcPts val="0"/>
              </a:spcBef>
              <a:spcAft>
                <a:spcPts val="0"/>
              </a:spcAft>
              <a:buClr>
                <a:schemeClr val="dk1"/>
              </a:buClr>
              <a:buSzPts val="1100"/>
              <a:buFont typeface="Calibri"/>
              <a:buNone/>
            </a:pPr>
            <a:r>
              <a:rPr lang="en-US" sz="1100"/>
              <a:t>Before a meeting starts, club officers should: </a:t>
            </a:r>
            <a:endParaRPr/>
          </a:p>
          <a:p>
            <a:pPr indent="0" lvl="0" marL="0" rtl="0" algn="l">
              <a:spcBef>
                <a:spcPts val="0"/>
              </a:spcBef>
              <a:spcAft>
                <a:spcPts val="0"/>
              </a:spcAft>
              <a:buClr>
                <a:schemeClr val="dk1"/>
              </a:buClr>
              <a:buSzPts val="1100"/>
              <a:buFont typeface="Calibri"/>
              <a:buNone/>
            </a:pPr>
            <a:r>
              <a:rPr lang="en-US" sz="1100"/>
              <a:t>• Test technology and ensure it is working as intended </a:t>
            </a:r>
            <a:endParaRPr/>
          </a:p>
          <a:p>
            <a:pPr indent="0" lvl="0" marL="0" rtl="0" algn="l">
              <a:spcBef>
                <a:spcPts val="0"/>
              </a:spcBef>
              <a:spcAft>
                <a:spcPts val="0"/>
              </a:spcAft>
              <a:buClr>
                <a:schemeClr val="dk1"/>
              </a:buClr>
              <a:buSzPts val="1100"/>
              <a:buFont typeface="Calibri"/>
              <a:buNone/>
            </a:pPr>
            <a:r>
              <a:rPr lang="en-US" sz="1100"/>
              <a:t>• Allow virtual attendees to join early to test their equipment</a:t>
            </a:r>
            <a:endParaRPr/>
          </a:p>
          <a:p>
            <a:pPr indent="0" lvl="0" marL="0" rtl="0" algn="l">
              <a:spcBef>
                <a:spcPts val="0"/>
              </a:spcBef>
              <a:spcAft>
                <a:spcPts val="0"/>
              </a:spcAft>
              <a:buClr>
                <a:schemeClr val="dk1"/>
              </a:buClr>
              <a:buSzPts val="1100"/>
              <a:buFont typeface="Calibri"/>
              <a:buNone/>
            </a:pPr>
            <a:r>
              <a:rPr lang="en-US" sz="1100"/>
              <a:t>• Have any documents, including agendas, open and ready to share</a:t>
            </a:r>
            <a:endParaRPr/>
          </a:p>
          <a:p>
            <a:pPr indent="0" lvl="0" marL="0" rtl="0" algn="l">
              <a:spcBef>
                <a:spcPts val="0"/>
              </a:spcBef>
              <a:spcAft>
                <a:spcPts val="0"/>
              </a:spcAft>
              <a:buClr>
                <a:schemeClr val="dk1"/>
              </a:buClr>
              <a:buSzPts val="1100"/>
              <a:buFont typeface="Calibri"/>
              <a:buNone/>
            </a:pPr>
            <a:r>
              <a:rPr lang="en-US" sz="1100"/>
              <a:t>• Be ready to help members troubleshoot technology issues </a:t>
            </a:r>
            <a:endParaRPr/>
          </a:p>
          <a:p>
            <a:pPr indent="0" lvl="0" marL="0" rtl="0" algn="l">
              <a:spcBef>
                <a:spcPts val="0"/>
              </a:spcBef>
              <a:spcAft>
                <a:spcPts val="0"/>
              </a:spcAft>
              <a:buClr>
                <a:schemeClr val="dk1"/>
              </a:buClr>
              <a:buSzPts val="1100"/>
              <a:buFont typeface="Calibri"/>
              <a:buNone/>
            </a:pPr>
            <a:r>
              <a:rPr lang="en-US" sz="1100"/>
              <a:t>• Find a solution to collect guests’ contact information</a:t>
            </a:r>
            <a:endParaRPr i="0" sz="1100" u="sng"/>
          </a:p>
          <a:p>
            <a:pPr indent="0" lvl="0" marL="0" rtl="0" algn="l">
              <a:spcBef>
                <a:spcPts val="0"/>
              </a:spcBef>
              <a:spcAft>
                <a:spcPts val="0"/>
              </a:spcAft>
              <a:buClr>
                <a:schemeClr val="dk1"/>
              </a:buClr>
              <a:buSzPts val="600"/>
              <a:buFont typeface="Calibri"/>
              <a:buNone/>
            </a:pPr>
            <a:r>
              <a:t/>
            </a:r>
            <a:endParaRPr b="1" sz="600"/>
          </a:p>
          <a:p>
            <a:pPr indent="0" lvl="0" marL="0" rtl="0" algn="l">
              <a:spcBef>
                <a:spcPts val="0"/>
              </a:spcBef>
              <a:spcAft>
                <a:spcPts val="0"/>
              </a:spcAft>
              <a:buClr>
                <a:schemeClr val="dk1"/>
              </a:buClr>
              <a:buSzPts val="1100"/>
              <a:buFont typeface="Calibri"/>
              <a:buNone/>
            </a:pPr>
            <a:r>
              <a:rPr b="1" lang="en-US" sz="1100"/>
              <a:t>Meeting Location </a:t>
            </a:r>
            <a:endParaRPr/>
          </a:p>
          <a:p>
            <a:pPr indent="0" lvl="0" marL="0" rtl="0" algn="l">
              <a:spcBef>
                <a:spcPts val="0"/>
              </a:spcBef>
              <a:spcAft>
                <a:spcPts val="0"/>
              </a:spcAft>
              <a:buClr>
                <a:schemeClr val="dk1"/>
              </a:buClr>
              <a:buSzPts val="1100"/>
              <a:buFont typeface="Calibri"/>
              <a:buNone/>
            </a:pPr>
            <a:r>
              <a:rPr lang="en-US" sz="1100"/>
              <a:t>Your meeting location should: </a:t>
            </a:r>
            <a:endParaRPr/>
          </a:p>
          <a:p>
            <a:pPr indent="0" lvl="0" marL="0" rtl="0" algn="l">
              <a:spcBef>
                <a:spcPts val="0"/>
              </a:spcBef>
              <a:spcAft>
                <a:spcPts val="0"/>
              </a:spcAft>
              <a:buClr>
                <a:schemeClr val="dk1"/>
              </a:buClr>
              <a:buSzPts val="1100"/>
              <a:buFont typeface="Calibri"/>
              <a:buNone/>
            </a:pPr>
            <a:r>
              <a:rPr lang="en-US" sz="1100"/>
              <a:t>• Be an appropriate size to accommodate all in-person members and guests</a:t>
            </a:r>
            <a:endParaRPr/>
          </a:p>
          <a:p>
            <a:pPr indent="0" lvl="0" marL="0" rtl="0" algn="l">
              <a:spcBef>
                <a:spcPts val="0"/>
              </a:spcBef>
              <a:spcAft>
                <a:spcPts val="0"/>
              </a:spcAft>
              <a:buClr>
                <a:schemeClr val="dk1"/>
              </a:buClr>
              <a:buSzPts val="1100"/>
              <a:buFont typeface="Calibri"/>
              <a:buNone/>
            </a:pPr>
            <a:r>
              <a:rPr lang="en-US" sz="1100"/>
              <a:t>• Allow for access to a strong internet connection </a:t>
            </a:r>
            <a:endParaRPr/>
          </a:p>
          <a:p>
            <a:pPr indent="0" lvl="0" marL="0" rtl="0" algn="l">
              <a:spcBef>
                <a:spcPts val="0"/>
              </a:spcBef>
              <a:spcAft>
                <a:spcPts val="0"/>
              </a:spcAft>
              <a:buClr>
                <a:schemeClr val="dk1"/>
              </a:buClr>
              <a:buSzPts val="1100"/>
              <a:buFont typeface="Calibri"/>
              <a:buNone/>
            </a:pPr>
            <a:r>
              <a:rPr lang="en-US" sz="1100"/>
              <a:t>• Fit any technology needed to integrate online participation </a:t>
            </a:r>
            <a:endParaRPr/>
          </a:p>
          <a:p>
            <a:pPr indent="0" lvl="0" marL="0" rtl="0" algn="l">
              <a:spcBef>
                <a:spcPts val="0"/>
              </a:spcBef>
              <a:spcAft>
                <a:spcPts val="0"/>
              </a:spcAft>
              <a:buClr>
                <a:schemeClr val="dk1"/>
              </a:buClr>
              <a:buSzPts val="600"/>
              <a:buFont typeface="Calibri"/>
              <a:buNone/>
            </a:pPr>
            <a:r>
              <a:t/>
            </a:r>
            <a:endParaRPr b="1" sz="600"/>
          </a:p>
          <a:p>
            <a:pPr indent="0" lvl="0" marL="0" rtl="0" algn="l">
              <a:spcBef>
                <a:spcPts val="0"/>
              </a:spcBef>
              <a:spcAft>
                <a:spcPts val="0"/>
              </a:spcAft>
              <a:buClr>
                <a:schemeClr val="dk1"/>
              </a:buClr>
              <a:buSzPts val="1100"/>
              <a:buFont typeface="Calibri"/>
              <a:buNone/>
            </a:pPr>
            <a:r>
              <a:rPr b="1" lang="en-US" sz="1100"/>
              <a:t>Technology Requirements </a:t>
            </a:r>
            <a:endParaRPr/>
          </a:p>
          <a:p>
            <a:pPr indent="0" lvl="0" marL="0" rtl="0" algn="l">
              <a:spcBef>
                <a:spcPts val="0"/>
              </a:spcBef>
              <a:spcAft>
                <a:spcPts val="0"/>
              </a:spcAft>
              <a:buClr>
                <a:schemeClr val="dk1"/>
              </a:buClr>
              <a:buSzPts val="1100"/>
              <a:buFont typeface="Calibri"/>
              <a:buNone/>
            </a:pPr>
            <a:r>
              <a:rPr lang="en-US" sz="1100"/>
              <a:t>To run effective meetings, your club will need: </a:t>
            </a:r>
            <a:endParaRPr/>
          </a:p>
          <a:p>
            <a:pPr indent="0" lvl="0" marL="0" rtl="0" algn="l">
              <a:spcBef>
                <a:spcPts val="0"/>
              </a:spcBef>
              <a:spcAft>
                <a:spcPts val="0"/>
              </a:spcAft>
              <a:buClr>
                <a:schemeClr val="dk1"/>
              </a:buClr>
              <a:buSzPts val="1100"/>
              <a:buFont typeface="Calibri"/>
              <a:buNone/>
            </a:pPr>
            <a:r>
              <a:rPr lang="en-US" sz="1100"/>
              <a:t>• An online meeting platform that allows for online participation (i.e., Zoom, Microsoft Teams, and Google Hangout) </a:t>
            </a:r>
            <a:endParaRPr/>
          </a:p>
          <a:p>
            <a:pPr indent="0" lvl="0" marL="0" rtl="0" algn="l">
              <a:spcBef>
                <a:spcPts val="0"/>
              </a:spcBef>
              <a:spcAft>
                <a:spcPts val="0"/>
              </a:spcAft>
              <a:buClr>
                <a:schemeClr val="dk1"/>
              </a:buClr>
              <a:buSzPts val="1100"/>
              <a:buFont typeface="Calibri"/>
              <a:buNone/>
            </a:pPr>
            <a:r>
              <a:rPr lang="en-US" sz="1100"/>
              <a:t>• Webcam(s) – ensure online participants can view the speaker’s area. If possible, multiple webcams can be used to also share the rest of the meeting space with virtual attendants </a:t>
            </a:r>
            <a:endParaRPr/>
          </a:p>
          <a:p>
            <a:pPr indent="0" lvl="0" marL="0" rtl="0" algn="l">
              <a:spcBef>
                <a:spcPts val="0"/>
              </a:spcBef>
              <a:spcAft>
                <a:spcPts val="0"/>
              </a:spcAft>
              <a:buClr>
                <a:schemeClr val="dk1"/>
              </a:buClr>
              <a:buSzPts val="1100"/>
              <a:buFont typeface="Calibri"/>
              <a:buNone/>
            </a:pPr>
            <a:r>
              <a:rPr lang="en-US" sz="1100"/>
              <a:t>• Microphone – determine what type of microphone will be used and whether that microphone will remain in the speaker’s area or be passed along by members and guests </a:t>
            </a:r>
            <a:endParaRPr/>
          </a:p>
          <a:p>
            <a:pPr indent="0" lvl="0" marL="0" rtl="0" algn="l">
              <a:spcBef>
                <a:spcPts val="0"/>
              </a:spcBef>
              <a:spcAft>
                <a:spcPts val="0"/>
              </a:spcAft>
              <a:buClr>
                <a:schemeClr val="dk1"/>
              </a:buClr>
              <a:buSzPts val="1100"/>
              <a:buFont typeface="Calibri"/>
              <a:buNone/>
            </a:pPr>
            <a:r>
              <a:rPr lang="en-US" sz="1100"/>
              <a:t>• Speakers – have speakers and computers positioned to avoid microphone feedback </a:t>
            </a:r>
            <a:endParaRPr/>
          </a:p>
          <a:p>
            <a:pPr indent="0" lvl="0" marL="0" rtl="0" algn="l">
              <a:spcBef>
                <a:spcPts val="0"/>
              </a:spcBef>
              <a:spcAft>
                <a:spcPts val="0"/>
              </a:spcAft>
              <a:buClr>
                <a:schemeClr val="dk1"/>
              </a:buClr>
              <a:buSzPts val="1100"/>
              <a:buFont typeface="Calibri"/>
              <a:buNone/>
            </a:pPr>
            <a:r>
              <a:rPr lang="en-US" sz="1100"/>
              <a:t>• Projector/screen/television – find a strategic way to show online participants in the meeting space </a:t>
            </a:r>
            <a:endParaRPr/>
          </a:p>
          <a:p>
            <a:pPr indent="0" lvl="0" marL="0" rtl="0" algn="l">
              <a:spcBef>
                <a:spcPts val="0"/>
              </a:spcBef>
              <a:spcAft>
                <a:spcPts val="0"/>
              </a:spcAft>
              <a:buClr>
                <a:schemeClr val="dk1"/>
              </a:buClr>
              <a:buSzPts val="1100"/>
              <a:buFont typeface="Calibri"/>
              <a:buNone/>
            </a:pPr>
            <a:r>
              <a:rPr lang="en-US" sz="1100"/>
              <a:t>• Phone/tablet/laptop – a device will be needed for a club officer or member to monitor chat and provide support to remote members </a:t>
            </a:r>
            <a:endParaRPr/>
          </a:p>
          <a:p>
            <a:pPr indent="0" lvl="0" marL="0" rtl="0" algn="l">
              <a:spcBef>
                <a:spcPts val="0"/>
              </a:spcBef>
              <a:spcAft>
                <a:spcPts val="0"/>
              </a:spcAft>
              <a:buClr>
                <a:schemeClr val="dk1"/>
              </a:buClr>
              <a:buSzPts val="1200"/>
              <a:buFont typeface="Calibri"/>
              <a:buNone/>
            </a:pPr>
            <a:r>
              <a:t/>
            </a:r>
            <a:endParaRPr b="1"/>
          </a:p>
          <a:p>
            <a:pPr indent="0" lvl="0" marL="0" rtl="0" algn="l">
              <a:spcBef>
                <a:spcPts val="0"/>
              </a:spcBef>
              <a:spcAft>
                <a:spcPts val="0"/>
              </a:spcAft>
              <a:buClr>
                <a:schemeClr val="dk1"/>
              </a:buClr>
              <a:buSzPts val="1200"/>
              <a:buFont typeface="Calibri"/>
              <a:buNone/>
            </a:pPr>
            <a:r>
              <a:t/>
            </a:r>
            <a:endParaRPr i="0"/>
          </a:p>
        </p:txBody>
      </p:sp>
      <p:sp>
        <p:nvSpPr>
          <p:cNvPr id="1106" name="Google Shape;110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15: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2" name="Google Shape;1112;p15: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38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t>(</a:t>
            </a:r>
            <a:r>
              <a:rPr b="1" lang="en-US"/>
              <a:t>Ask</a:t>
            </a:r>
            <a:r>
              <a:rPr lang="en-US"/>
              <a:t> the club officers what the responsibility of “Guest Hospitality” includes. Then show the next slide with the answers.)</a:t>
            </a:r>
            <a:endParaRPr/>
          </a:p>
          <a:p>
            <a:pPr indent="0" lvl="0" marL="0" marR="0" rtl="0" algn="l">
              <a:lnSpc>
                <a:spcPct val="100000"/>
              </a:lnSpc>
              <a:spcBef>
                <a:spcPts val="0"/>
              </a:spcBef>
              <a:spcAft>
                <a:spcPts val="0"/>
              </a:spcAft>
              <a:buClr>
                <a:schemeClr val="dk1"/>
              </a:buClr>
              <a:buSzPts val="1200"/>
              <a:buFont typeface="Calibri"/>
              <a:buNone/>
            </a:pPr>
            <a:r>
              <a:t/>
            </a:r>
            <a:endParaRPr/>
          </a:p>
        </p:txBody>
      </p:sp>
      <p:sp>
        <p:nvSpPr>
          <p:cNvPr id="1113" name="Google Shape;1113;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16: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8" name="Google Shape;1118;p16: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40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As we’ve mentioned, the Sergeant at Arms welcomes all guests and members to the meeting. </a:t>
            </a:r>
            <a:r>
              <a:rPr b="0" i="0" lang="en-US" sz="1200">
                <a:solidFill>
                  <a:schemeClr val="dk1"/>
                </a:solidFill>
                <a:latin typeface="Calibri"/>
                <a:ea typeface="Calibri"/>
                <a:cs typeface="Calibri"/>
                <a:sym typeface="Calibri"/>
              </a:rPr>
              <a:t>Welcoming guests and creating a positive environment enhances their club visit experience. Guests (and members) are likely to respond most favorably to club experiences that offer personal value, enjoyment and absorbing connections. Reach out to them prior to the meeting to determine any special needs.</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Many clubs, have a welcome table with a guestbook to be signed. </a:t>
            </a:r>
            <a:r>
              <a:rPr b="1" i="0" lang="en-US" sz="1200">
                <a:solidFill>
                  <a:schemeClr val="dk1"/>
                </a:solidFill>
                <a:latin typeface="Calibri"/>
                <a:ea typeface="Calibri"/>
                <a:cs typeface="Calibri"/>
                <a:sym typeface="Calibri"/>
              </a:rPr>
              <a:t>Guest packet </a:t>
            </a:r>
            <a:r>
              <a:rPr b="0" i="0" lang="en-US" sz="1200">
                <a:solidFill>
                  <a:schemeClr val="dk1"/>
                </a:solidFill>
                <a:latin typeface="Calibri"/>
                <a:ea typeface="Calibri"/>
                <a:cs typeface="Calibri"/>
                <a:sym typeface="Calibri"/>
              </a:rPr>
              <a:t>contents vary, but many include </a:t>
            </a:r>
            <a:r>
              <a:rPr b="0" i="0" lang="en-US" sz="1200" u="none">
                <a:solidFill>
                  <a:schemeClr val="dk1"/>
                </a:solidFill>
                <a:latin typeface="Calibri"/>
                <a:ea typeface="Calibri"/>
                <a:cs typeface="Calibri"/>
                <a:sym typeface="Calibri"/>
              </a:rPr>
              <a:t>a membership application form (which has been translated into many different languages), the </a:t>
            </a:r>
            <a:r>
              <a:rPr b="0" i="1" lang="en-US" sz="1200" u="none">
                <a:solidFill>
                  <a:schemeClr val="dk1"/>
                </a:solidFill>
                <a:latin typeface="Calibri"/>
                <a:ea typeface="Calibri"/>
                <a:cs typeface="Calibri"/>
                <a:sym typeface="Calibri"/>
              </a:rPr>
              <a:t>Toastmaster</a:t>
            </a:r>
            <a:r>
              <a:rPr b="0" i="0" lang="en-US" sz="1200" u="none">
                <a:solidFill>
                  <a:schemeClr val="dk1"/>
                </a:solidFill>
                <a:latin typeface="Calibri"/>
                <a:ea typeface="Calibri"/>
                <a:cs typeface="Calibri"/>
                <a:sym typeface="Calibri"/>
              </a:rPr>
              <a:t> magazine, information explaining the organization and, sometimes, details on the </a:t>
            </a:r>
            <a:r>
              <a:rPr b="0" i="0" lang="en-US" sz="1200" u="none" strike="noStrike">
                <a:solidFill>
                  <a:schemeClr val="dk1"/>
                </a:solidFill>
                <a:latin typeface="Calibri"/>
                <a:ea typeface="Calibri"/>
                <a:cs typeface="Calibri"/>
                <a:sym typeface="Calibri"/>
              </a:rPr>
              <a:t>Pathways Structured Education program</a:t>
            </a:r>
            <a:r>
              <a:rPr b="0" i="0" lang="en-US" sz="1200" u="none">
                <a:solidFill>
                  <a:schemeClr val="dk1"/>
                </a:solidFill>
                <a:latin typeface="Calibri"/>
                <a:ea typeface="Calibri"/>
                <a:cs typeface="Calibri"/>
                <a:sym typeface="Calibri"/>
              </a:rPr>
              <a:t>. Consider giving guests a choice between a hard copy and an email version of the packet.</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Many clubs also give the guest a choice of whether to participate in Table Topics. Let the guests decide whether to participate in Table Topics or talk about themselves.</a:t>
            </a:r>
            <a:endParaRPr/>
          </a:p>
          <a:p>
            <a:pPr indent="0" lvl="0" marL="0" rtl="0" algn="l">
              <a:spcBef>
                <a:spcPts val="0"/>
              </a:spcBef>
              <a:spcAft>
                <a:spcPts val="0"/>
              </a:spcAft>
              <a:buNone/>
            </a:pPr>
            <a:r>
              <a:t/>
            </a:r>
            <a:endParaRPr/>
          </a:p>
        </p:txBody>
      </p:sp>
      <p:sp>
        <p:nvSpPr>
          <p:cNvPr id="1119" name="Google Shape;1119;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p17:notes"/>
          <p:cNvSpPr/>
          <p:nvPr>
            <p:ph idx="2" type="sldImg"/>
          </p:nvPr>
        </p:nvSpPr>
        <p:spPr>
          <a:xfrm>
            <a:off x="1584325" y="550863"/>
            <a:ext cx="3703638" cy="2082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5" name="Google Shape;1125;p17:notes"/>
          <p:cNvSpPr txBox="1"/>
          <p:nvPr>
            <p:ph idx="1" type="body"/>
          </p:nvPr>
        </p:nvSpPr>
        <p:spPr>
          <a:xfrm>
            <a:off x="548640" y="2621598"/>
            <a:ext cx="5715000" cy="643096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4 minutes</a:t>
            </a:r>
            <a:endParaRPr/>
          </a:p>
          <a:p>
            <a:pPr indent="0" lvl="0" marL="0" rtl="0" algn="l">
              <a:spcBef>
                <a:spcPts val="0"/>
              </a:spcBef>
              <a:spcAft>
                <a:spcPts val="0"/>
              </a:spcAft>
              <a:buNone/>
            </a:pPr>
            <a:r>
              <a:rPr b="1" lang="en-US" sz="1200">
                <a:latin typeface="Arial"/>
                <a:ea typeface="Arial"/>
                <a:cs typeface="Arial"/>
                <a:sym typeface="Arial"/>
              </a:rPr>
              <a:t>Elapsed time: 44 minutes</a:t>
            </a:r>
            <a:endParaRPr/>
          </a:p>
          <a:p>
            <a:pPr indent="0" lvl="0" marL="0" rtl="0" algn="l">
              <a:spcBef>
                <a:spcPts val="0"/>
              </a:spcBef>
              <a:spcAft>
                <a:spcPts val="0"/>
              </a:spcAft>
              <a:buNone/>
            </a:pPr>
            <a:r>
              <a:t/>
            </a:r>
            <a:endParaRPr sz="8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Facilitator Notes:</a:t>
            </a:r>
            <a:endParaRPr/>
          </a:p>
          <a:p>
            <a:pPr indent="0" lvl="0" marL="0" rtl="0" algn="l">
              <a:spcBef>
                <a:spcPts val="0"/>
              </a:spcBef>
              <a:spcAft>
                <a:spcPts val="0"/>
              </a:spcAft>
              <a:buNone/>
            </a:pPr>
            <a:r>
              <a:rPr b="1" i="0" lang="en-US" sz="1100">
                <a:solidFill>
                  <a:schemeClr val="dk1"/>
                </a:solidFill>
                <a:latin typeface="Calibri"/>
                <a:ea typeface="Calibri"/>
                <a:cs typeface="Calibri"/>
                <a:sym typeface="Calibri"/>
              </a:rPr>
              <a:t>(ASK) </a:t>
            </a:r>
            <a:r>
              <a:rPr b="0" i="0" lang="en-US" sz="1100">
                <a:solidFill>
                  <a:schemeClr val="dk1"/>
                </a:solidFill>
                <a:latin typeface="Calibri"/>
                <a:ea typeface="Calibri"/>
                <a:cs typeface="Calibri"/>
                <a:sym typeface="Calibri"/>
              </a:rPr>
              <a:t>Why is guest Information collected? </a:t>
            </a:r>
            <a:r>
              <a:rPr lang="en-US" sz="1100"/>
              <a:t>(Allow a few responses, then share answers.)</a:t>
            </a:r>
            <a:endParaRPr b="0" i="0" sz="1100">
              <a:solidFill>
                <a:schemeClr val="dk1"/>
              </a:solidFill>
              <a:latin typeface="Calibri"/>
              <a:ea typeface="Calibri"/>
              <a:cs typeface="Calibri"/>
              <a:sym typeface="Calibri"/>
            </a:endParaRPr>
          </a:p>
          <a:p>
            <a:pPr indent="0" lvl="0" marL="0" rtl="0" algn="l">
              <a:spcBef>
                <a:spcPts val="0"/>
              </a:spcBef>
              <a:spcAft>
                <a:spcPts val="0"/>
              </a:spcAft>
              <a:buNone/>
            </a:pPr>
            <a:r>
              <a:t/>
            </a:r>
            <a:endParaRPr b="1" i="0" sz="1100">
              <a:solidFill>
                <a:schemeClr val="dk1"/>
              </a:solidFill>
              <a:latin typeface="Calibri"/>
              <a:ea typeface="Calibri"/>
              <a:cs typeface="Calibri"/>
              <a:sym typeface="Calibri"/>
            </a:endParaRPr>
          </a:p>
          <a:p>
            <a:pPr indent="0" lvl="0" marL="0" rtl="0" algn="l">
              <a:spcBef>
                <a:spcPts val="0"/>
              </a:spcBef>
              <a:spcAft>
                <a:spcPts val="0"/>
              </a:spcAft>
              <a:buNone/>
            </a:pPr>
            <a:r>
              <a:rPr b="1" i="0" lang="en-US" sz="1100">
                <a:solidFill>
                  <a:schemeClr val="dk1"/>
                </a:solidFill>
                <a:latin typeface="Calibri"/>
                <a:ea typeface="Calibri"/>
                <a:cs typeface="Calibri"/>
                <a:sym typeface="Calibri"/>
              </a:rPr>
              <a:t>Follow-Up Communication</a:t>
            </a:r>
            <a:r>
              <a:rPr b="0" i="0" lang="en-US" sz="1100">
                <a:solidFill>
                  <a:schemeClr val="dk1"/>
                </a:solidFill>
                <a:latin typeface="Calibri"/>
                <a:ea typeface="Calibri"/>
                <a:cs typeface="Calibri"/>
                <a:sym typeface="Calibri"/>
              </a:rPr>
              <a:t> - To share meeting details, thank guests for attending, and invite them back—helping convert guests into members.</a:t>
            </a:r>
            <a:endParaRPr/>
          </a:p>
          <a:p>
            <a:pPr indent="0" lvl="0" marL="0" rtl="0" algn="l">
              <a:spcBef>
                <a:spcPts val="0"/>
              </a:spcBef>
              <a:spcAft>
                <a:spcPts val="0"/>
              </a:spcAft>
              <a:buNone/>
            </a:pPr>
            <a:r>
              <a:rPr b="1" i="0" lang="en-US" sz="1100">
                <a:solidFill>
                  <a:schemeClr val="dk1"/>
                </a:solidFill>
                <a:latin typeface="Calibri"/>
                <a:ea typeface="Calibri"/>
                <a:cs typeface="Calibri"/>
                <a:sym typeface="Calibri"/>
              </a:rPr>
              <a:t>Support Membership Growth</a:t>
            </a:r>
            <a:r>
              <a:rPr b="0" i="0" lang="en-US" sz="1100">
                <a:solidFill>
                  <a:schemeClr val="dk1"/>
                </a:solidFill>
                <a:latin typeface="Calibri"/>
                <a:ea typeface="Calibri"/>
                <a:cs typeface="Calibri"/>
                <a:sym typeface="Calibri"/>
              </a:rPr>
              <a:t> - The information is passed to the </a:t>
            </a:r>
            <a:r>
              <a:rPr b="1" i="0" lang="en-US" sz="1100">
                <a:solidFill>
                  <a:schemeClr val="dk1"/>
                </a:solidFill>
                <a:latin typeface="Calibri"/>
                <a:ea typeface="Calibri"/>
                <a:cs typeface="Calibri"/>
                <a:sym typeface="Calibri"/>
              </a:rPr>
              <a:t>Vice President Membership (VPM)</a:t>
            </a:r>
            <a:r>
              <a:rPr b="0" i="0" lang="en-US" sz="1100">
                <a:solidFill>
                  <a:schemeClr val="dk1"/>
                </a:solidFill>
                <a:latin typeface="Calibri"/>
                <a:ea typeface="Calibri"/>
                <a:cs typeface="Calibri"/>
                <a:sym typeface="Calibri"/>
              </a:rPr>
              <a:t>, who uses it to track interest and manage the onboarding process.</a:t>
            </a:r>
            <a:endParaRPr/>
          </a:p>
          <a:p>
            <a:pPr indent="0" lvl="0" marL="0" rtl="0" algn="l">
              <a:spcBef>
                <a:spcPts val="0"/>
              </a:spcBef>
              <a:spcAft>
                <a:spcPts val="0"/>
              </a:spcAft>
              <a:buNone/>
            </a:pPr>
            <a:r>
              <a:rPr b="1" i="0" lang="en-US" sz="1100">
                <a:solidFill>
                  <a:schemeClr val="dk1"/>
                </a:solidFill>
                <a:latin typeface="Calibri"/>
                <a:ea typeface="Calibri"/>
                <a:cs typeface="Calibri"/>
                <a:sym typeface="Calibri"/>
              </a:rPr>
              <a:t>Event Planning &amp; Hospitality</a:t>
            </a:r>
            <a:r>
              <a:rPr b="0" i="0" lang="en-US" sz="1100">
                <a:solidFill>
                  <a:schemeClr val="dk1"/>
                </a:solidFill>
                <a:latin typeface="Calibri"/>
                <a:ea typeface="Calibri"/>
                <a:cs typeface="Calibri"/>
                <a:sym typeface="Calibri"/>
              </a:rPr>
              <a:t> - Knowing how many guests attended helps the club plan for future meetings—seating, materials, and refreshments.</a:t>
            </a:r>
            <a:endParaRPr/>
          </a:p>
          <a:p>
            <a:pPr indent="0" lvl="0" marL="0" rtl="0" algn="l">
              <a:spcBef>
                <a:spcPts val="0"/>
              </a:spcBef>
              <a:spcAft>
                <a:spcPts val="0"/>
              </a:spcAft>
              <a:buNone/>
            </a:pPr>
            <a:r>
              <a:rPr b="1" i="0" lang="en-US" sz="1100">
                <a:solidFill>
                  <a:schemeClr val="dk1"/>
                </a:solidFill>
                <a:latin typeface="Calibri"/>
                <a:ea typeface="Calibri"/>
                <a:cs typeface="Calibri"/>
                <a:sym typeface="Calibri"/>
              </a:rPr>
              <a:t>Club Reporting &amp; Recognition</a:t>
            </a:r>
            <a:r>
              <a:rPr b="0" i="0" lang="en-US" sz="1100">
                <a:solidFill>
                  <a:schemeClr val="dk1"/>
                </a:solidFill>
                <a:latin typeface="Calibri"/>
                <a:ea typeface="Calibri"/>
                <a:cs typeface="Calibri"/>
                <a:sym typeface="Calibri"/>
              </a:rPr>
              <a:t> - Guest attendance can be used in reports and evaluations, helping the club track engagement and growth trends.</a:t>
            </a:r>
            <a:endParaRPr/>
          </a:p>
          <a:p>
            <a:pPr indent="0" lvl="0" marL="0" rtl="0" algn="l">
              <a:spcBef>
                <a:spcPts val="0"/>
              </a:spcBef>
              <a:spcAft>
                <a:spcPts val="0"/>
              </a:spcAft>
              <a:buNone/>
            </a:pPr>
            <a:r>
              <a:rPr b="1" i="0" lang="en-US" sz="1100">
                <a:solidFill>
                  <a:schemeClr val="dk1"/>
                </a:solidFill>
                <a:latin typeface="Calibri"/>
                <a:ea typeface="Calibri"/>
                <a:cs typeface="Calibri"/>
                <a:sym typeface="Calibri"/>
              </a:rPr>
              <a:t>Creating a Welcoming Experience</a:t>
            </a:r>
            <a:r>
              <a:rPr b="0" i="0" lang="en-US" sz="1100">
                <a:solidFill>
                  <a:schemeClr val="dk1"/>
                </a:solidFill>
                <a:latin typeface="Calibri"/>
                <a:ea typeface="Calibri"/>
                <a:cs typeface="Calibri"/>
                <a:sym typeface="Calibri"/>
              </a:rPr>
              <a:t> - Personalized greetings and follow-ups show professionalism and care, making guests feel valued and more likely to return.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126" name="Google Shape;112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9" name="Shape 1129"/>
        <p:cNvGrpSpPr/>
        <p:nvPr/>
      </p:nvGrpSpPr>
      <p:grpSpPr>
        <a:xfrm>
          <a:off x="0" y="0"/>
          <a:ext cx="0" cy="0"/>
          <a:chOff x="0" y="0"/>
          <a:chExt cx="0" cy="0"/>
        </a:xfrm>
      </p:grpSpPr>
      <p:sp>
        <p:nvSpPr>
          <p:cNvPr id="1130" name="Google Shape;1130;p18:notes"/>
          <p:cNvSpPr/>
          <p:nvPr>
            <p:ph idx="2" type="sldImg"/>
          </p:nvPr>
        </p:nvSpPr>
        <p:spPr>
          <a:xfrm>
            <a:off x="1311275" y="630238"/>
            <a:ext cx="4251325" cy="23923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1" name="Google Shape;1131;p18:notes"/>
          <p:cNvSpPr txBox="1"/>
          <p:nvPr>
            <p:ph idx="1" type="body"/>
          </p:nvPr>
        </p:nvSpPr>
        <p:spPr>
          <a:xfrm>
            <a:off x="685800" y="3022600"/>
            <a:ext cx="5486400" cy="5847079"/>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46 minutes</a:t>
            </a:r>
            <a:endParaRPr/>
          </a:p>
          <a:p>
            <a:pPr indent="0" lvl="0" marL="0" rtl="0" algn="l">
              <a:spcBef>
                <a:spcPts val="0"/>
              </a:spcBef>
              <a:spcAft>
                <a:spcPts val="0"/>
              </a:spcAft>
              <a:buNone/>
            </a:pPr>
            <a:r>
              <a:t/>
            </a:r>
            <a:endParaRPr sz="1200">
              <a:latin typeface="Arial"/>
              <a:ea typeface="Arial"/>
              <a:cs typeface="Arial"/>
              <a:sym typeface="Arial"/>
            </a:endParaRPr>
          </a:p>
          <a:p>
            <a:pPr indent="0" lvl="0" marL="0" rtl="0" algn="l">
              <a:spcBef>
                <a:spcPts val="0"/>
              </a:spcBef>
              <a:spcAft>
                <a:spcPts val="0"/>
              </a:spcAft>
              <a:buNone/>
            </a:pPr>
            <a:r>
              <a:rPr b="1" lang="en-US" sz="1200">
                <a:latin typeface="Arial"/>
                <a:ea typeface="Arial"/>
                <a:cs typeface="Arial"/>
                <a:sym typeface="Arial"/>
              </a:rPr>
              <a:t>Facilitator Notes: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Toastmasters International adheres to </a:t>
            </a:r>
            <a:r>
              <a:rPr b="1" i="0" lang="en-US" sz="1200">
                <a:solidFill>
                  <a:schemeClr val="dk1"/>
                </a:solidFill>
                <a:latin typeface="Calibri"/>
                <a:ea typeface="Calibri"/>
                <a:cs typeface="Calibri"/>
                <a:sym typeface="Calibri"/>
              </a:rPr>
              <a:t>GDPR (General Data Protection Regulation)</a:t>
            </a:r>
            <a:r>
              <a:rPr b="0" i="0" lang="en-US" sz="1200">
                <a:solidFill>
                  <a:schemeClr val="dk1"/>
                </a:solidFill>
                <a:latin typeface="Calibri"/>
                <a:ea typeface="Calibri"/>
                <a:cs typeface="Calibri"/>
                <a:sym typeface="Calibri"/>
              </a:rPr>
              <a:t> by implementing several key practices to protect the personal data of members and guests, especially those residing in the European Economic Area (EEA). </a:t>
            </a:r>
            <a:endParaRPr/>
          </a:p>
          <a:p>
            <a:pPr indent="0" lvl="0" marL="0" rtl="0" algn="l">
              <a:spcBef>
                <a:spcPts val="0"/>
              </a:spcBef>
              <a:spcAft>
                <a:spcPts val="0"/>
              </a:spcAft>
              <a:buNone/>
            </a:pPr>
            <a:r>
              <a:t/>
            </a:r>
            <a:endParaRPr b="0" i="0" sz="1200">
              <a:solidFill>
                <a:schemeClr val="dk1"/>
              </a:solidFill>
              <a:latin typeface="Calibri"/>
              <a:ea typeface="Calibri"/>
              <a:cs typeface="Calibri"/>
              <a:sym typeface="Calibri"/>
            </a:endParaRPr>
          </a:p>
          <a:p>
            <a:pPr indent="0" lvl="0" marL="0" rtl="0" algn="l">
              <a:spcBef>
                <a:spcPts val="0"/>
              </a:spcBef>
              <a:spcAft>
                <a:spcPts val="0"/>
              </a:spcAft>
              <a:buNone/>
            </a:pPr>
            <a:r>
              <a:rPr b="1" lang="en-US" u="none"/>
              <a:t>Consent and Transparency</a:t>
            </a:r>
            <a:endParaRPr/>
          </a:p>
          <a:p>
            <a:pPr indent="-171450" lvl="0" marL="171450" rtl="0" algn="l">
              <a:spcBef>
                <a:spcPts val="0"/>
              </a:spcBef>
              <a:spcAft>
                <a:spcPts val="0"/>
              </a:spcAft>
              <a:buClr>
                <a:schemeClr val="dk1"/>
              </a:buClr>
              <a:buSzPts val="1200"/>
              <a:buFont typeface="Arial"/>
              <a:buChar char="•"/>
            </a:pPr>
            <a:r>
              <a:rPr lang="en-US"/>
              <a:t>Members and guests are informed about how their data is used and must give explicit consent for communications and data processing.</a:t>
            </a:r>
            <a:endParaRPr/>
          </a:p>
          <a:p>
            <a:pPr indent="-171450" lvl="0" marL="171450" rtl="0" algn="l">
              <a:spcBef>
                <a:spcPts val="0"/>
              </a:spcBef>
              <a:spcAft>
                <a:spcPts val="0"/>
              </a:spcAft>
              <a:buClr>
                <a:schemeClr val="dk1"/>
              </a:buClr>
              <a:buSzPts val="1200"/>
              <a:buFont typeface="Arial"/>
              <a:buChar char="•"/>
            </a:pPr>
            <a:r>
              <a:rPr lang="en-US"/>
              <a:t>Privacy and consent settings can be managed through individual profiles on the Toastmasters website.</a:t>
            </a:r>
            <a:endParaRPr/>
          </a:p>
          <a:p>
            <a:pPr indent="0" lvl="0" marL="0" rtl="0" algn="l">
              <a:spcBef>
                <a:spcPts val="0"/>
              </a:spcBef>
              <a:spcAft>
                <a:spcPts val="0"/>
              </a:spcAft>
              <a:buNone/>
            </a:pPr>
            <a:r>
              <a:rPr b="1" lang="en-US" u="none"/>
              <a:t>Data Access and Control</a:t>
            </a:r>
            <a:endParaRPr/>
          </a:p>
          <a:p>
            <a:pPr indent="-171450" lvl="0" marL="171450" rtl="0" algn="l">
              <a:spcBef>
                <a:spcPts val="0"/>
              </a:spcBef>
              <a:spcAft>
                <a:spcPts val="0"/>
              </a:spcAft>
              <a:buClr>
                <a:schemeClr val="dk1"/>
              </a:buClr>
              <a:buSzPts val="1200"/>
              <a:buFont typeface="Arial"/>
              <a:buChar char="•"/>
            </a:pPr>
            <a:r>
              <a:rPr lang="en-US"/>
              <a:t>Individuals can opt out of marketing communications and request to delete their accounts permanently.</a:t>
            </a:r>
            <a:endParaRPr/>
          </a:p>
          <a:p>
            <a:pPr indent="-171450" lvl="0" marL="171450" rtl="0" algn="l">
              <a:spcBef>
                <a:spcPts val="0"/>
              </a:spcBef>
              <a:spcAft>
                <a:spcPts val="0"/>
              </a:spcAft>
              <a:buClr>
                <a:schemeClr val="dk1"/>
              </a:buClr>
              <a:buSzPts val="1200"/>
              <a:buFont typeface="Arial"/>
              <a:buChar char="•"/>
            </a:pPr>
            <a:r>
              <a:rPr lang="en-US"/>
              <a:t>Clubs are encouraged to provide privacy notices to all members and guests, explaining how their data is handled.</a:t>
            </a:r>
            <a:endParaRPr/>
          </a:p>
          <a:p>
            <a:pPr indent="0" lvl="0" marL="0" rtl="0" algn="l">
              <a:spcBef>
                <a:spcPts val="0"/>
              </a:spcBef>
              <a:spcAft>
                <a:spcPts val="0"/>
              </a:spcAft>
              <a:buNone/>
            </a:pPr>
            <a:r>
              <a:rPr b="1" lang="en-US" u="none"/>
              <a:t>Data Minimization and Purpose Limitation</a:t>
            </a:r>
            <a:endParaRPr/>
          </a:p>
          <a:p>
            <a:pPr indent="-171450" lvl="0" marL="171450" rtl="0" algn="l">
              <a:spcBef>
                <a:spcPts val="0"/>
              </a:spcBef>
              <a:spcAft>
                <a:spcPts val="0"/>
              </a:spcAft>
              <a:buClr>
                <a:schemeClr val="dk1"/>
              </a:buClr>
              <a:buSzPts val="1200"/>
              <a:buFont typeface="Arial"/>
              <a:buChar char="•"/>
            </a:pPr>
            <a:r>
              <a:rPr lang="en-US"/>
              <a:t>Only necessary personal data is collected (e.g., name, email, attendance), and it is used strictly for club operations and communication.</a:t>
            </a:r>
            <a:endParaRPr/>
          </a:p>
          <a:p>
            <a:pPr indent="0" lvl="0" marL="0" rtl="0" algn="l">
              <a:spcBef>
                <a:spcPts val="0"/>
              </a:spcBef>
              <a:spcAft>
                <a:spcPts val="0"/>
              </a:spcAft>
              <a:buNone/>
            </a:pPr>
            <a:r>
              <a:rPr b="1" lang="en-US" u="none"/>
              <a:t>Club-Level Responsibility</a:t>
            </a:r>
            <a:endParaRPr/>
          </a:p>
          <a:p>
            <a:pPr indent="-171450" lvl="0" marL="171450" rtl="0" algn="l">
              <a:spcBef>
                <a:spcPts val="0"/>
              </a:spcBef>
              <a:spcAft>
                <a:spcPts val="0"/>
              </a:spcAft>
              <a:buClr>
                <a:schemeClr val="dk1"/>
              </a:buClr>
              <a:buSzPts val="1200"/>
              <a:buFont typeface="Arial"/>
              <a:buChar char="•"/>
            </a:pPr>
            <a:r>
              <a:rPr lang="en-US"/>
              <a:t>Clubs are encouraged to appoint a GDPR contact person (often the VP Membership or Secretary) to manage compliance and distribute privacy notices </a:t>
            </a:r>
            <a:endParaRPr/>
          </a:p>
          <a:p>
            <a:pPr indent="0" lvl="0" marL="0" rtl="0" algn="l">
              <a:spcBef>
                <a:spcPts val="0"/>
              </a:spcBef>
              <a:spcAft>
                <a:spcPts val="0"/>
              </a:spcAft>
              <a:buNone/>
            </a:pPr>
            <a:r>
              <a:rPr b="1" lang="en-US" u="none"/>
              <a:t>Secure Data Handling</a:t>
            </a:r>
            <a:endParaRPr/>
          </a:p>
          <a:p>
            <a:pPr indent="-171450" lvl="0" marL="171450" rtl="0" algn="l">
              <a:spcBef>
                <a:spcPts val="0"/>
              </a:spcBef>
              <a:spcAft>
                <a:spcPts val="0"/>
              </a:spcAft>
              <a:buClr>
                <a:schemeClr val="dk1"/>
              </a:buClr>
              <a:buSzPts val="1200"/>
              <a:buFont typeface="Arial"/>
              <a:buChar char="•"/>
            </a:pPr>
            <a:r>
              <a:rPr lang="en-US"/>
              <a:t>Data is stored securely, and </a:t>
            </a:r>
            <a:r>
              <a:rPr b="1" lang="en-US"/>
              <a:t>meeting management </a:t>
            </a:r>
            <a:r>
              <a:rPr lang="en-US"/>
              <a:t>platforms like Pathways and Easy Speak are designed to be GDPR-compliant</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***More information can be found on the Toastmasters International website under FAQs &gt; Technical section (</a:t>
            </a:r>
            <a:r>
              <a:rPr lang="en-US" u="sng">
                <a:solidFill>
                  <a:schemeClr val="hlink"/>
                </a:solidFill>
                <a:hlinkClick r:id="rId2"/>
              </a:rPr>
              <a:t>https://www.toastmasters.org/footer/faq/GDPR</a:t>
            </a:r>
            <a:r>
              <a:rPr lang="en-US"/>
              <a:t>)</a:t>
            </a:r>
            <a:endParaRPr/>
          </a:p>
          <a:p>
            <a:pPr indent="0" lvl="0" marL="0" rtl="0" algn="l">
              <a:spcBef>
                <a:spcPts val="0"/>
              </a:spcBef>
              <a:spcAft>
                <a:spcPts val="0"/>
              </a:spcAft>
              <a:buNone/>
            </a:pPr>
            <a:r>
              <a:t/>
            </a:r>
            <a:endParaRPr/>
          </a:p>
        </p:txBody>
      </p:sp>
      <p:sp>
        <p:nvSpPr>
          <p:cNvPr id="1132" name="Google Shape;113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p19: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7" name="Google Shape;1137;p19: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34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marR="0" rtl="0" algn="l">
              <a:lnSpc>
                <a:spcPct val="100000"/>
              </a:lnSpc>
              <a:spcBef>
                <a:spcPts val="80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Member relations </a:t>
            </a:r>
            <a:r>
              <a:rPr b="0" lang="en-US" sz="1200">
                <a:solidFill>
                  <a:schemeClr val="dk1"/>
                </a:solidFill>
                <a:latin typeface="Calibri"/>
                <a:ea typeface="Calibri"/>
                <a:cs typeface="Calibri"/>
                <a:sym typeface="Calibri"/>
              </a:rPr>
              <a:t>is</a:t>
            </a:r>
            <a:r>
              <a:rPr lang="en-US" sz="1200">
                <a:solidFill>
                  <a:schemeClr val="dk1"/>
                </a:solidFill>
                <a:latin typeface="Calibri"/>
                <a:ea typeface="Calibri"/>
                <a:cs typeface="Calibri"/>
                <a:sym typeface="Calibri"/>
              </a:rPr>
              <a:t> the third bucket of responsibility. Your duties extend beyond the tasks of a Sergeant at Arms</a:t>
            </a:r>
            <a:r>
              <a:rPr lang="en-US"/>
              <a:t>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rtl="0" algn="l">
              <a:spcBef>
                <a:spcPts val="0"/>
              </a:spcBef>
              <a:spcAft>
                <a:spcPts val="0"/>
              </a:spcAft>
              <a:buNone/>
            </a:pPr>
            <a:r>
              <a:rPr lang="en-US"/>
              <a:t>Assist your fellow officers with the success of the club by:</a:t>
            </a:r>
            <a:endParaRPr/>
          </a:p>
          <a:p>
            <a:pPr indent="-171450" lvl="0" marL="171450" rtl="0" algn="l">
              <a:spcBef>
                <a:spcPts val="0"/>
              </a:spcBef>
              <a:spcAft>
                <a:spcPts val="0"/>
              </a:spcAft>
              <a:buClr>
                <a:schemeClr val="dk1"/>
              </a:buClr>
              <a:buSzPts val="1200"/>
              <a:buFont typeface="Arial"/>
              <a:buChar char="•"/>
            </a:pPr>
            <a:r>
              <a:rPr lang="en-US"/>
              <a:t>Building relationships with members </a:t>
            </a:r>
            <a:endParaRPr/>
          </a:p>
          <a:p>
            <a:pPr indent="-171450" lvl="0" marL="171450" rtl="0" algn="l">
              <a:spcBef>
                <a:spcPts val="0"/>
              </a:spcBef>
              <a:spcAft>
                <a:spcPts val="0"/>
              </a:spcAft>
              <a:buClr>
                <a:schemeClr val="dk1"/>
              </a:buClr>
              <a:buSzPts val="1200"/>
              <a:buFont typeface="Arial"/>
              <a:buChar char="•"/>
            </a:pPr>
            <a:r>
              <a:rPr lang="en-US"/>
              <a:t>Take time to find out club members motivations for joining and their goals both personal and professional</a:t>
            </a:r>
            <a:endParaRPr/>
          </a:p>
          <a:p>
            <a:pPr indent="-171450" lvl="0" marL="171450" marR="0" rtl="0" algn="l">
              <a:lnSpc>
                <a:spcPct val="100000"/>
              </a:lnSpc>
              <a:spcBef>
                <a:spcPts val="0"/>
              </a:spcBef>
              <a:spcAft>
                <a:spcPts val="0"/>
              </a:spcAft>
              <a:buClr>
                <a:schemeClr val="dk1"/>
              </a:buClr>
              <a:buSzPts val="1200"/>
              <a:buFont typeface="Arial"/>
              <a:buChar char="•"/>
            </a:pPr>
            <a:r>
              <a:rPr b="0" i="0" lang="en-US" sz="1200">
                <a:solidFill>
                  <a:schemeClr val="dk1"/>
                </a:solidFill>
                <a:latin typeface="Calibri"/>
                <a:ea typeface="Calibri"/>
                <a:cs typeface="Calibri"/>
                <a:sym typeface="Calibri"/>
              </a:rPr>
              <a:t>Help foster a positive, respectful club culture through meeting readiness and hospitality.</a:t>
            </a:r>
            <a:endParaRPr/>
          </a:p>
          <a:p>
            <a:pPr indent="-95250" lvl="0" marL="17145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Calibri"/>
              <a:buNone/>
            </a:pPr>
            <a:r>
              <a:t/>
            </a:r>
            <a:endParaRPr i="0"/>
          </a:p>
        </p:txBody>
      </p:sp>
      <p:sp>
        <p:nvSpPr>
          <p:cNvPr id="1138" name="Google Shape;113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20: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3" name="Google Shape;1143;p20: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36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b="1" lang="en-US"/>
              <a:t>Celebrate successes</a:t>
            </a:r>
            <a:r>
              <a:rPr lang="en-US"/>
              <a:t>! Share how proud you are of their dedication and perseverance </a:t>
            </a:r>
            <a:endParaRPr/>
          </a:p>
          <a:p>
            <a:pPr indent="-171450" lvl="0" marL="171450" rtl="0" algn="l">
              <a:spcBef>
                <a:spcPts val="0"/>
              </a:spcBef>
              <a:spcAft>
                <a:spcPts val="0"/>
              </a:spcAft>
              <a:buClr>
                <a:schemeClr val="dk1"/>
              </a:buClr>
              <a:buSzPts val="1200"/>
              <a:buFont typeface="Arial"/>
              <a:buChar char="•"/>
            </a:pPr>
            <a:r>
              <a:rPr lang="en-US"/>
              <a:t>Think about how good it feels when you accomplish a goal </a:t>
            </a:r>
            <a:endParaRPr/>
          </a:p>
          <a:p>
            <a:pPr indent="-171450" lvl="0" marL="171450" rtl="0" algn="l">
              <a:spcBef>
                <a:spcPts val="0"/>
              </a:spcBef>
              <a:spcAft>
                <a:spcPts val="0"/>
              </a:spcAft>
              <a:buClr>
                <a:schemeClr val="dk1"/>
              </a:buClr>
              <a:buSzPts val="1200"/>
              <a:buFont typeface="Arial"/>
              <a:buChar char="•"/>
            </a:pPr>
            <a:r>
              <a:rPr lang="en-US"/>
              <a:t>Now think about how good it feels when someone recognizes your achievement and congratulates you – share that feeling with fellow members </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None/>
            </a:pPr>
            <a:r>
              <a:rPr b="1" i="0" lang="en-US" sz="1200">
                <a:solidFill>
                  <a:schemeClr val="dk1"/>
                </a:solidFill>
                <a:latin typeface="Calibri"/>
                <a:ea typeface="Calibri"/>
                <a:cs typeface="Calibri"/>
                <a:sym typeface="Calibri"/>
              </a:rPr>
              <a:t>Set up awards and recognition </a:t>
            </a:r>
            <a:r>
              <a:rPr b="0" i="0" lang="en-US" sz="1200">
                <a:solidFill>
                  <a:schemeClr val="dk1"/>
                </a:solidFill>
                <a:latin typeface="Calibri"/>
                <a:ea typeface="Calibri"/>
                <a:cs typeface="Calibri"/>
                <a:sym typeface="Calibri"/>
              </a:rPr>
              <a:t>materials for ceremonies. Don’t forget that you set the tone for the club meetings! Helps create a </a:t>
            </a:r>
            <a:r>
              <a:rPr b="1" i="0" lang="en-US" sz="1200">
                <a:solidFill>
                  <a:schemeClr val="dk1"/>
                </a:solidFill>
                <a:latin typeface="Calibri"/>
                <a:ea typeface="Calibri"/>
                <a:cs typeface="Calibri"/>
                <a:sym typeface="Calibri"/>
              </a:rPr>
              <a:t>celebratory atmosphere </a:t>
            </a:r>
            <a:r>
              <a:rPr b="0" i="0" lang="en-US" sz="1200">
                <a:solidFill>
                  <a:schemeClr val="dk1"/>
                </a:solidFill>
                <a:latin typeface="Calibri"/>
                <a:ea typeface="Calibri"/>
                <a:cs typeface="Calibri"/>
                <a:sym typeface="Calibri"/>
              </a:rPr>
              <a:t>that motivates continued member engagement.</a:t>
            </a:r>
            <a:endParaRPr/>
          </a:p>
          <a:p>
            <a:pPr indent="0" lvl="0" marL="0" rtl="0" algn="l">
              <a:spcBef>
                <a:spcPts val="0"/>
              </a:spcBef>
              <a:spcAft>
                <a:spcPts val="0"/>
              </a:spcAft>
              <a:buClr>
                <a:schemeClr val="dk1"/>
              </a:buClr>
              <a:buSzPts val="1200"/>
              <a:buFont typeface="Arial"/>
              <a:buNone/>
            </a:pPr>
            <a:r>
              <a:t/>
            </a:r>
            <a:endParaRPr/>
          </a:p>
          <a:p>
            <a:pPr indent="0" lvl="0" marL="0" rtl="0" algn="l">
              <a:spcBef>
                <a:spcPts val="0"/>
              </a:spcBef>
              <a:spcAft>
                <a:spcPts val="0"/>
              </a:spcAft>
              <a:buClr>
                <a:schemeClr val="dk1"/>
              </a:buClr>
              <a:buSzPts val="1200"/>
              <a:buFont typeface="Arial"/>
              <a:buNone/>
            </a:pPr>
            <a:r>
              <a:rPr lang="en-US"/>
              <a:t>Remember, strong, healthy relationships result in a strong, healthy club</a:t>
            </a:r>
            <a:endParaRPr/>
          </a:p>
          <a:p>
            <a:pPr indent="0" lvl="0" marL="0" rtl="0" algn="l">
              <a:spcBef>
                <a:spcPts val="0"/>
              </a:spcBef>
              <a:spcAft>
                <a:spcPts val="0"/>
              </a:spcAft>
              <a:buClr>
                <a:schemeClr val="dk1"/>
              </a:buClr>
              <a:buSzPts val="1200"/>
              <a:buFont typeface="Calibri"/>
              <a:buNone/>
            </a:pPr>
            <a:r>
              <a:t/>
            </a:r>
            <a:endParaRPr i="0"/>
          </a:p>
        </p:txBody>
      </p:sp>
      <p:sp>
        <p:nvSpPr>
          <p:cNvPr id="1144" name="Google Shape;114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21: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0" name="Google Shape;1150;p21: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48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marR="0" rtl="0" algn="l">
              <a:lnSpc>
                <a:spcPct val="100000"/>
              </a:lnSpc>
              <a:spcBef>
                <a:spcPts val="80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Never underestimate the role of SAA. Setting the tone for the club meeting, preparing the room, greeting members and recruiting volunteers demonstrates competent leadership skills. Be sure to work closely with the Executive Committee to achieve Distinguished Club status. You are a key member of the team!</a:t>
            </a:r>
            <a:endParaRPr/>
          </a:p>
          <a:p>
            <a:pPr indent="0" lvl="0" marL="0" marR="0" rtl="0" algn="l">
              <a:lnSpc>
                <a:spcPct val="100000"/>
              </a:lnSpc>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(Ask) </a:t>
            </a:r>
            <a:r>
              <a:rPr lang="en-US" sz="1200">
                <a:solidFill>
                  <a:schemeClr val="dk1"/>
                </a:solidFill>
                <a:latin typeface="Calibri"/>
                <a:ea typeface="Calibri"/>
                <a:cs typeface="Calibri"/>
                <a:sym typeface="Calibri"/>
              </a:rPr>
              <a:t>What are some of the best practices of your club’s previous Sergeant at Arms? </a:t>
            </a:r>
            <a:endParaRPr/>
          </a:p>
          <a:p>
            <a:pPr indent="0" lvl="0" marL="0" rtl="0" algn="l">
              <a:spcBef>
                <a:spcPts val="0"/>
              </a:spcBef>
              <a:spcAft>
                <a:spcPts val="0"/>
              </a:spcAft>
              <a:buNone/>
            </a:pPr>
            <a:r>
              <a:t/>
            </a:r>
            <a:endParaRPr/>
          </a:p>
        </p:txBody>
      </p:sp>
      <p:sp>
        <p:nvSpPr>
          <p:cNvPr id="1151" name="Google Shape;115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4" name="Shape 1154"/>
        <p:cNvGrpSpPr/>
        <p:nvPr/>
      </p:nvGrpSpPr>
      <p:grpSpPr>
        <a:xfrm>
          <a:off x="0" y="0"/>
          <a:ext cx="0" cy="0"/>
          <a:chOff x="0" y="0"/>
          <a:chExt cx="0" cy="0"/>
        </a:xfrm>
      </p:grpSpPr>
      <p:sp>
        <p:nvSpPr>
          <p:cNvPr id="1155" name="Google Shape;1155;p22: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6" name="Google Shape;1156;p22: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2 minutes</a:t>
            </a:r>
            <a:endParaRPr/>
          </a:p>
          <a:p>
            <a:pPr indent="0" lvl="0" marL="0" rtl="0" algn="l">
              <a:spcBef>
                <a:spcPts val="0"/>
              </a:spcBef>
              <a:spcAft>
                <a:spcPts val="0"/>
              </a:spcAft>
              <a:buNone/>
            </a:pPr>
            <a:r>
              <a:rPr b="1" lang="en-US" sz="1200">
                <a:latin typeface="Arial"/>
                <a:ea typeface="Arial"/>
                <a:cs typeface="Arial"/>
                <a:sym typeface="Arial"/>
              </a:rPr>
              <a:t>Elapsed time: 50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Arrive Early and Be Prepared:  </a:t>
            </a:r>
            <a:r>
              <a:rPr b="0" i="0" lang="en-US" sz="1200">
                <a:solidFill>
                  <a:schemeClr val="dk1"/>
                </a:solidFill>
                <a:latin typeface="Calibri"/>
                <a:ea typeface="Calibri"/>
                <a:cs typeface="Calibri"/>
                <a:sym typeface="Calibri"/>
              </a:rPr>
              <a:t>Ensure the meeting space is set up with all necessary materials (agenda, lectern, timer, flags, etc.) before members arrive.</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Maintain a Professional and Welcoming Environment:  </a:t>
            </a:r>
            <a:r>
              <a:rPr b="0" i="0" lang="en-US" sz="1200">
                <a:solidFill>
                  <a:schemeClr val="dk1"/>
                </a:solidFill>
                <a:latin typeface="Calibri"/>
                <a:ea typeface="Calibri"/>
                <a:cs typeface="Calibri"/>
                <a:sym typeface="Calibri"/>
              </a:rPr>
              <a:t>Greet guests warmly, assist with sign-ins, and help create a positive first impression of the club.</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Manage Equipment and Supplies:  </a:t>
            </a:r>
            <a:r>
              <a:rPr b="0" i="0" lang="en-US" sz="1200">
                <a:solidFill>
                  <a:schemeClr val="dk1"/>
                </a:solidFill>
                <a:latin typeface="Calibri"/>
                <a:ea typeface="Calibri"/>
                <a:cs typeface="Calibri"/>
                <a:sym typeface="Calibri"/>
              </a:rPr>
              <a:t>Keep track of club inventory (e.g., gavel, banner, ballots) and ensure tech (microphones, projectors) is functional.</a:t>
            </a:r>
            <a:endParaRPr/>
          </a:p>
          <a:p>
            <a:pPr indent="-171450" lvl="0" marL="171450" rtl="0" algn="l">
              <a:spcBef>
                <a:spcPts val="0"/>
              </a:spcBef>
              <a:spcAft>
                <a:spcPts val="0"/>
              </a:spcAft>
              <a:buClr>
                <a:schemeClr val="dk1"/>
              </a:buClr>
              <a:buSzPts val="1200"/>
              <a:buFont typeface="Arial"/>
              <a:buChar char="•"/>
            </a:pPr>
            <a:r>
              <a:rPr b="1" i="0" lang="en-US" sz="1200">
                <a:solidFill>
                  <a:schemeClr val="dk1"/>
                </a:solidFill>
                <a:latin typeface="Calibri"/>
                <a:ea typeface="Calibri"/>
                <a:cs typeface="Calibri"/>
                <a:sym typeface="Calibri"/>
              </a:rPr>
              <a:t>Adaptable and Calm Under Pressure:  </a:t>
            </a:r>
            <a:r>
              <a:rPr b="0" i="0" lang="en-US" sz="1200">
                <a:solidFill>
                  <a:schemeClr val="dk1"/>
                </a:solidFill>
                <a:latin typeface="Calibri"/>
                <a:ea typeface="Calibri"/>
                <a:cs typeface="Calibri"/>
                <a:sym typeface="Calibri"/>
              </a:rPr>
              <a:t>Handle unexpected issues (e.g., room changes, tech failures) quickly and calmly to keep meetings running smoothly.</a:t>
            </a:r>
            <a:endParaRPr/>
          </a:p>
          <a:p>
            <a:pPr indent="0" lvl="0" marL="0" rtl="0" algn="l">
              <a:spcBef>
                <a:spcPts val="0"/>
              </a:spcBef>
              <a:spcAft>
                <a:spcPts val="0"/>
              </a:spcAft>
              <a:buNone/>
            </a:pPr>
            <a:r>
              <a:t/>
            </a:r>
            <a:endParaRPr/>
          </a:p>
        </p:txBody>
      </p:sp>
      <p:sp>
        <p:nvSpPr>
          <p:cNvPr id="1157" name="Google Shape;1157;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p23: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3" name="Google Shape;1163;p23:notes"/>
          <p:cNvSpPr txBox="1"/>
          <p:nvPr>
            <p:ph idx="1" type="body"/>
          </p:nvPr>
        </p:nvSpPr>
        <p:spPr>
          <a:xfrm>
            <a:off x="685800" y="3887785"/>
            <a:ext cx="5486400" cy="505809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53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t>(Review how the SAA collaborates with all the other officers.)</a:t>
            </a:r>
            <a:endParaRPr/>
          </a:p>
          <a:p>
            <a:pPr indent="0" lvl="0" marL="0" marR="0" rtl="0" algn="l">
              <a:lnSpc>
                <a:spcPct val="100000"/>
              </a:lnSpc>
              <a:spcBef>
                <a:spcPts val="0"/>
              </a:spcBef>
              <a:spcAft>
                <a:spcPts val="0"/>
              </a:spcAft>
              <a:buClr>
                <a:schemeClr val="dk1"/>
              </a:buClr>
              <a:buSzPts val="1200"/>
              <a:buFont typeface="Calibri"/>
              <a:buNone/>
            </a:pPr>
            <a:r>
              <a:t/>
            </a:r>
            <a:endParaRPr b="0" i="0"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Calibri"/>
              <a:buNone/>
            </a:pPr>
            <a:r>
              <a:rPr b="0" i="0" lang="en-US" sz="1200">
                <a:solidFill>
                  <a:schemeClr val="dk1"/>
                </a:solidFill>
                <a:latin typeface="Calibri"/>
                <a:ea typeface="Calibri"/>
                <a:cs typeface="Calibri"/>
                <a:sym typeface="Calibri"/>
              </a:rPr>
              <a:t>The </a:t>
            </a:r>
            <a:r>
              <a:rPr b="1" i="0" lang="en-US" sz="1200">
                <a:solidFill>
                  <a:schemeClr val="dk1"/>
                </a:solidFill>
                <a:latin typeface="Calibri"/>
                <a:ea typeface="Calibri"/>
                <a:cs typeface="Calibri"/>
                <a:sym typeface="Calibri"/>
              </a:rPr>
              <a:t>Sergeant at Arms </a:t>
            </a:r>
            <a:r>
              <a:rPr b="0" i="0" lang="en-US" sz="1200">
                <a:solidFill>
                  <a:schemeClr val="dk1"/>
                </a:solidFill>
                <a:latin typeface="Calibri"/>
                <a:ea typeface="Calibri"/>
                <a:cs typeface="Calibri"/>
                <a:sym typeface="Calibri"/>
              </a:rPr>
              <a:t>(SAA) plays a supportive but essential role, collaborating with several key officers to ensure a smooth and welcoming experience for both guests and members. </a:t>
            </a:r>
            <a:endParaRPr/>
          </a:p>
          <a:p>
            <a:pPr indent="-228600" lvl="0" marL="228600" rtl="0" algn="l">
              <a:spcBef>
                <a:spcPts val="0"/>
              </a:spcBef>
              <a:spcAft>
                <a:spcPts val="0"/>
              </a:spcAft>
              <a:buClr>
                <a:schemeClr val="dk1"/>
              </a:buClr>
              <a:buSzPts val="1200"/>
              <a:buFont typeface="Calibri"/>
              <a:buAutoNum type="arabicPeriod"/>
            </a:pPr>
            <a:r>
              <a:rPr b="1" i="0" lang="en-US" sz="1200">
                <a:solidFill>
                  <a:schemeClr val="dk1"/>
                </a:solidFill>
                <a:latin typeface="Calibri"/>
                <a:ea typeface="Calibri"/>
                <a:cs typeface="Calibri"/>
                <a:sym typeface="Calibri"/>
              </a:rPr>
              <a:t>Vice President Public Relations (VPPR): </a:t>
            </a:r>
            <a:r>
              <a:rPr b="0" i="0" lang="en-US" sz="1200">
                <a:solidFill>
                  <a:schemeClr val="dk1"/>
                </a:solidFill>
                <a:latin typeface="Calibri"/>
                <a:ea typeface="Calibri"/>
                <a:cs typeface="Calibri"/>
                <a:sym typeface="Calibri"/>
              </a:rPr>
              <a:t>You support promotional events by </a:t>
            </a:r>
            <a:r>
              <a:rPr b="1" i="0" lang="en-US" sz="1200">
                <a:solidFill>
                  <a:schemeClr val="dk1"/>
                </a:solidFill>
                <a:latin typeface="Calibri"/>
                <a:ea typeface="Calibri"/>
                <a:cs typeface="Calibri"/>
                <a:sym typeface="Calibri"/>
              </a:rPr>
              <a:t>setting up venues</a:t>
            </a: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managing signage</a:t>
            </a:r>
            <a:r>
              <a:rPr b="0" i="0" lang="en-US" sz="1200">
                <a:solidFill>
                  <a:schemeClr val="dk1"/>
                </a:solidFill>
                <a:latin typeface="Calibri"/>
                <a:ea typeface="Calibri"/>
                <a:cs typeface="Calibri"/>
                <a:sym typeface="Calibri"/>
              </a:rPr>
              <a:t>, and ensuring the club looks organized and inviting to visitors.</a:t>
            </a:r>
            <a:endParaRPr/>
          </a:p>
          <a:p>
            <a:pPr indent="-228600" lvl="0" marL="228600" rtl="0" algn="l">
              <a:spcBef>
                <a:spcPts val="0"/>
              </a:spcBef>
              <a:spcAft>
                <a:spcPts val="0"/>
              </a:spcAft>
              <a:buClr>
                <a:schemeClr val="dk1"/>
              </a:buClr>
              <a:buSzPts val="1200"/>
              <a:buFont typeface="Calibri"/>
              <a:buAutoNum type="arabicPeriod"/>
            </a:pPr>
            <a:r>
              <a:rPr b="1" i="0" lang="en-US" sz="1200">
                <a:solidFill>
                  <a:schemeClr val="dk1"/>
                </a:solidFill>
                <a:latin typeface="Calibri"/>
                <a:ea typeface="Calibri"/>
                <a:cs typeface="Calibri"/>
                <a:sym typeface="Calibri"/>
              </a:rPr>
              <a:t>Vice President Membership (VPM): </a:t>
            </a:r>
            <a:r>
              <a:rPr b="0" i="0" lang="en-US" sz="1200">
                <a:solidFill>
                  <a:schemeClr val="dk1"/>
                </a:solidFill>
                <a:latin typeface="Calibri"/>
                <a:ea typeface="Calibri"/>
                <a:cs typeface="Calibri"/>
                <a:sym typeface="Calibri"/>
              </a:rPr>
              <a:t> You are the </a:t>
            </a:r>
            <a:r>
              <a:rPr b="1" i="0" lang="en-US" sz="1200">
                <a:solidFill>
                  <a:schemeClr val="dk1"/>
                </a:solidFill>
                <a:latin typeface="Calibri"/>
                <a:ea typeface="Calibri"/>
                <a:cs typeface="Calibri"/>
                <a:sym typeface="Calibri"/>
              </a:rPr>
              <a:t>primary collaborator</a:t>
            </a:r>
            <a:r>
              <a:rPr b="0" i="0" lang="en-US" sz="1200">
                <a:solidFill>
                  <a:schemeClr val="dk1"/>
                </a:solidFill>
                <a:latin typeface="Calibri"/>
                <a:ea typeface="Calibri"/>
                <a:cs typeface="Calibri"/>
                <a:sym typeface="Calibri"/>
              </a:rPr>
              <a:t> during guest visits and onboarding. The SAA helps </a:t>
            </a:r>
            <a:r>
              <a:rPr b="1" i="0" lang="en-US" sz="1200">
                <a:solidFill>
                  <a:schemeClr val="dk1"/>
                </a:solidFill>
                <a:latin typeface="Calibri"/>
                <a:ea typeface="Calibri"/>
                <a:cs typeface="Calibri"/>
                <a:sym typeface="Calibri"/>
              </a:rPr>
              <a:t>set up the room</a:t>
            </a:r>
            <a:r>
              <a:rPr b="0" i="0" lang="en-US" sz="1200">
                <a:solidFill>
                  <a:schemeClr val="dk1"/>
                </a:solidFill>
                <a:latin typeface="Calibri"/>
                <a:ea typeface="Calibri"/>
                <a:cs typeface="Calibri"/>
                <a:sym typeface="Calibri"/>
              </a:rPr>
              <a:t>, </a:t>
            </a:r>
            <a:r>
              <a:rPr b="1" i="0" lang="en-US" sz="1200">
                <a:solidFill>
                  <a:schemeClr val="dk1"/>
                </a:solidFill>
                <a:latin typeface="Calibri"/>
                <a:ea typeface="Calibri"/>
                <a:cs typeface="Calibri"/>
                <a:sym typeface="Calibri"/>
              </a:rPr>
              <a:t>greet guests</a:t>
            </a:r>
            <a:r>
              <a:rPr b="0" i="0" lang="en-US" sz="1200">
                <a:solidFill>
                  <a:schemeClr val="dk1"/>
                </a:solidFill>
                <a:latin typeface="Calibri"/>
                <a:ea typeface="Calibri"/>
                <a:cs typeface="Calibri"/>
                <a:sym typeface="Calibri"/>
              </a:rPr>
              <a:t>, and ensure they feel welcome—creating a positive first impression that supports the VPM’s recruitment efforts.</a:t>
            </a:r>
            <a:endParaRPr/>
          </a:p>
          <a:p>
            <a:pPr indent="-228600" lvl="0" marL="228600" rtl="0" algn="l">
              <a:spcBef>
                <a:spcPts val="0"/>
              </a:spcBef>
              <a:spcAft>
                <a:spcPts val="0"/>
              </a:spcAft>
              <a:buClr>
                <a:schemeClr val="dk1"/>
              </a:buClr>
              <a:buSzPts val="1200"/>
              <a:buFont typeface="Calibri"/>
              <a:buAutoNum type="arabicPeriod"/>
            </a:pPr>
            <a:r>
              <a:rPr b="1" i="0" lang="en-US" sz="1200">
                <a:solidFill>
                  <a:schemeClr val="dk1"/>
                </a:solidFill>
                <a:latin typeface="Calibri"/>
                <a:ea typeface="Calibri"/>
                <a:cs typeface="Calibri"/>
                <a:sym typeface="Calibri"/>
              </a:rPr>
              <a:t>Vice President Education (VPE): </a:t>
            </a:r>
            <a:r>
              <a:rPr b="0" i="0" lang="en-US" sz="1200">
                <a:solidFill>
                  <a:schemeClr val="dk1"/>
                </a:solidFill>
                <a:latin typeface="Calibri"/>
                <a:ea typeface="Calibri"/>
                <a:cs typeface="Calibri"/>
                <a:sym typeface="Calibri"/>
              </a:rPr>
              <a:t>You coordinate with the VPE to ensure the </a:t>
            </a:r>
            <a:r>
              <a:rPr b="1" i="0" lang="en-US" sz="1200">
                <a:solidFill>
                  <a:schemeClr val="dk1"/>
                </a:solidFill>
                <a:latin typeface="Calibri"/>
                <a:ea typeface="Calibri"/>
                <a:cs typeface="Calibri"/>
                <a:sym typeface="Calibri"/>
              </a:rPr>
              <a:t>meeting environment supports the agenda</a:t>
            </a:r>
            <a:r>
              <a:rPr b="0" i="0" lang="en-US" sz="1200">
                <a:solidFill>
                  <a:schemeClr val="dk1"/>
                </a:solidFill>
                <a:latin typeface="Calibri"/>
                <a:ea typeface="Calibri"/>
                <a:cs typeface="Calibri"/>
                <a:sym typeface="Calibri"/>
              </a:rPr>
              <a:t> (e.g., room layout, materials, tech setup). And you help ensure </a:t>
            </a:r>
            <a:r>
              <a:rPr b="1" i="0" lang="en-US" sz="1200">
                <a:solidFill>
                  <a:schemeClr val="dk1"/>
                </a:solidFill>
                <a:latin typeface="Calibri"/>
                <a:ea typeface="Calibri"/>
                <a:cs typeface="Calibri"/>
                <a:sym typeface="Calibri"/>
              </a:rPr>
              <a:t>speakers and evaluators</a:t>
            </a:r>
            <a:r>
              <a:rPr b="0" i="0" lang="en-US" sz="1200">
                <a:solidFill>
                  <a:schemeClr val="dk1"/>
                </a:solidFill>
                <a:latin typeface="Calibri"/>
                <a:ea typeface="Calibri"/>
                <a:cs typeface="Calibri"/>
                <a:sym typeface="Calibri"/>
              </a:rPr>
              <a:t> have what they need to succeed.</a:t>
            </a:r>
            <a:endParaRPr/>
          </a:p>
          <a:p>
            <a:pPr indent="-228600" lvl="0" marL="228600" rtl="0" algn="l">
              <a:spcBef>
                <a:spcPts val="0"/>
              </a:spcBef>
              <a:spcAft>
                <a:spcPts val="0"/>
              </a:spcAft>
              <a:buClr>
                <a:schemeClr val="dk1"/>
              </a:buClr>
              <a:buSzPts val="1200"/>
              <a:buFont typeface="Calibri"/>
              <a:buAutoNum type="arabicPeriod"/>
            </a:pPr>
            <a:r>
              <a:rPr b="1" i="0" lang="en-US" sz="1200">
                <a:solidFill>
                  <a:schemeClr val="dk1"/>
                </a:solidFill>
                <a:latin typeface="Calibri"/>
                <a:ea typeface="Calibri"/>
                <a:cs typeface="Calibri"/>
                <a:sym typeface="Calibri"/>
              </a:rPr>
              <a:t>President: </a:t>
            </a:r>
            <a:r>
              <a:rPr b="0" i="0" lang="en-US" sz="1200">
                <a:solidFill>
                  <a:schemeClr val="dk1"/>
                </a:solidFill>
                <a:latin typeface="Calibri"/>
                <a:ea typeface="Calibri"/>
                <a:cs typeface="Calibri"/>
                <a:sym typeface="Calibri"/>
              </a:rPr>
              <a:t>You work with the President to maintain a </a:t>
            </a:r>
            <a:r>
              <a:rPr b="1" i="0" lang="en-US" sz="1200">
                <a:solidFill>
                  <a:schemeClr val="dk1"/>
                </a:solidFill>
                <a:latin typeface="Calibri"/>
                <a:ea typeface="Calibri"/>
                <a:cs typeface="Calibri"/>
                <a:sym typeface="Calibri"/>
              </a:rPr>
              <a:t>professional and orderly atmosphere</a:t>
            </a:r>
            <a:r>
              <a:rPr b="0" i="0" lang="en-US" sz="1200">
                <a:solidFill>
                  <a:schemeClr val="dk1"/>
                </a:solidFill>
                <a:latin typeface="Calibri"/>
                <a:ea typeface="Calibri"/>
                <a:cs typeface="Calibri"/>
                <a:sym typeface="Calibri"/>
              </a:rPr>
              <a:t>, reinforcing club standards and values. You may assist in </a:t>
            </a:r>
            <a:r>
              <a:rPr b="1" i="0" lang="en-US" sz="1200">
                <a:solidFill>
                  <a:schemeClr val="dk1"/>
                </a:solidFill>
                <a:latin typeface="Calibri"/>
                <a:ea typeface="Calibri"/>
                <a:cs typeface="Calibri"/>
                <a:sym typeface="Calibri"/>
              </a:rPr>
              <a:t>special ceremonies</a:t>
            </a:r>
            <a:r>
              <a:rPr b="0" i="0" lang="en-US" sz="1200">
                <a:solidFill>
                  <a:schemeClr val="dk1"/>
                </a:solidFill>
                <a:latin typeface="Calibri"/>
                <a:ea typeface="Calibri"/>
                <a:cs typeface="Calibri"/>
                <a:sym typeface="Calibri"/>
              </a:rPr>
              <a:t> like inductions or awards.</a:t>
            </a:r>
            <a:endParaRPr/>
          </a:p>
          <a:p>
            <a:pPr indent="-228600" lvl="0" marL="228600" rtl="0" algn="l">
              <a:spcBef>
                <a:spcPts val="0"/>
              </a:spcBef>
              <a:spcAft>
                <a:spcPts val="0"/>
              </a:spcAft>
              <a:buClr>
                <a:schemeClr val="dk1"/>
              </a:buClr>
              <a:buSzPts val="1200"/>
              <a:buFont typeface="Calibri"/>
              <a:buAutoNum type="arabicPeriod"/>
            </a:pPr>
            <a:r>
              <a:rPr b="1" i="0" lang="en-US" sz="1200">
                <a:solidFill>
                  <a:schemeClr val="dk1"/>
                </a:solidFill>
                <a:latin typeface="Calibri"/>
                <a:ea typeface="Calibri"/>
                <a:cs typeface="Calibri"/>
                <a:sym typeface="Calibri"/>
              </a:rPr>
              <a:t>Treasurer &amp; Secretary: </a:t>
            </a:r>
            <a:r>
              <a:rPr b="0" i="0" lang="en-US" sz="1200">
                <a:solidFill>
                  <a:schemeClr val="dk1"/>
                </a:solidFill>
                <a:latin typeface="Calibri"/>
                <a:ea typeface="Calibri"/>
                <a:cs typeface="Calibri"/>
                <a:sym typeface="Calibri"/>
              </a:rPr>
              <a:t>Occasionally, you may assist with </a:t>
            </a:r>
            <a:r>
              <a:rPr b="1" i="0" lang="en-US" sz="1200">
                <a:solidFill>
                  <a:schemeClr val="dk1"/>
                </a:solidFill>
                <a:latin typeface="Calibri"/>
                <a:ea typeface="Calibri"/>
                <a:cs typeface="Calibri"/>
                <a:sym typeface="Calibri"/>
              </a:rPr>
              <a:t>materials distribution</a:t>
            </a:r>
            <a:r>
              <a:rPr b="0" i="0" lang="en-US" sz="1200">
                <a:solidFill>
                  <a:schemeClr val="dk1"/>
                </a:solidFill>
                <a:latin typeface="Calibri"/>
                <a:ea typeface="Calibri"/>
                <a:cs typeface="Calibri"/>
                <a:sym typeface="Calibri"/>
              </a:rPr>
              <a:t> (e.g., membership forms, agendas) and </a:t>
            </a:r>
            <a:r>
              <a:rPr b="1" i="0" lang="en-US" sz="1200">
                <a:solidFill>
                  <a:schemeClr val="dk1"/>
                </a:solidFill>
                <a:latin typeface="Calibri"/>
                <a:ea typeface="Calibri"/>
                <a:cs typeface="Calibri"/>
                <a:sym typeface="Calibri"/>
              </a:rPr>
              <a:t>record-keeping logistics</a:t>
            </a:r>
            <a:r>
              <a:rPr b="0" i="0" lang="en-US" sz="1200">
                <a:solidFill>
                  <a:schemeClr val="dk1"/>
                </a:solidFill>
                <a:latin typeface="Calibri"/>
                <a:ea typeface="Calibri"/>
                <a:cs typeface="Calibri"/>
                <a:sym typeface="Calibri"/>
              </a:rPr>
              <a:t> during meetings.</a:t>
            </a:r>
            <a:endParaRPr/>
          </a:p>
          <a:p>
            <a:pPr indent="0" lvl="0" marL="0" rtl="0" algn="l">
              <a:spcBef>
                <a:spcPts val="0"/>
              </a:spcBef>
              <a:spcAft>
                <a:spcPts val="0"/>
              </a:spcAft>
              <a:buClr>
                <a:schemeClr val="dk1"/>
              </a:buClr>
              <a:buSzPts val="1200"/>
              <a:buFont typeface="Calibri"/>
              <a:buNone/>
            </a:pPr>
            <a:r>
              <a:t/>
            </a:r>
            <a:endParaRPr i="0"/>
          </a:p>
        </p:txBody>
      </p:sp>
      <p:sp>
        <p:nvSpPr>
          <p:cNvPr id="1164" name="Google Shape;116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24: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0" name="Google Shape;1170;p24: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56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marR="0" rtl="0" algn="l">
              <a:lnSpc>
                <a:spcPct val="100000"/>
              </a:lnSpc>
              <a:spcBef>
                <a:spcPts val="800"/>
              </a:spcBef>
              <a:spcAft>
                <a:spcPts val="0"/>
              </a:spcAft>
              <a:buClr>
                <a:schemeClr val="dk1"/>
              </a:buClr>
              <a:buSzPts val="1200"/>
              <a:buFont typeface="Calibri"/>
              <a:buNone/>
            </a:pPr>
            <a:r>
              <a:t/>
            </a:r>
            <a:endParaRPr b="1" sz="1200"/>
          </a:p>
          <a:p>
            <a:pPr indent="0" lvl="0" marL="0" rtl="0" algn="l">
              <a:spcBef>
                <a:spcPts val="0"/>
              </a:spcBef>
              <a:spcAft>
                <a:spcPts val="0"/>
              </a:spcAft>
              <a:buNone/>
            </a:pPr>
            <a:r>
              <a:rPr lang="en-US"/>
              <a:t>(</a:t>
            </a:r>
            <a:r>
              <a:rPr b="1" lang="en-US"/>
              <a:t>Ask</a:t>
            </a:r>
            <a:r>
              <a:rPr lang="en-US"/>
              <a:t> the SAAs if they have any questions about their role and responsibilities.)</a:t>
            </a:r>
            <a:endParaRPr/>
          </a:p>
          <a:p>
            <a:pPr indent="0" lvl="0" marL="0" rtl="0" algn="l">
              <a:spcBef>
                <a:spcPts val="0"/>
              </a:spcBef>
              <a:spcAft>
                <a:spcPts val="0"/>
              </a:spcAft>
              <a:buNone/>
            </a:pPr>
            <a:r>
              <a:t/>
            </a:r>
            <a:endParaRPr/>
          </a:p>
        </p:txBody>
      </p:sp>
      <p:sp>
        <p:nvSpPr>
          <p:cNvPr id="1171" name="Google Shape;117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4" name="Shape 1174"/>
        <p:cNvGrpSpPr/>
        <p:nvPr/>
      </p:nvGrpSpPr>
      <p:grpSpPr>
        <a:xfrm>
          <a:off x="0" y="0"/>
          <a:ext cx="0" cy="0"/>
          <a:chOff x="0" y="0"/>
          <a:chExt cx="0" cy="0"/>
        </a:xfrm>
      </p:grpSpPr>
      <p:sp>
        <p:nvSpPr>
          <p:cNvPr id="1175" name="Google Shape;1175;p25: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6" name="Google Shape;1176;p25: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3 minutes</a:t>
            </a:r>
            <a:endParaRPr/>
          </a:p>
          <a:p>
            <a:pPr indent="0" lvl="0" marL="0" rtl="0" algn="l">
              <a:spcBef>
                <a:spcPts val="0"/>
              </a:spcBef>
              <a:spcAft>
                <a:spcPts val="0"/>
              </a:spcAft>
              <a:buNone/>
            </a:pPr>
            <a:r>
              <a:rPr b="1" lang="en-US" sz="1200">
                <a:latin typeface="Arial"/>
                <a:ea typeface="Arial"/>
                <a:cs typeface="Arial"/>
                <a:sym typeface="Arial"/>
              </a:rPr>
              <a:t>Elapsed time: 59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t/>
            </a:r>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Calibri"/>
                <a:ea typeface="Calibri"/>
                <a:cs typeface="Calibri"/>
                <a:sym typeface="Calibri"/>
              </a:rPr>
              <a:t>Never underestimate the role of SAA. Setting the tone for the club meeting, preparing the room, greeting members and recruiting volunteers demonstrates competent leadership skills. Be sure to work closely with the Executive Committee to achieve Distinguished Club status. You are a key member of the team!</a:t>
            </a:r>
            <a:endParaRPr/>
          </a:p>
          <a:p>
            <a:pPr indent="0" lvl="0" marL="0" marR="0" rtl="0" algn="l">
              <a:lnSpc>
                <a:spcPct val="100000"/>
              </a:lnSpc>
              <a:spcBef>
                <a:spcPts val="0"/>
              </a:spcBef>
              <a:spcAft>
                <a:spcPts val="0"/>
              </a:spcAft>
              <a:buClr>
                <a:schemeClr val="dk1"/>
              </a:buClr>
              <a:buSzPts val="1200"/>
              <a:buFont typeface="Arial"/>
              <a:buNone/>
            </a:pPr>
            <a:r>
              <a:t/>
            </a:r>
            <a:endParaRPr sz="1200">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200"/>
              <a:buFont typeface="Arial"/>
              <a:buNone/>
            </a:pPr>
            <a:r>
              <a:rPr lang="en-US" sz="1200">
                <a:solidFill>
                  <a:schemeClr val="dk1"/>
                </a:solidFill>
                <a:latin typeface="Calibri"/>
                <a:ea typeface="Calibri"/>
                <a:cs typeface="Calibri"/>
                <a:sym typeface="Calibri"/>
              </a:rPr>
              <a:t>After this training, what action steps will you take? (Let participants share their ideas and then show the list of next steps.)</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Attend District-sponsored club officer training program. You can check this one off your list because </a:t>
            </a:r>
            <a:r>
              <a:rPr b="1" lang="en-US" sz="1200">
                <a:solidFill>
                  <a:schemeClr val="dk1"/>
                </a:solidFill>
                <a:latin typeface="Calibri"/>
                <a:ea typeface="Calibri"/>
                <a:cs typeface="Calibri"/>
                <a:sym typeface="Calibri"/>
              </a:rPr>
              <a:t>you are doing this right now</a:t>
            </a:r>
            <a:r>
              <a:rPr lang="en-US" sz="1200">
                <a:solidFill>
                  <a:schemeClr val="dk1"/>
                </a:solidFill>
                <a:latin typeface="Calibri"/>
                <a:ea typeface="Calibri"/>
                <a:cs typeface="Calibri"/>
                <a:sym typeface="Calibri"/>
              </a:rPr>
              <a:t>!</a:t>
            </a:r>
            <a:endParaRPr/>
          </a:p>
          <a:p>
            <a:pPr indent="-171450" lvl="0" marL="171450" marR="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Meet with the outgoing Sergeant at Arms to transfer any necessary files or information.</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Meet with the outgoing Executive Committee to transfer any necessary information.</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Meet with the current Executive Committee and develop the Club Success Plan and budget.</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Schedule your club meetings.</a:t>
            </a:r>
            <a:endParaRPr/>
          </a:p>
          <a:p>
            <a:pPr indent="-171450" lvl="0" marL="171450" marR="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Ask for volunteers to assist you, especially if time is limited.</a:t>
            </a:r>
            <a:endParaRPr/>
          </a:p>
          <a:p>
            <a:pPr indent="-171450" lvl="0" marL="171450" marR="0" rtl="0" algn="l">
              <a:lnSpc>
                <a:spcPct val="100000"/>
              </a:lnSpc>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Contact the people responsible for the meeting place and introduce yourself.</a:t>
            </a:r>
            <a:endParaRPr/>
          </a:p>
          <a:p>
            <a:pPr indent="-171450" lvl="0" marL="171450" marR="0" rtl="0" algn="l">
              <a:lnSpc>
                <a:spcPct val="100000"/>
              </a:lnSpc>
              <a:spcBef>
                <a:spcPts val="0"/>
              </a:spcBef>
              <a:spcAft>
                <a:spcPts val="0"/>
              </a:spcAft>
              <a:buClr>
                <a:srgbClr val="000000"/>
              </a:buClr>
              <a:buSzPts val="1200"/>
              <a:buFont typeface="Arial"/>
              <a:buChar char="•"/>
            </a:pPr>
            <a:r>
              <a:rPr lang="en-US" sz="1200">
                <a:solidFill>
                  <a:srgbClr val="000000"/>
                </a:solidFill>
              </a:rPr>
              <a:t>Request online administrator rights, if meetings are online.</a:t>
            </a:r>
            <a:endParaRPr sz="1200">
              <a:solidFill>
                <a:schemeClr val="dk1"/>
              </a:solidFill>
              <a:latin typeface="Calibri"/>
              <a:ea typeface="Calibri"/>
              <a:cs typeface="Calibri"/>
              <a:sym typeface="Calibri"/>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Read the Club Leadership Handbook (Item 1310) and Distinguished Club Program and Club Success Plan (Item 1111).</a:t>
            </a:r>
            <a:endParaRPr/>
          </a:p>
          <a:p>
            <a:pPr indent="-171450" lvl="0" marL="171450" rtl="0" algn="l">
              <a:spcBef>
                <a:spcPts val="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Contribute to the CSP (Club Success Plan).</a:t>
            </a:r>
            <a:endParaRPr/>
          </a:p>
          <a:p>
            <a:pPr indent="0" lvl="0" marL="0" rtl="0" algn="l">
              <a:spcBef>
                <a:spcPts val="0"/>
              </a:spcBef>
              <a:spcAft>
                <a:spcPts val="0"/>
              </a:spcAft>
              <a:buNone/>
            </a:pPr>
            <a:r>
              <a:t/>
            </a:r>
            <a:endParaRPr/>
          </a:p>
        </p:txBody>
      </p:sp>
      <p:sp>
        <p:nvSpPr>
          <p:cNvPr id="1177" name="Google Shape;1177;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p26:notes"/>
          <p:cNvSpPr/>
          <p:nvPr>
            <p:ph idx="2" type="sldImg"/>
          </p:nvPr>
        </p:nvSpPr>
        <p:spPr>
          <a:xfrm>
            <a:off x="685800" y="630238"/>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83" name="Google Shape;1183;p26:notes"/>
          <p:cNvSpPr txBox="1"/>
          <p:nvPr>
            <p:ph idx="1" type="body"/>
          </p:nvPr>
        </p:nvSpPr>
        <p:spPr>
          <a:xfrm>
            <a:off x="685800" y="3887785"/>
            <a:ext cx="5486400" cy="4625977"/>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sz="1200">
                <a:latin typeface="Arial"/>
                <a:ea typeface="Arial"/>
                <a:cs typeface="Arial"/>
                <a:sym typeface="Arial"/>
              </a:rPr>
              <a:t>Time on slide: 1 minute</a:t>
            </a:r>
            <a:endParaRPr/>
          </a:p>
          <a:p>
            <a:pPr indent="0" lvl="0" marL="0" rtl="0" algn="l">
              <a:spcBef>
                <a:spcPts val="0"/>
              </a:spcBef>
              <a:spcAft>
                <a:spcPts val="0"/>
              </a:spcAft>
              <a:buNone/>
            </a:pPr>
            <a:r>
              <a:rPr b="1" lang="en-US" sz="1200">
                <a:latin typeface="Arial"/>
                <a:ea typeface="Arial"/>
                <a:cs typeface="Arial"/>
                <a:sym typeface="Arial"/>
              </a:rPr>
              <a:t>Elapsed time: 60 minutes̶</a:t>
            </a:r>
            <a:endParaRPr/>
          </a:p>
          <a:p>
            <a:pPr indent="0" lvl="0" marL="0" rtl="0" algn="l">
              <a:lnSpc>
                <a:spcPct val="107000"/>
              </a:lnSpc>
              <a:spcBef>
                <a:spcPts val="0"/>
              </a:spcBef>
              <a:spcAft>
                <a:spcPts val="0"/>
              </a:spcAft>
              <a:buNone/>
            </a:pPr>
            <a:r>
              <a:t/>
            </a:r>
            <a:endParaRPr sz="1200">
              <a:latin typeface="Arial"/>
              <a:ea typeface="Arial"/>
              <a:cs typeface="Arial"/>
              <a:sym typeface="Arial"/>
            </a:endParaRPr>
          </a:p>
          <a:p>
            <a:pPr indent="0" lvl="0" marL="0" rtl="0" algn="l">
              <a:lnSpc>
                <a:spcPct val="107000"/>
              </a:lnSpc>
              <a:spcBef>
                <a:spcPts val="800"/>
              </a:spcBef>
              <a:spcAft>
                <a:spcPts val="0"/>
              </a:spcAft>
              <a:buNone/>
            </a:pPr>
            <a:r>
              <a:rPr b="1" lang="en-US" sz="1200">
                <a:latin typeface="Arial"/>
                <a:ea typeface="Arial"/>
                <a:cs typeface="Arial"/>
                <a:sym typeface="Arial"/>
              </a:rPr>
              <a:t>Facilitator Notes:</a:t>
            </a:r>
            <a:endParaRPr/>
          </a:p>
          <a:p>
            <a:pPr indent="0" lvl="0" marL="0" rtl="0" algn="l">
              <a:spcBef>
                <a:spcPts val="800"/>
              </a:spcBef>
              <a:spcAft>
                <a:spcPts val="0"/>
              </a:spcAft>
              <a:buNone/>
            </a:pPr>
            <a:r>
              <a:rPr lang="en-US"/>
              <a:t>(Encourage the Sergeant at Arms club officers to take action today to schedule the full year of club meetings.)</a:t>
            </a:r>
            <a:endParaRPr/>
          </a:p>
        </p:txBody>
      </p:sp>
      <p:sp>
        <p:nvSpPr>
          <p:cNvPr id="1184" name="Google Shape;1184;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 Id="rId3" Type="http://schemas.openxmlformats.org/officeDocument/2006/relationships/image" Target="../media/image1.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6" name="Shape 16"/>
        <p:cNvGrpSpPr/>
        <p:nvPr/>
      </p:nvGrpSpPr>
      <p:grpSpPr>
        <a:xfrm>
          <a:off x="0" y="0"/>
          <a:ext cx="0" cy="0"/>
          <a:chOff x="0" y="0"/>
          <a:chExt cx="0" cy="0"/>
        </a:xfrm>
      </p:grpSpPr>
      <p:sp>
        <p:nvSpPr>
          <p:cNvPr id="17" name="Google Shape;17;p28"/>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8"/>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0" name="Shape 20"/>
        <p:cNvGrpSpPr/>
        <p:nvPr/>
      </p:nvGrpSpPr>
      <p:grpSpPr>
        <a:xfrm>
          <a:off x="0" y="0"/>
          <a:ext cx="0" cy="0"/>
          <a:chOff x="0" y="0"/>
          <a:chExt cx="0" cy="0"/>
        </a:xfrm>
      </p:grpSpPr>
      <p:sp>
        <p:nvSpPr>
          <p:cNvPr id="21" name="Google Shape;21;p112"/>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12"/>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23" name="Google Shape;23;p112"/>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24" name="Google Shape;24;p112"/>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25" name="Shape 25"/>
        <p:cNvGrpSpPr/>
        <p:nvPr/>
      </p:nvGrpSpPr>
      <p:grpSpPr>
        <a:xfrm>
          <a:off x="0" y="0"/>
          <a:ext cx="0" cy="0"/>
          <a:chOff x="0" y="0"/>
          <a:chExt cx="0" cy="0"/>
        </a:xfrm>
      </p:grpSpPr>
      <p:sp>
        <p:nvSpPr>
          <p:cNvPr id="26" name="Google Shape;26;p113"/>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13"/>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8" name="Google Shape;28;p11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9" name="Google Shape;29;p113"/>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0" name="Google Shape;30;p113"/>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31" name="Shape 31"/>
        <p:cNvGrpSpPr/>
        <p:nvPr/>
      </p:nvGrpSpPr>
      <p:grpSpPr>
        <a:xfrm>
          <a:off x="0" y="0"/>
          <a:ext cx="0" cy="0"/>
          <a:chOff x="0" y="0"/>
          <a:chExt cx="0" cy="0"/>
        </a:xfrm>
      </p:grpSpPr>
      <p:sp>
        <p:nvSpPr>
          <p:cNvPr id="32" name="Google Shape;32;p11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14"/>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14"/>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1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36" name="Shape 36"/>
        <p:cNvGrpSpPr/>
        <p:nvPr/>
      </p:nvGrpSpPr>
      <p:grpSpPr>
        <a:xfrm>
          <a:off x="0" y="0"/>
          <a:ext cx="0" cy="0"/>
          <a:chOff x="0" y="0"/>
          <a:chExt cx="0" cy="0"/>
        </a:xfrm>
      </p:grpSpPr>
      <p:sp>
        <p:nvSpPr>
          <p:cNvPr id="37" name="Google Shape;37;p115"/>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15"/>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15"/>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15"/>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15"/>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1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11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1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46" name="Shape 46"/>
        <p:cNvGrpSpPr/>
        <p:nvPr/>
      </p:nvGrpSpPr>
      <p:grpSpPr>
        <a:xfrm>
          <a:off x="0" y="0"/>
          <a:ext cx="0" cy="0"/>
          <a:chOff x="0" y="0"/>
          <a:chExt cx="0" cy="0"/>
        </a:xfrm>
      </p:grpSpPr>
      <p:sp>
        <p:nvSpPr>
          <p:cNvPr id="47" name="Google Shape;47;p11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11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9" name="Google Shape;49;p117"/>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17"/>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17"/>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17"/>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117"/>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117"/>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55" name="Shape 55"/>
        <p:cNvGrpSpPr/>
        <p:nvPr/>
      </p:nvGrpSpPr>
      <p:grpSpPr>
        <a:xfrm>
          <a:off x="0" y="0"/>
          <a:ext cx="0" cy="0"/>
          <a:chOff x="0" y="0"/>
          <a:chExt cx="0" cy="0"/>
        </a:xfrm>
      </p:grpSpPr>
      <p:sp>
        <p:nvSpPr>
          <p:cNvPr id="56" name="Google Shape;56;p118"/>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7" name="Google Shape;57;p11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58" name="Google Shape;58;p118"/>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59" name="Google Shape;59;p118"/>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0" name="Google Shape;60;p118"/>
          <p:cNvSpPr/>
          <p:nvPr>
            <p:ph idx="2" type="pic"/>
          </p:nvPr>
        </p:nvSpPr>
        <p:spPr>
          <a:xfrm>
            <a:off x="1866900" y="1600200"/>
            <a:ext cx="3111500" cy="3159346"/>
          </a:xfrm>
          <a:prstGeom prst="rect">
            <a:avLst/>
          </a:prstGeom>
          <a:noFill/>
          <a:ln>
            <a:noFill/>
          </a:ln>
        </p:spPr>
      </p:sp>
      <p:sp>
        <p:nvSpPr>
          <p:cNvPr id="61" name="Google Shape;61;p118"/>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118"/>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1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64" name="Shape 64"/>
        <p:cNvGrpSpPr/>
        <p:nvPr/>
      </p:nvGrpSpPr>
      <p:grpSpPr>
        <a:xfrm>
          <a:off x="0" y="0"/>
          <a:ext cx="0" cy="0"/>
          <a:chOff x="0" y="0"/>
          <a:chExt cx="0" cy="0"/>
        </a:xfrm>
      </p:grpSpPr>
      <p:sp>
        <p:nvSpPr>
          <p:cNvPr id="65" name="Google Shape;65;p11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19"/>
          <p:cNvSpPr/>
          <p:nvPr>
            <p:ph idx="2" type="pic"/>
          </p:nvPr>
        </p:nvSpPr>
        <p:spPr>
          <a:xfrm>
            <a:off x="4928245" y="1953118"/>
            <a:ext cx="2335511" cy="2071068"/>
          </a:xfrm>
          <a:prstGeom prst="rect">
            <a:avLst/>
          </a:prstGeom>
          <a:noFill/>
          <a:ln>
            <a:noFill/>
          </a:ln>
        </p:spPr>
      </p:sp>
      <p:sp>
        <p:nvSpPr>
          <p:cNvPr id="67" name="Google Shape;67;p119"/>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19"/>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19"/>
          <p:cNvSpPr/>
          <p:nvPr>
            <p:ph idx="4" type="pic"/>
          </p:nvPr>
        </p:nvSpPr>
        <p:spPr>
          <a:xfrm>
            <a:off x="1490460" y="1953118"/>
            <a:ext cx="2335511" cy="2071068"/>
          </a:xfrm>
          <a:prstGeom prst="rect">
            <a:avLst/>
          </a:prstGeom>
          <a:noFill/>
          <a:ln>
            <a:noFill/>
          </a:ln>
        </p:spPr>
      </p:sp>
      <p:sp>
        <p:nvSpPr>
          <p:cNvPr id="70" name="Google Shape;70;p119"/>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9"/>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19"/>
          <p:cNvSpPr/>
          <p:nvPr>
            <p:ph idx="7" type="pic"/>
          </p:nvPr>
        </p:nvSpPr>
        <p:spPr>
          <a:xfrm>
            <a:off x="8360095" y="1953118"/>
            <a:ext cx="2335511" cy="2071068"/>
          </a:xfrm>
          <a:prstGeom prst="rect">
            <a:avLst/>
          </a:prstGeom>
          <a:noFill/>
          <a:ln>
            <a:noFill/>
          </a:ln>
        </p:spPr>
      </p:sp>
      <p:sp>
        <p:nvSpPr>
          <p:cNvPr id="73" name="Google Shape;73;p119"/>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19"/>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76" name="Shape 76"/>
        <p:cNvGrpSpPr/>
        <p:nvPr/>
      </p:nvGrpSpPr>
      <p:grpSpPr>
        <a:xfrm>
          <a:off x="0" y="0"/>
          <a:ext cx="0" cy="0"/>
          <a:chOff x="0" y="0"/>
          <a:chExt cx="0" cy="0"/>
        </a:xfrm>
      </p:grpSpPr>
      <p:sp>
        <p:nvSpPr>
          <p:cNvPr id="77" name="Google Shape;77;p120"/>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0"/>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12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0" name="Google Shape;80;p120"/>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81" name="Shape 81"/>
        <p:cNvGrpSpPr/>
        <p:nvPr/>
      </p:nvGrpSpPr>
      <p:grpSpPr>
        <a:xfrm>
          <a:off x="0" y="0"/>
          <a:ext cx="0" cy="0"/>
          <a:chOff x="0" y="0"/>
          <a:chExt cx="0" cy="0"/>
        </a:xfrm>
      </p:grpSpPr>
      <p:sp>
        <p:nvSpPr>
          <p:cNvPr id="82" name="Google Shape;82;p121"/>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3" name="Google Shape;83;p121"/>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21"/>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5" name="Google Shape;85;p12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6" name="Google Shape;86;p121"/>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87" name="Shape 87"/>
        <p:cNvGrpSpPr/>
        <p:nvPr/>
      </p:nvGrpSpPr>
      <p:grpSpPr>
        <a:xfrm>
          <a:off x="0" y="0"/>
          <a:ext cx="0" cy="0"/>
          <a:chOff x="0" y="0"/>
          <a:chExt cx="0" cy="0"/>
        </a:xfrm>
      </p:grpSpPr>
      <p:sp>
        <p:nvSpPr>
          <p:cNvPr id="88" name="Google Shape;88;p122"/>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 name="Google Shape;89;p122"/>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 name="Google Shape;90;p122"/>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1" name="Google Shape;91;p12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 name="Google Shape;92;p122"/>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93" name="Shape 93"/>
        <p:cNvGrpSpPr/>
        <p:nvPr/>
      </p:nvGrpSpPr>
      <p:grpSpPr>
        <a:xfrm>
          <a:off x="0" y="0"/>
          <a:ext cx="0" cy="0"/>
          <a:chOff x="0" y="0"/>
          <a:chExt cx="0" cy="0"/>
        </a:xfrm>
      </p:grpSpPr>
      <p:sp>
        <p:nvSpPr>
          <p:cNvPr id="94" name="Google Shape;94;p123"/>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123"/>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6" name="Google Shape;96;p123"/>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7" name="Google Shape;97;p123"/>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98" name="Google Shape;98;p123"/>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99" name="Google Shape;99;p123"/>
          <p:cNvSpPr/>
          <p:nvPr>
            <p:ph idx="2" type="pic"/>
          </p:nvPr>
        </p:nvSpPr>
        <p:spPr>
          <a:xfrm>
            <a:off x="6096000" y="0"/>
            <a:ext cx="6099048" cy="6217920"/>
          </a:xfrm>
          <a:prstGeom prst="rect">
            <a:avLst/>
          </a:prstGeom>
          <a:noFill/>
          <a:ln>
            <a:noFill/>
          </a:ln>
        </p:spPr>
      </p:sp>
      <p:sp>
        <p:nvSpPr>
          <p:cNvPr id="100" name="Google Shape;100;p12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101" name="Shape 101"/>
        <p:cNvGrpSpPr/>
        <p:nvPr/>
      </p:nvGrpSpPr>
      <p:grpSpPr>
        <a:xfrm>
          <a:off x="0" y="0"/>
          <a:ext cx="0" cy="0"/>
          <a:chOff x="0" y="0"/>
          <a:chExt cx="0" cy="0"/>
        </a:xfrm>
      </p:grpSpPr>
      <p:sp>
        <p:nvSpPr>
          <p:cNvPr id="102" name="Google Shape;102;p124"/>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03" name="Google Shape;103;p124"/>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24"/>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5" name="Google Shape;105;p124"/>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06" name="Google Shape;106;p124"/>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07" name="Google Shape;107;p124"/>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08" name="Google Shape;108;p124"/>
          <p:cNvSpPr/>
          <p:nvPr>
            <p:ph idx="2" type="pic"/>
          </p:nvPr>
        </p:nvSpPr>
        <p:spPr>
          <a:xfrm>
            <a:off x="6096000" y="0"/>
            <a:ext cx="6099048" cy="6217920"/>
          </a:xfrm>
          <a:prstGeom prst="rect">
            <a:avLst/>
          </a:prstGeom>
          <a:noFill/>
          <a:ln>
            <a:noFill/>
          </a:ln>
        </p:spPr>
      </p:sp>
      <p:sp>
        <p:nvSpPr>
          <p:cNvPr id="109" name="Google Shape;109;p12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110" name="Shape 110"/>
        <p:cNvGrpSpPr/>
        <p:nvPr/>
      </p:nvGrpSpPr>
      <p:grpSpPr>
        <a:xfrm>
          <a:off x="0" y="0"/>
          <a:ext cx="0" cy="0"/>
          <a:chOff x="0" y="0"/>
          <a:chExt cx="0" cy="0"/>
        </a:xfrm>
      </p:grpSpPr>
      <p:sp>
        <p:nvSpPr>
          <p:cNvPr id="111" name="Google Shape;111;p12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2" name="Google Shape;112;p125"/>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25"/>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4" name="Google Shape;114;p125"/>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5" name="Google Shape;115;p125"/>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16" name="Google Shape;116;p125"/>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17" name="Google Shape;117;p125"/>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8" name="Google Shape;118;p12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119" name="Shape 119"/>
        <p:cNvGrpSpPr/>
        <p:nvPr/>
      </p:nvGrpSpPr>
      <p:grpSpPr>
        <a:xfrm>
          <a:off x="0" y="0"/>
          <a:ext cx="0" cy="0"/>
          <a:chOff x="0" y="0"/>
          <a:chExt cx="0" cy="0"/>
        </a:xfrm>
      </p:grpSpPr>
      <p:sp>
        <p:nvSpPr>
          <p:cNvPr id="120" name="Google Shape;120;p12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1" name="Google Shape;121;p126"/>
          <p:cNvSpPr/>
          <p:nvPr>
            <p:ph idx="2" type="pic"/>
          </p:nvPr>
        </p:nvSpPr>
        <p:spPr>
          <a:xfrm>
            <a:off x="0" y="1142999"/>
            <a:ext cx="12192000" cy="5084065"/>
          </a:xfrm>
          <a:prstGeom prst="rect">
            <a:avLst/>
          </a:prstGeom>
          <a:noFill/>
          <a:ln>
            <a:noFill/>
          </a:ln>
        </p:spPr>
      </p:sp>
      <p:sp>
        <p:nvSpPr>
          <p:cNvPr id="122" name="Google Shape;122;p126"/>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3" name="Google Shape;123;p126"/>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4" name="Google Shape;124;p126"/>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125" name="Shape 125"/>
        <p:cNvGrpSpPr/>
        <p:nvPr/>
      </p:nvGrpSpPr>
      <p:grpSpPr>
        <a:xfrm>
          <a:off x="0" y="0"/>
          <a:ext cx="0" cy="0"/>
          <a:chOff x="0" y="0"/>
          <a:chExt cx="0" cy="0"/>
        </a:xfrm>
      </p:grpSpPr>
      <p:sp>
        <p:nvSpPr>
          <p:cNvPr id="126" name="Google Shape;126;p127"/>
          <p:cNvSpPr/>
          <p:nvPr>
            <p:ph idx="2" type="pic"/>
          </p:nvPr>
        </p:nvSpPr>
        <p:spPr>
          <a:xfrm>
            <a:off x="0" y="1143000"/>
            <a:ext cx="12192000" cy="5715000"/>
          </a:xfrm>
          <a:prstGeom prst="rect">
            <a:avLst/>
          </a:prstGeom>
          <a:noFill/>
          <a:ln>
            <a:noFill/>
          </a:ln>
        </p:spPr>
      </p:sp>
      <p:sp>
        <p:nvSpPr>
          <p:cNvPr id="127" name="Google Shape;127;p127"/>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28" name="Google Shape;128;p127"/>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29" name="Google Shape;129;p127"/>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130" name="Shape 130"/>
        <p:cNvGrpSpPr/>
        <p:nvPr/>
      </p:nvGrpSpPr>
      <p:grpSpPr>
        <a:xfrm>
          <a:off x="0" y="0"/>
          <a:ext cx="0" cy="0"/>
          <a:chOff x="0" y="0"/>
          <a:chExt cx="0" cy="0"/>
        </a:xfrm>
      </p:grpSpPr>
      <p:sp>
        <p:nvSpPr>
          <p:cNvPr id="131" name="Google Shape;131;p12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2" name="Google Shape;132;p128"/>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12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4" name="Google Shape;134;p12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35" name="Google Shape;135;p12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136" name="Google Shape;136;p128"/>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137" name="Google Shape;137;p128"/>
          <p:cNvGrpSpPr/>
          <p:nvPr/>
        </p:nvGrpSpPr>
        <p:grpSpPr>
          <a:xfrm>
            <a:off x="6971959" y="785112"/>
            <a:ext cx="4340506" cy="868101"/>
            <a:chOff x="382104" y="3327719"/>
            <a:chExt cx="4340506" cy="868101"/>
          </a:xfrm>
        </p:grpSpPr>
        <p:sp>
          <p:nvSpPr>
            <p:cNvPr id="138" name="Google Shape;138;p128"/>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39" name="Google Shape;139;p128"/>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0" name="Google Shape;140;p128"/>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1" name="Google Shape;141;p128"/>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2" name="Google Shape;142;p128"/>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3" name="Google Shape;143;p128"/>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44" name="Google Shape;144;p128"/>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45" name="Google Shape;145;p128"/>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46" name="Google Shape;146;p128"/>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47" name="Google Shape;147;p128"/>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148" name="Google Shape;148;p128"/>
          <p:cNvGrpSpPr/>
          <p:nvPr/>
        </p:nvGrpSpPr>
        <p:grpSpPr>
          <a:xfrm>
            <a:off x="6971959" y="1900356"/>
            <a:ext cx="4340506" cy="868101"/>
            <a:chOff x="6794478" y="3327719"/>
            <a:chExt cx="4340506" cy="868101"/>
          </a:xfrm>
        </p:grpSpPr>
        <p:sp>
          <p:nvSpPr>
            <p:cNvPr id="149" name="Google Shape;149;p128"/>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0" name="Google Shape;150;p128"/>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1" name="Google Shape;151;p128"/>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2" name="Google Shape;152;p128"/>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3" name="Google Shape;153;p128"/>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4" name="Google Shape;154;p128"/>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155" name="Google Shape;155;p128"/>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156" name="Google Shape;156;p128"/>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157" name="Google Shape;157;p128"/>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158" name="Google Shape;158;p128"/>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159" name="Google Shape;159;p128"/>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160" name="Google Shape;160;p12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161" name="Shape 161"/>
        <p:cNvGrpSpPr/>
        <p:nvPr/>
      </p:nvGrpSpPr>
      <p:grpSpPr>
        <a:xfrm>
          <a:off x="0" y="0"/>
          <a:ext cx="0" cy="0"/>
          <a:chOff x="0" y="0"/>
          <a:chExt cx="0" cy="0"/>
        </a:xfrm>
      </p:grpSpPr>
      <p:cxnSp>
        <p:nvCxnSpPr>
          <p:cNvPr id="162" name="Google Shape;162;p129"/>
          <p:cNvCxnSpPr/>
          <p:nvPr/>
        </p:nvCxnSpPr>
        <p:spPr>
          <a:xfrm>
            <a:off x="406400" y="1256580"/>
            <a:ext cx="711200" cy="0"/>
          </a:xfrm>
          <a:prstGeom prst="straightConnector1">
            <a:avLst/>
          </a:prstGeom>
          <a:noFill/>
          <a:ln cap="flat" cmpd="sng" w="28575">
            <a:solidFill>
              <a:srgbClr val="800000"/>
            </a:solidFill>
            <a:prstDash val="solid"/>
            <a:miter lim="8000"/>
            <a:headEnd len="sm" w="sm" type="none"/>
            <a:tailEnd len="sm" w="sm" type="none"/>
          </a:ln>
        </p:spPr>
      </p:cxnSp>
      <p:sp>
        <p:nvSpPr>
          <p:cNvPr id="163" name="Google Shape;163;p129"/>
          <p:cNvSpPr txBox="1"/>
          <p:nvPr>
            <p:ph type="title"/>
          </p:nvPr>
        </p:nvSpPr>
        <p:spPr>
          <a:xfrm>
            <a:off x="304800" y="533400"/>
            <a:ext cx="11484000"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129"/>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0094D6"/>
              </a:buClr>
              <a:buSzPts val="2800"/>
              <a:buChar char="•"/>
              <a:defRPr sz="2800">
                <a:solidFill>
                  <a:srgbClr val="0094D6"/>
                </a:solidFill>
                <a:latin typeface="Arial"/>
                <a:ea typeface="Arial"/>
                <a:cs typeface="Arial"/>
                <a:sym typeface="Arial"/>
              </a:defRPr>
            </a:lvl1pPr>
            <a:lvl2pPr indent="-381000" lvl="1" marL="914400" algn="l">
              <a:lnSpc>
                <a:spcPct val="90000"/>
              </a:lnSpc>
              <a:spcBef>
                <a:spcPts val="500"/>
              </a:spcBef>
              <a:spcAft>
                <a:spcPts val="0"/>
              </a:spcAft>
              <a:buClr>
                <a:srgbClr val="0094D6"/>
              </a:buClr>
              <a:buSzPts val="2400"/>
              <a:buChar char="•"/>
              <a:defRPr sz="2400">
                <a:solidFill>
                  <a:srgbClr val="0094D6"/>
                </a:solidFill>
                <a:latin typeface="Arial"/>
                <a:ea typeface="Arial"/>
                <a:cs typeface="Arial"/>
                <a:sym typeface="Arial"/>
              </a:defRPr>
            </a:lvl2pPr>
            <a:lvl3pPr indent="-355600" lvl="2" marL="1371600" algn="l">
              <a:lnSpc>
                <a:spcPct val="90000"/>
              </a:lnSpc>
              <a:spcBef>
                <a:spcPts val="500"/>
              </a:spcBef>
              <a:spcAft>
                <a:spcPts val="0"/>
              </a:spcAft>
              <a:buClr>
                <a:srgbClr val="0094D6"/>
              </a:buClr>
              <a:buSzPts val="2000"/>
              <a:buChar char="•"/>
              <a:defRPr sz="2000">
                <a:solidFill>
                  <a:srgbClr val="0094D6"/>
                </a:solidFill>
                <a:latin typeface="Arial"/>
                <a:ea typeface="Arial"/>
                <a:cs typeface="Arial"/>
                <a:sym typeface="Arial"/>
              </a:defRPr>
            </a:lvl3pPr>
            <a:lvl4pPr indent="-342900" lvl="3" marL="1828800" algn="l">
              <a:lnSpc>
                <a:spcPct val="90000"/>
              </a:lnSpc>
              <a:spcBef>
                <a:spcPts val="500"/>
              </a:spcBef>
              <a:spcAft>
                <a:spcPts val="0"/>
              </a:spcAft>
              <a:buClr>
                <a:srgbClr val="0094D6"/>
              </a:buClr>
              <a:buSzPts val="1800"/>
              <a:buChar char="•"/>
              <a:defRPr sz="1800">
                <a:solidFill>
                  <a:srgbClr val="0094D6"/>
                </a:solidFill>
                <a:latin typeface="Arial"/>
                <a:ea typeface="Arial"/>
                <a:cs typeface="Arial"/>
                <a:sym typeface="Arial"/>
              </a:defRPr>
            </a:lvl4pPr>
            <a:lvl5pPr indent="-342900" lvl="4" marL="2286000" algn="l">
              <a:lnSpc>
                <a:spcPct val="90000"/>
              </a:lnSpc>
              <a:spcBef>
                <a:spcPts val="500"/>
              </a:spcBef>
              <a:spcAft>
                <a:spcPts val="0"/>
              </a:spcAft>
              <a:buClr>
                <a:srgbClr val="0094D6"/>
              </a:buClr>
              <a:buSzPts val="1800"/>
              <a:buChar char="•"/>
              <a:defRPr sz="1800">
                <a:solidFill>
                  <a:srgbClr val="0094D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129"/>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2pPr>
            <a:lvl3pPr indent="-304800" lvl="2" marL="13716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3pPr>
            <a:lvl4pPr indent="-304800" lvl="3" marL="18288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4pPr>
            <a:lvl5pPr indent="-304800" lvl="4" marL="22860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174" name="Shape 174"/>
        <p:cNvGrpSpPr/>
        <p:nvPr/>
      </p:nvGrpSpPr>
      <p:grpSpPr>
        <a:xfrm>
          <a:off x="0" y="0"/>
          <a:ext cx="0" cy="0"/>
          <a:chOff x="0" y="0"/>
          <a:chExt cx="0" cy="0"/>
        </a:xfrm>
      </p:grpSpPr>
      <p:sp>
        <p:nvSpPr>
          <p:cNvPr id="175" name="Google Shape;175;p30"/>
          <p:cNvSpPr/>
          <p:nvPr/>
        </p:nvSpPr>
        <p:spPr>
          <a:xfrm rot="10800000">
            <a:off x="-6283" y="0"/>
            <a:ext cx="12204565"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76" name="Google Shape;176;p30"/>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30"/>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1200"/>
              <a:buNone/>
              <a:defRPr sz="12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178" name="Google Shape;178;p30"/>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179" name="Google Shape;179;p30"/>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p:cSld name="Spacer Slide">
    <p:spTree>
      <p:nvGrpSpPr>
        <p:cNvPr id="180" name="Shape 180"/>
        <p:cNvGrpSpPr/>
        <p:nvPr/>
      </p:nvGrpSpPr>
      <p:grpSpPr>
        <a:xfrm>
          <a:off x="0" y="0"/>
          <a:ext cx="0" cy="0"/>
          <a:chOff x="0" y="0"/>
          <a:chExt cx="0" cy="0"/>
        </a:xfrm>
      </p:grpSpPr>
      <p:sp>
        <p:nvSpPr>
          <p:cNvPr id="181" name="Google Shape;181;p97"/>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82" name="Google Shape;182;p97"/>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83" name="Google Shape;183;p97"/>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184" name="Google Shape;184;p97"/>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97"/>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6" name="Shape 186"/>
        <p:cNvGrpSpPr/>
        <p:nvPr/>
      </p:nvGrpSpPr>
      <p:grpSpPr>
        <a:xfrm>
          <a:off x="0" y="0"/>
          <a:ext cx="0" cy="0"/>
          <a:chOff x="0" y="0"/>
          <a:chExt cx="0" cy="0"/>
        </a:xfrm>
      </p:grpSpPr>
      <p:sp>
        <p:nvSpPr>
          <p:cNvPr id="187" name="Google Shape;187;p98"/>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8" name="Google Shape;188;p98"/>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89" name="Google Shape;189;p9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190" name="Shape 190"/>
        <p:cNvGrpSpPr/>
        <p:nvPr/>
      </p:nvGrpSpPr>
      <p:grpSpPr>
        <a:xfrm>
          <a:off x="0" y="0"/>
          <a:ext cx="0" cy="0"/>
          <a:chOff x="0" y="0"/>
          <a:chExt cx="0" cy="0"/>
        </a:xfrm>
      </p:grpSpPr>
      <p:sp>
        <p:nvSpPr>
          <p:cNvPr id="191" name="Google Shape;191;p99"/>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99"/>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3" name="Google Shape;193;p99"/>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4" name="Google Shape;194;p9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195" name="Shape 195"/>
        <p:cNvGrpSpPr/>
        <p:nvPr/>
      </p:nvGrpSpPr>
      <p:grpSpPr>
        <a:xfrm>
          <a:off x="0" y="0"/>
          <a:ext cx="0" cy="0"/>
          <a:chOff x="0" y="0"/>
          <a:chExt cx="0" cy="0"/>
        </a:xfrm>
      </p:grpSpPr>
      <p:sp>
        <p:nvSpPr>
          <p:cNvPr id="196" name="Google Shape;196;p100"/>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100"/>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198" name="Google Shape;198;p100"/>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199" name="Google Shape;199;p100"/>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200" name="Google Shape;200;p100"/>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1" name="Google Shape;201;p10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2" name="Shape 202"/>
        <p:cNvGrpSpPr/>
        <p:nvPr/>
      </p:nvGrpSpPr>
      <p:grpSpPr>
        <a:xfrm>
          <a:off x="0" y="0"/>
          <a:ext cx="0" cy="0"/>
          <a:chOff x="0" y="0"/>
          <a:chExt cx="0" cy="0"/>
        </a:xfrm>
      </p:grpSpPr>
      <p:sp>
        <p:nvSpPr>
          <p:cNvPr id="203" name="Google Shape;203;p101"/>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10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205" name="Shape 205"/>
        <p:cNvGrpSpPr/>
        <p:nvPr/>
      </p:nvGrpSpPr>
      <p:grpSpPr>
        <a:xfrm>
          <a:off x="0" y="0"/>
          <a:ext cx="0" cy="0"/>
          <a:chOff x="0" y="0"/>
          <a:chExt cx="0" cy="0"/>
        </a:xfrm>
      </p:grpSpPr>
      <p:sp>
        <p:nvSpPr>
          <p:cNvPr id="206" name="Google Shape;206;p10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7" name="Google Shape;207;p10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08" name="Google Shape;208;p102"/>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09" name="Google Shape;209;p102"/>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0" name="Google Shape;210;p102"/>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1" name="Google Shape;211;p102"/>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2" name="Google Shape;212;p102"/>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3" name="Google Shape;213;p102"/>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214" name="Shape 214"/>
        <p:cNvGrpSpPr/>
        <p:nvPr/>
      </p:nvGrpSpPr>
      <p:grpSpPr>
        <a:xfrm>
          <a:off x="0" y="0"/>
          <a:ext cx="0" cy="0"/>
          <a:chOff x="0" y="0"/>
          <a:chExt cx="0" cy="0"/>
        </a:xfrm>
      </p:grpSpPr>
      <p:sp>
        <p:nvSpPr>
          <p:cNvPr id="215" name="Google Shape;215;p10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6" name="Google Shape;216;p103"/>
          <p:cNvSpPr/>
          <p:nvPr>
            <p:ph idx="2" type="pic"/>
          </p:nvPr>
        </p:nvSpPr>
        <p:spPr>
          <a:xfrm>
            <a:off x="4928245" y="1953118"/>
            <a:ext cx="2335511" cy="2071068"/>
          </a:xfrm>
          <a:prstGeom prst="rect">
            <a:avLst/>
          </a:prstGeom>
          <a:noFill/>
          <a:ln>
            <a:noFill/>
          </a:ln>
        </p:spPr>
      </p:sp>
      <p:sp>
        <p:nvSpPr>
          <p:cNvPr id="217" name="Google Shape;217;p103"/>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8" name="Google Shape;218;p103"/>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19" name="Google Shape;219;p103"/>
          <p:cNvSpPr/>
          <p:nvPr>
            <p:ph idx="4" type="pic"/>
          </p:nvPr>
        </p:nvSpPr>
        <p:spPr>
          <a:xfrm>
            <a:off x="1490460" y="1953118"/>
            <a:ext cx="2335511" cy="2071068"/>
          </a:xfrm>
          <a:prstGeom prst="rect">
            <a:avLst/>
          </a:prstGeom>
          <a:noFill/>
          <a:ln>
            <a:noFill/>
          </a:ln>
        </p:spPr>
      </p:sp>
      <p:sp>
        <p:nvSpPr>
          <p:cNvPr id="220" name="Google Shape;220;p103"/>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1" name="Google Shape;221;p103"/>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2" name="Google Shape;222;p103"/>
          <p:cNvSpPr/>
          <p:nvPr>
            <p:ph idx="7" type="pic"/>
          </p:nvPr>
        </p:nvSpPr>
        <p:spPr>
          <a:xfrm>
            <a:off x="8360095" y="1953118"/>
            <a:ext cx="2335511" cy="2071068"/>
          </a:xfrm>
          <a:prstGeom prst="rect">
            <a:avLst/>
          </a:prstGeom>
          <a:noFill/>
          <a:ln>
            <a:noFill/>
          </a:ln>
        </p:spPr>
      </p:sp>
      <p:sp>
        <p:nvSpPr>
          <p:cNvPr id="223" name="Google Shape;223;p103"/>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4" name="Google Shape;224;p103"/>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25" name="Google Shape;225;p10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226" name="Shape 226"/>
        <p:cNvGrpSpPr/>
        <p:nvPr/>
      </p:nvGrpSpPr>
      <p:grpSpPr>
        <a:xfrm>
          <a:off x="0" y="0"/>
          <a:ext cx="0" cy="0"/>
          <a:chOff x="0" y="0"/>
          <a:chExt cx="0" cy="0"/>
        </a:xfrm>
      </p:grpSpPr>
      <p:sp>
        <p:nvSpPr>
          <p:cNvPr id="227" name="Google Shape;227;p104"/>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28" name="Google Shape;228;p104"/>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229" name="Google Shape;229;p104"/>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0" name="Google Shape;230;p104"/>
          <p:cNvSpPr/>
          <p:nvPr>
            <p:ph idx="2" type="pic"/>
          </p:nvPr>
        </p:nvSpPr>
        <p:spPr>
          <a:xfrm>
            <a:off x="1866900" y="1600200"/>
            <a:ext cx="3111500" cy="3159346"/>
          </a:xfrm>
          <a:prstGeom prst="rect">
            <a:avLst/>
          </a:prstGeom>
          <a:noFill/>
          <a:ln>
            <a:noFill/>
          </a:ln>
        </p:spPr>
      </p:sp>
      <p:sp>
        <p:nvSpPr>
          <p:cNvPr id="231" name="Google Shape;231;p104"/>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2" name="Google Shape;232;p104"/>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33" name="Google Shape;233;p104"/>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4" name="Google Shape;234;p10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35" name="Google Shape;235;p104"/>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type="blank">
  <p:cSld name="BLANK">
    <p:spTree>
      <p:nvGrpSpPr>
        <p:cNvPr id="236" name="Shape 236"/>
        <p:cNvGrpSpPr/>
        <p:nvPr/>
      </p:nvGrpSpPr>
      <p:grpSpPr>
        <a:xfrm>
          <a:off x="0" y="0"/>
          <a:ext cx="0" cy="0"/>
          <a:chOff x="0" y="0"/>
          <a:chExt cx="0" cy="0"/>
        </a:xfrm>
      </p:grpSpPr>
      <p:sp>
        <p:nvSpPr>
          <p:cNvPr id="237" name="Google Shape;237;p105"/>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38" name="Google Shape;238;p105"/>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39" name="Google Shape;239;p105"/>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40" name="Google Shape;240;p10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241" name="Shape 241"/>
        <p:cNvGrpSpPr/>
        <p:nvPr/>
      </p:nvGrpSpPr>
      <p:grpSpPr>
        <a:xfrm>
          <a:off x="0" y="0"/>
          <a:ext cx="0" cy="0"/>
          <a:chOff x="0" y="0"/>
          <a:chExt cx="0" cy="0"/>
        </a:xfrm>
      </p:grpSpPr>
      <p:sp>
        <p:nvSpPr>
          <p:cNvPr id="242" name="Google Shape;242;p106"/>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106"/>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44" name="Google Shape;244;p10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45" name="Google Shape;245;p106"/>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246" name="Shape 246"/>
        <p:cNvGrpSpPr/>
        <p:nvPr/>
      </p:nvGrpSpPr>
      <p:grpSpPr>
        <a:xfrm>
          <a:off x="0" y="0"/>
          <a:ext cx="0" cy="0"/>
          <a:chOff x="0" y="0"/>
          <a:chExt cx="0" cy="0"/>
        </a:xfrm>
      </p:grpSpPr>
      <p:sp>
        <p:nvSpPr>
          <p:cNvPr id="247" name="Google Shape;247;p107"/>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48" name="Google Shape;248;p107"/>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107"/>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250" name="Google Shape;250;p10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51" name="Google Shape;251;p107"/>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252" name="Shape 252"/>
        <p:cNvGrpSpPr/>
        <p:nvPr/>
      </p:nvGrpSpPr>
      <p:grpSpPr>
        <a:xfrm>
          <a:off x="0" y="0"/>
          <a:ext cx="0" cy="0"/>
          <a:chOff x="0" y="0"/>
          <a:chExt cx="0" cy="0"/>
        </a:xfrm>
      </p:grpSpPr>
      <p:sp>
        <p:nvSpPr>
          <p:cNvPr id="253" name="Google Shape;253;p108"/>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54" name="Google Shape;254;p108"/>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10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256" name="Google Shape;256;p108"/>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257" name="Google Shape;257;p108"/>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258" name="Google Shape;258;p108"/>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59" name="Google Shape;259;p108"/>
          <p:cNvSpPr/>
          <p:nvPr>
            <p:ph idx="2" type="pic"/>
          </p:nvPr>
        </p:nvSpPr>
        <p:spPr>
          <a:xfrm>
            <a:off x="6096000" y="0"/>
            <a:ext cx="6099048" cy="6217920"/>
          </a:xfrm>
          <a:prstGeom prst="rect">
            <a:avLst/>
          </a:prstGeom>
          <a:noFill/>
          <a:ln>
            <a:noFill/>
          </a:ln>
        </p:spPr>
      </p:sp>
      <p:sp>
        <p:nvSpPr>
          <p:cNvPr id="260" name="Google Shape;260;p10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261" name="Shape 261"/>
        <p:cNvGrpSpPr/>
        <p:nvPr/>
      </p:nvGrpSpPr>
      <p:grpSpPr>
        <a:xfrm>
          <a:off x="0" y="0"/>
          <a:ext cx="0" cy="0"/>
          <a:chOff x="0" y="0"/>
          <a:chExt cx="0" cy="0"/>
        </a:xfrm>
      </p:grpSpPr>
      <p:sp>
        <p:nvSpPr>
          <p:cNvPr id="262" name="Google Shape;262;p109"/>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3" name="Google Shape;263;p109"/>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4" name="Google Shape;264;p109"/>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5" name="Google Shape;265;p109"/>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266" name="Google Shape;266;p109"/>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267" name="Google Shape;267;p109"/>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68" name="Google Shape;268;p109"/>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69" name="Google Shape;269;p10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1"/>
                </a:solidFill>
                <a:latin typeface="Arial"/>
                <a:ea typeface="Arial"/>
                <a:cs typeface="Arial"/>
                <a:sym typeface="Arial"/>
              </a:defRPr>
            </a:lvl1pPr>
            <a:lvl2pPr indent="0" lvl="1" marL="0" algn="r">
              <a:spcBef>
                <a:spcPts val="0"/>
              </a:spcBef>
              <a:buNone/>
              <a:defRPr b="1" sz="1200">
                <a:solidFill>
                  <a:schemeClr val="dk1"/>
                </a:solidFill>
                <a:latin typeface="Arial"/>
                <a:ea typeface="Arial"/>
                <a:cs typeface="Arial"/>
                <a:sym typeface="Arial"/>
              </a:defRPr>
            </a:lvl2pPr>
            <a:lvl3pPr indent="0" lvl="2" marL="0" algn="r">
              <a:spcBef>
                <a:spcPts val="0"/>
              </a:spcBef>
              <a:buNone/>
              <a:defRPr b="1" sz="1200">
                <a:solidFill>
                  <a:schemeClr val="dk1"/>
                </a:solidFill>
                <a:latin typeface="Arial"/>
                <a:ea typeface="Arial"/>
                <a:cs typeface="Arial"/>
                <a:sym typeface="Arial"/>
              </a:defRPr>
            </a:lvl3pPr>
            <a:lvl4pPr indent="0" lvl="3" marL="0" algn="r">
              <a:spcBef>
                <a:spcPts val="0"/>
              </a:spcBef>
              <a:buNone/>
              <a:defRPr b="1" sz="1200">
                <a:solidFill>
                  <a:schemeClr val="dk1"/>
                </a:solidFill>
                <a:latin typeface="Arial"/>
                <a:ea typeface="Arial"/>
                <a:cs typeface="Arial"/>
                <a:sym typeface="Arial"/>
              </a:defRPr>
            </a:lvl4pPr>
            <a:lvl5pPr indent="0" lvl="4" marL="0" algn="r">
              <a:spcBef>
                <a:spcPts val="0"/>
              </a:spcBef>
              <a:buNone/>
              <a:defRPr b="1" sz="1200">
                <a:solidFill>
                  <a:schemeClr val="dk1"/>
                </a:solidFill>
                <a:latin typeface="Arial"/>
                <a:ea typeface="Arial"/>
                <a:cs typeface="Arial"/>
                <a:sym typeface="Arial"/>
              </a:defRPr>
            </a:lvl5pPr>
            <a:lvl6pPr indent="0" lvl="5" marL="0" algn="r">
              <a:spcBef>
                <a:spcPts val="0"/>
              </a:spcBef>
              <a:buNone/>
              <a:defRPr b="1" sz="1200">
                <a:solidFill>
                  <a:schemeClr val="dk1"/>
                </a:solidFill>
                <a:latin typeface="Arial"/>
                <a:ea typeface="Arial"/>
                <a:cs typeface="Arial"/>
                <a:sym typeface="Arial"/>
              </a:defRPr>
            </a:lvl6pPr>
            <a:lvl7pPr indent="0" lvl="6" marL="0" algn="r">
              <a:spcBef>
                <a:spcPts val="0"/>
              </a:spcBef>
              <a:buNone/>
              <a:defRPr b="1" sz="1200">
                <a:solidFill>
                  <a:schemeClr val="dk1"/>
                </a:solidFill>
                <a:latin typeface="Arial"/>
                <a:ea typeface="Arial"/>
                <a:cs typeface="Arial"/>
                <a:sym typeface="Arial"/>
              </a:defRPr>
            </a:lvl7pPr>
            <a:lvl8pPr indent="0" lvl="7" marL="0" algn="r">
              <a:spcBef>
                <a:spcPts val="0"/>
              </a:spcBef>
              <a:buNone/>
              <a:defRPr b="1" sz="1200">
                <a:solidFill>
                  <a:schemeClr val="dk1"/>
                </a:solidFill>
                <a:latin typeface="Arial"/>
                <a:ea typeface="Arial"/>
                <a:cs typeface="Arial"/>
                <a:sym typeface="Arial"/>
              </a:defRPr>
            </a:lvl8pPr>
            <a:lvl9pPr indent="0" lvl="8" marL="0" algn="r">
              <a:spcBef>
                <a:spcPts val="0"/>
              </a:spcBef>
              <a:buNone/>
              <a:defRPr b="1" sz="12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70" name="Google Shape;270;p109"/>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271" name="Shape 271"/>
        <p:cNvGrpSpPr/>
        <p:nvPr/>
      </p:nvGrpSpPr>
      <p:grpSpPr>
        <a:xfrm>
          <a:off x="0" y="0"/>
          <a:ext cx="0" cy="0"/>
          <a:chOff x="0" y="0"/>
          <a:chExt cx="0" cy="0"/>
        </a:xfrm>
      </p:grpSpPr>
      <p:sp>
        <p:nvSpPr>
          <p:cNvPr id="272" name="Google Shape;272;p110"/>
          <p:cNvSpPr/>
          <p:nvPr>
            <p:ph idx="2" type="pic"/>
          </p:nvPr>
        </p:nvSpPr>
        <p:spPr>
          <a:xfrm>
            <a:off x="0" y="1142999"/>
            <a:ext cx="12192000" cy="5084065"/>
          </a:xfrm>
          <a:prstGeom prst="rect">
            <a:avLst/>
          </a:prstGeom>
          <a:noFill/>
          <a:ln>
            <a:noFill/>
          </a:ln>
        </p:spPr>
      </p:sp>
      <p:sp>
        <p:nvSpPr>
          <p:cNvPr id="273" name="Google Shape;273;p110"/>
          <p:cNvSpPr/>
          <p:nvPr/>
        </p:nvSpPr>
        <p:spPr>
          <a:xfrm>
            <a:off x="0" y="-1"/>
            <a:ext cx="12192000" cy="114300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74" name="Google Shape;274;p11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75" name="Google Shape;275;p11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76" name="Google Shape;276;p110"/>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spTree>
      <p:nvGrpSpPr>
        <p:cNvPr id="277" name="Shape 277"/>
        <p:cNvGrpSpPr/>
        <p:nvPr/>
      </p:nvGrpSpPr>
      <p:grpSpPr>
        <a:xfrm>
          <a:off x="0" y="0"/>
          <a:ext cx="0" cy="0"/>
          <a:chOff x="0" y="0"/>
          <a:chExt cx="0" cy="0"/>
        </a:xfrm>
      </p:grpSpPr>
      <p:sp>
        <p:nvSpPr>
          <p:cNvPr id="278" name="Google Shape;278;p111"/>
          <p:cNvSpPr/>
          <p:nvPr/>
        </p:nvSpPr>
        <p:spPr>
          <a:xfrm rot="10800000">
            <a:off x="0"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279" name="Google Shape;279;p111"/>
          <p:cNvCxnSpPr/>
          <p:nvPr/>
        </p:nvCxnSpPr>
        <p:spPr>
          <a:xfrm>
            <a:off x="406402" y="989880"/>
            <a:ext cx="711200" cy="0"/>
          </a:xfrm>
          <a:prstGeom prst="straightConnector1">
            <a:avLst/>
          </a:prstGeom>
          <a:noFill/>
          <a:ln cap="flat" cmpd="sng" w="28575">
            <a:solidFill>
              <a:schemeClr val="lt1"/>
            </a:solidFill>
            <a:prstDash val="solid"/>
            <a:miter lim="8000"/>
            <a:headEnd len="sm" w="sm" type="none"/>
            <a:tailEnd len="sm" w="sm" type="none"/>
          </a:ln>
        </p:spPr>
      </p:cxnSp>
      <p:sp>
        <p:nvSpPr>
          <p:cNvPr id="280" name="Google Shape;280;p111"/>
          <p:cNvSpPr/>
          <p:nvPr>
            <p:ph idx="2" type="pic"/>
          </p:nvPr>
        </p:nvSpPr>
        <p:spPr>
          <a:xfrm>
            <a:off x="0" y="1143000"/>
            <a:ext cx="12192000" cy="5714999"/>
          </a:xfrm>
          <a:prstGeom prst="rect">
            <a:avLst/>
          </a:prstGeom>
          <a:noFill/>
          <a:ln>
            <a:noFill/>
          </a:ln>
        </p:spPr>
      </p:sp>
      <p:sp>
        <p:nvSpPr>
          <p:cNvPr id="281" name="Google Shape;281;p111"/>
          <p:cNvSpPr/>
          <p:nvPr/>
        </p:nvSpPr>
        <p:spPr>
          <a:xfrm>
            <a:off x="0" y="-1"/>
            <a:ext cx="12192000" cy="1143001"/>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82" name="Google Shape;282;p111"/>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83" name="Google Shape;283;p111"/>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pacer Slide" showMasterSp="0">
  <p:cSld name="1_Spacer Slide">
    <p:spTree>
      <p:nvGrpSpPr>
        <p:cNvPr id="290" name="Shape 290"/>
        <p:cNvGrpSpPr/>
        <p:nvPr/>
      </p:nvGrpSpPr>
      <p:grpSpPr>
        <a:xfrm>
          <a:off x="0" y="0"/>
          <a:ext cx="0" cy="0"/>
          <a:chOff x="0" y="0"/>
          <a:chExt cx="0" cy="0"/>
        </a:xfrm>
      </p:grpSpPr>
      <p:sp>
        <p:nvSpPr>
          <p:cNvPr id="291" name="Google Shape;291;p32"/>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292" name="Google Shape;292;p32"/>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293" name="Google Shape;293;p32"/>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4" name="Google Shape;294;p32"/>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295" name="Shape 295"/>
        <p:cNvGrpSpPr/>
        <p:nvPr/>
      </p:nvGrpSpPr>
      <p:grpSpPr>
        <a:xfrm>
          <a:off x="0" y="0"/>
          <a:ext cx="0" cy="0"/>
          <a:chOff x="0" y="0"/>
          <a:chExt cx="0" cy="0"/>
        </a:xfrm>
      </p:grpSpPr>
      <p:sp>
        <p:nvSpPr>
          <p:cNvPr id="296" name="Google Shape;296;p4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44"/>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98" name="Google Shape;298;p4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299" name="Shape 299"/>
        <p:cNvGrpSpPr/>
        <p:nvPr/>
      </p:nvGrpSpPr>
      <p:grpSpPr>
        <a:xfrm>
          <a:off x="0" y="0"/>
          <a:ext cx="0" cy="0"/>
          <a:chOff x="0" y="0"/>
          <a:chExt cx="0" cy="0"/>
        </a:xfrm>
      </p:grpSpPr>
      <p:sp>
        <p:nvSpPr>
          <p:cNvPr id="300" name="Google Shape;300;p130"/>
          <p:cNvSpPr/>
          <p:nvPr/>
        </p:nvSpPr>
        <p:spPr>
          <a:xfrm rot="10800000">
            <a:off x="-6283" y="0"/>
            <a:ext cx="12204565"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01" name="Google Shape;301;p130"/>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2" name="Google Shape;302;p130"/>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303" name="Google Shape;303;p130"/>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304" name="Google Shape;304;p130"/>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
        <p:nvSpPr>
          <p:cNvPr id="305" name="Google Shape;305;p130"/>
          <p:cNvSpPr txBox="1"/>
          <p:nvPr/>
        </p:nvSpPr>
        <p:spPr>
          <a:xfrm>
            <a:off x="1524000" y="5169735"/>
            <a:ext cx="9144000" cy="9144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Florian Bay, Paola Perina &amp; Diane Richardson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306" name="Shape 306"/>
        <p:cNvGrpSpPr/>
        <p:nvPr/>
      </p:nvGrpSpPr>
      <p:grpSpPr>
        <a:xfrm>
          <a:off x="0" y="0"/>
          <a:ext cx="0" cy="0"/>
          <a:chOff x="0" y="0"/>
          <a:chExt cx="0" cy="0"/>
        </a:xfrm>
      </p:grpSpPr>
      <p:sp>
        <p:nvSpPr>
          <p:cNvPr id="307" name="Google Shape;307;p131"/>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FEEE9F"/>
              </a:buClr>
              <a:buSzPts val="4500"/>
              <a:buNone/>
              <a:defRPr sz="45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131"/>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cxnSp>
        <p:nvCxnSpPr>
          <p:cNvPr id="309" name="Google Shape;309;p131"/>
          <p:cNvCxnSpPr/>
          <p:nvPr/>
        </p:nvCxnSpPr>
        <p:spPr>
          <a:xfrm>
            <a:off x="1422400" y="2743200"/>
            <a:ext cx="9347200" cy="0"/>
          </a:xfrm>
          <a:prstGeom prst="straightConnector1">
            <a:avLst/>
          </a:prstGeom>
          <a:noFill/>
          <a:ln cap="flat" cmpd="sng" w="9525">
            <a:solidFill>
              <a:schemeClr val="lt1"/>
            </a:solidFill>
            <a:prstDash val="solid"/>
            <a:miter lim="8000"/>
            <a:headEnd len="sm" w="sm" type="none"/>
            <a:tailEnd len="sm" w="sm" type="none"/>
          </a:ln>
        </p:spPr>
      </p:cxnSp>
      <p:pic>
        <p:nvPicPr>
          <p:cNvPr id="310" name="Google Shape;310;p131"/>
          <p:cNvPicPr preferRelativeResize="0"/>
          <p:nvPr/>
        </p:nvPicPr>
        <p:blipFill rotWithShape="1">
          <a:blip r:embed="rId2">
            <a:alphaModFix/>
          </a:blip>
          <a:srcRect b="0" l="0" r="0" t="0"/>
          <a:stretch/>
        </p:blipFill>
        <p:spPr>
          <a:xfrm>
            <a:off x="4706113" y="1830811"/>
            <a:ext cx="2775881" cy="429768"/>
          </a:xfrm>
          <a:prstGeom prst="rect">
            <a:avLst/>
          </a:prstGeom>
          <a:noFill/>
          <a:ln>
            <a:noFill/>
          </a:ln>
        </p:spPr>
      </p:pic>
      <p:sp>
        <p:nvSpPr>
          <p:cNvPr id="311" name="Google Shape;311;p131"/>
          <p:cNvSpPr txBox="1"/>
          <p:nvPr/>
        </p:nvSpPr>
        <p:spPr>
          <a:xfrm>
            <a:off x="1524000" y="5169735"/>
            <a:ext cx="9144000" cy="914400"/>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Florian Bay, Paola Perina &amp; Diane Richardson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p:cSld name="Spacer Slide">
    <p:spTree>
      <p:nvGrpSpPr>
        <p:cNvPr id="312" name="Shape 312"/>
        <p:cNvGrpSpPr/>
        <p:nvPr/>
      </p:nvGrpSpPr>
      <p:grpSpPr>
        <a:xfrm>
          <a:off x="0" y="0"/>
          <a:ext cx="0" cy="0"/>
          <a:chOff x="0" y="0"/>
          <a:chExt cx="0" cy="0"/>
        </a:xfrm>
      </p:grpSpPr>
      <p:sp>
        <p:nvSpPr>
          <p:cNvPr id="313" name="Google Shape;313;p132"/>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14" name="Google Shape;314;p132"/>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15" name="Google Shape;315;p132"/>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316" name="Google Shape;316;p132"/>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7" name="Google Shape;317;p132"/>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pacer Slide" showMasterSp="0">
  <p:cSld name="2_Spacer Slide">
    <p:spTree>
      <p:nvGrpSpPr>
        <p:cNvPr id="318" name="Shape 318"/>
        <p:cNvGrpSpPr/>
        <p:nvPr/>
      </p:nvGrpSpPr>
      <p:grpSpPr>
        <a:xfrm>
          <a:off x="0" y="0"/>
          <a:ext cx="0" cy="0"/>
          <a:chOff x="0" y="0"/>
          <a:chExt cx="0" cy="0"/>
        </a:xfrm>
      </p:grpSpPr>
      <p:sp>
        <p:nvSpPr>
          <p:cNvPr id="319" name="Google Shape;319;p133"/>
          <p:cNvSpPr/>
          <p:nvPr/>
        </p:nvSpPr>
        <p:spPr>
          <a:xfrm rot="10800000">
            <a:off x="-3" y="0"/>
            <a:ext cx="12192001" cy="6204857"/>
          </a:xfrm>
          <a:prstGeom prst="rect">
            <a:avLst/>
          </a:prstGeom>
          <a:gradFill>
            <a:gsLst>
              <a:gs pos="0">
                <a:srgbClr val="4D1720"/>
              </a:gs>
              <a:gs pos="74000">
                <a:srgbClr val="772432"/>
              </a:gs>
              <a:gs pos="100000">
                <a:srgbClr val="77243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0" name="Google Shape;320;p133"/>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321" name="Google Shape;321;p133"/>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322" name="Google Shape;322;p133"/>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FEEE9F"/>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133"/>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3600"/>
              <a:buNone/>
              <a:defRPr sz="36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324" name="Shape 324"/>
        <p:cNvGrpSpPr/>
        <p:nvPr/>
      </p:nvGrpSpPr>
      <p:grpSpPr>
        <a:xfrm>
          <a:off x="0" y="0"/>
          <a:ext cx="0" cy="0"/>
          <a:chOff x="0" y="0"/>
          <a:chExt cx="0" cy="0"/>
        </a:xfrm>
      </p:grpSpPr>
      <p:sp>
        <p:nvSpPr>
          <p:cNvPr id="325" name="Google Shape;325;p134"/>
          <p:cNvSpPr/>
          <p:nvPr/>
        </p:nvSpPr>
        <p:spPr>
          <a:xfrm rot="10800000">
            <a:off x="-3" y="0"/>
            <a:ext cx="12192001" cy="6204857"/>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26" name="Google Shape;326;p13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7" name="Google Shape;327;p134"/>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28" name="Google Shape;328;p13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329" name="Shape 329"/>
        <p:cNvGrpSpPr/>
        <p:nvPr/>
      </p:nvGrpSpPr>
      <p:grpSpPr>
        <a:xfrm>
          <a:off x="0" y="0"/>
          <a:ext cx="0" cy="0"/>
          <a:chOff x="0" y="0"/>
          <a:chExt cx="0" cy="0"/>
        </a:xfrm>
      </p:grpSpPr>
      <p:sp>
        <p:nvSpPr>
          <p:cNvPr id="330" name="Google Shape;330;p135"/>
          <p:cNvSpPr/>
          <p:nvPr/>
        </p:nvSpPr>
        <p:spPr>
          <a:xfrm rot="10800000">
            <a:off x="-3" y="0"/>
            <a:ext cx="12192001" cy="6204857"/>
          </a:xfrm>
          <a:prstGeom prst="rect">
            <a:avLst/>
          </a:prstGeom>
          <a:gradFill>
            <a:gsLst>
              <a:gs pos="0">
                <a:srgbClr val="4D1720"/>
              </a:gs>
              <a:gs pos="74000">
                <a:srgbClr val="772432"/>
              </a:gs>
              <a:gs pos="100000">
                <a:srgbClr val="77243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31" name="Google Shape;331;p135"/>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2" name="Google Shape;332;p135"/>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3" name="Google Shape;333;p13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334" name="Shape 334"/>
        <p:cNvGrpSpPr/>
        <p:nvPr/>
      </p:nvGrpSpPr>
      <p:grpSpPr>
        <a:xfrm>
          <a:off x="0" y="0"/>
          <a:ext cx="0" cy="0"/>
          <a:chOff x="0" y="0"/>
          <a:chExt cx="0" cy="0"/>
        </a:xfrm>
      </p:grpSpPr>
      <p:sp>
        <p:nvSpPr>
          <p:cNvPr id="335" name="Google Shape;335;p136"/>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6" name="Google Shape;336;p136"/>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7" name="Google Shape;337;p136"/>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38" name="Google Shape;338;p13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339" name="Shape 339"/>
        <p:cNvGrpSpPr/>
        <p:nvPr/>
      </p:nvGrpSpPr>
      <p:grpSpPr>
        <a:xfrm>
          <a:off x="0" y="0"/>
          <a:ext cx="0" cy="0"/>
          <a:chOff x="0" y="0"/>
          <a:chExt cx="0" cy="0"/>
        </a:xfrm>
      </p:grpSpPr>
      <p:sp>
        <p:nvSpPr>
          <p:cNvPr id="340" name="Google Shape;340;p137"/>
          <p:cNvSpPr/>
          <p:nvPr/>
        </p:nvSpPr>
        <p:spPr>
          <a:xfrm rot="10800000">
            <a:off x="0" y="-1"/>
            <a:ext cx="12192000" cy="6216556"/>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41" name="Google Shape;341;p13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2" name="Google Shape;342;p137"/>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43" name="Google Shape;343;p137"/>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44" name="Google Shape;344;p137"/>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45" name="Google Shape;345;p137"/>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46" name="Google Shape;346;p13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Comparison">
  <p:cSld name="1_Title and Content Comparison">
    <p:spTree>
      <p:nvGrpSpPr>
        <p:cNvPr id="347" name="Shape 347"/>
        <p:cNvGrpSpPr/>
        <p:nvPr/>
      </p:nvGrpSpPr>
      <p:grpSpPr>
        <a:xfrm>
          <a:off x="0" y="0"/>
          <a:ext cx="0" cy="0"/>
          <a:chOff x="0" y="0"/>
          <a:chExt cx="0" cy="0"/>
        </a:xfrm>
      </p:grpSpPr>
      <p:sp>
        <p:nvSpPr>
          <p:cNvPr id="348" name="Google Shape;348;p138"/>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9" name="Google Shape;349;p138"/>
          <p:cNvSpPr txBox="1"/>
          <p:nvPr>
            <p:ph idx="1" type="body"/>
          </p:nvPr>
        </p:nvSpPr>
        <p:spPr>
          <a:xfrm>
            <a:off x="277934"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50" name="Google Shape;350;p138"/>
          <p:cNvSpPr txBox="1"/>
          <p:nvPr>
            <p:ph idx="2" type="body"/>
          </p:nvPr>
        </p:nvSpPr>
        <p:spPr>
          <a:xfrm>
            <a:off x="277934"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1" name="Google Shape;351;p138"/>
          <p:cNvSpPr txBox="1"/>
          <p:nvPr>
            <p:ph idx="3" type="body"/>
          </p:nvPr>
        </p:nvSpPr>
        <p:spPr>
          <a:xfrm>
            <a:off x="6283452" y="1222717"/>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3000"/>
              <a:buNone/>
              <a:defRPr b="1" sz="30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352" name="Google Shape;352;p138"/>
          <p:cNvSpPr txBox="1"/>
          <p:nvPr>
            <p:ph idx="4" type="body"/>
          </p:nvPr>
        </p:nvSpPr>
        <p:spPr>
          <a:xfrm>
            <a:off x="6283452" y="2046628"/>
            <a:ext cx="5641848" cy="3820771"/>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53" name="Google Shape;353;p13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4" name="Shape 354"/>
        <p:cNvGrpSpPr/>
        <p:nvPr/>
      </p:nvGrpSpPr>
      <p:grpSpPr>
        <a:xfrm>
          <a:off x="0" y="0"/>
          <a:ext cx="0" cy="0"/>
          <a:chOff x="0" y="0"/>
          <a:chExt cx="0" cy="0"/>
        </a:xfrm>
      </p:grpSpPr>
      <p:sp>
        <p:nvSpPr>
          <p:cNvPr id="355" name="Google Shape;355;p13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6" name="Google Shape;356;p13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357" name="Shape 357"/>
        <p:cNvGrpSpPr/>
        <p:nvPr/>
      </p:nvGrpSpPr>
      <p:grpSpPr>
        <a:xfrm>
          <a:off x="0" y="0"/>
          <a:ext cx="0" cy="0"/>
          <a:chOff x="0" y="0"/>
          <a:chExt cx="0" cy="0"/>
        </a:xfrm>
      </p:grpSpPr>
      <p:sp>
        <p:nvSpPr>
          <p:cNvPr id="358" name="Google Shape;358;p140"/>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9" name="Google Shape;359;p14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60" name="Google Shape;360;p140"/>
          <p:cNvSpPr/>
          <p:nvPr>
            <p:ph idx="1" type="body"/>
          </p:nvPr>
        </p:nvSpPr>
        <p:spPr>
          <a:xfrm>
            <a:off x="8382000" y="2005584"/>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1" name="Google Shape;361;p140"/>
          <p:cNvSpPr/>
          <p:nvPr>
            <p:ph idx="2" type="body"/>
          </p:nvPr>
        </p:nvSpPr>
        <p:spPr>
          <a:xfrm>
            <a:off x="4495800" y="2011680"/>
            <a:ext cx="3200400" cy="3136392"/>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2" name="Google Shape;362;p140"/>
          <p:cNvSpPr/>
          <p:nvPr>
            <p:ph idx="3" type="body"/>
          </p:nvPr>
        </p:nvSpPr>
        <p:spPr>
          <a:xfrm>
            <a:off x="609600" y="1981200"/>
            <a:ext cx="3200400" cy="3140075"/>
          </a:xfrm>
          <a:prstGeom prst="roundRect">
            <a:avLst>
              <a:gd fmla="val 942" name="adj"/>
            </a:avLst>
          </a:prstGeom>
          <a:noFill/>
          <a:ln cap="flat" cmpd="sng" w="9525">
            <a:solidFill>
              <a:schemeClr val="lt2"/>
            </a:solidFill>
            <a:prstDash val="solid"/>
            <a:round/>
            <a:headEnd len="sm" w="sm" type="none"/>
            <a:tailEnd len="sm" w="sm" type="none"/>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3" name="Google Shape;363;p140"/>
          <p:cNvSpPr txBox="1"/>
          <p:nvPr>
            <p:ph idx="4" type="body"/>
          </p:nvPr>
        </p:nvSpPr>
        <p:spPr>
          <a:xfrm>
            <a:off x="8382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4" name="Google Shape;364;p140"/>
          <p:cNvSpPr txBox="1"/>
          <p:nvPr>
            <p:ph idx="5" type="body"/>
          </p:nvPr>
        </p:nvSpPr>
        <p:spPr>
          <a:xfrm>
            <a:off x="86106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65" name="Google Shape;365;p140"/>
          <p:cNvSpPr txBox="1"/>
          <p:nvPr>
            <p:ph idx="6" type="body"/>
          </p:nvPr>
        </p:nvSpPr>
        <p:spPr>
          <a:xfrm>
            <a:off x="4724400" y="2362200"/>
            <a:ext cx="2743200" cy="304800"/>
          </a:xfrm>
          <a:prstGeom prst="rect">
            <a:avLst/>
          </a:prstGeom>
          <a:noFill/>
          <a:ln>
            <a:noFill/>
          </a:ln>
        </p:spPr>
        <p:txBody>
          <a:bodyPr anchorCtr="0" anchor="t"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000"/>
              <a:buNone/>
              <a:defRPr b="1" i="0" sz="20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366" name="Shape 366"/>
        <p:cNvGrpSpPr/>
        <p:nvPr/>
      </p:nvGrpSpPr>
      <p:grpSpPr>
        <a:xfrm>
          <a:off x="0" y="0"/>
          <a:ext cx="0" cy="0"/>
          <a:chOff x="0" y="0"/>
          <a:chExt cx="0" cy="0"/>
        </a:xfrm>
      </p:grpSpPr>
      <p:sp>
        <p:nvSpPr>
          <p:cNvPr id="367" name="Google Shape;367;p141"/>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8" name="Google Shape;368;p141"/>
          <p:cNvSpPr/>
          <p:nvPr>
            <p:ph idx="2" type="pic"/>
          </p:nvPr>
        </p:nvSpPr>
        <p:spPr>
          <a:xfrm>
            <a:off x="4928245" y="1953118"/>
            <a:ext cx="2335511" cy="2071068"/>
          </a:xfrm>
          <a:prstGeom prst="rect">
            <a:avLst/>
          </a:prstGeom>
          <a:noFill/>
          <a:ln>
            <a:noFill/>
          </a:ln>
        </p:spPr>
      </p:sp>
      <p:sp>
        <p:nvSpPr>
          <p:cNvPr id="369" name="Google Shape;369;p141"/>
          <p:cNvSpPr/>
          <p:nvPr>
            <p:ph idx="1" type="body"/>
          </p:nvPr>
        </p:nvSpPr>
        <p:spPr>
          <a:xfrm>
            <a:off x="492231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0" name="Google Shape;370;p141"/>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1" name="Google Shape;371;p141"/>
          <p:cNvSpPr/>
          <p:nvPr>
            <p:ph idx="4" type="pic"/>
          </p:nvPr>
        </p:nvSpPr>
        <p:spPr>
          <a:xfrm>
            <a:off x="1490460" y="1953118"/>
            <a:ext cx="2335511" cy="2071068"/>
          </a:xfrm>
          <a:prstGeom prst="rect">
            <a:avLst/>
          </a:prstGeom>
          <a:noFill/>
          <a:ln>
            <a:noFill/>
          </a:ln>
        </p:spPr>
      </p:sp>
      <p:sp>
        <p:nvSpPr>
          <p:cNvPr id="372" name="Google Shape;372;p141"/>
          <p:cNvSpPr/>
          <p:nvPr>
            <p:ph idx="5" type="body"/>
          </p:nvPr>
        </p:nvSpPr>
        <p:spPr>
          <a:xfrm>
            <a:off x="1484525"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rgbClr val="F5F5F5"/>
              </a:buClr>
              <a:buSzPts val="1800"/>
              <a:buFont typeface="Arial"/>
              <a:buNone/>
              <a:defRPr sz="1800">
                <a:solidFill>
                  <a:srgbClr val="F5F5F5"/>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3" name="Google Shape;373;p141"/>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4" name="Google Shape;374;p141"/>
          <p:cNvSpPr/>
          <p:nvPr>
            <p:ph idx="7" type="pic"/>
          </p:nvPr>
        </p:nvSpPr>
        <p:spPr>
          <a:xfrm>
            <a:off x="8360095" y="1953118"/>
            <a:ext cx="2335511" cy="2071068"/>
          </a:xfrm>
          <a:prstGeom prst="rect">
            <a:avLst/>
          </a:prstGeom>
          <a:noFill/>
          <a:ln>
            <a:noFill/>
          </a:ln>
        </p:spPr>
      </p:sp>
      <p:sp>
        <p:nvSpPr>
          <p:cNvPr id="375" name="Google Shape;375;p141"/>
          <p:cNvSpPr/>
          <p:nvPr>
            <p:ph idx="8" type="body"/>
          </p:nvPr>
        </p:nvSpPr>
        <p:spPr>
          <a:xfrm>
            <a:off x="8354160" y="4024190"/>
            <a:ext cx="2347380" cy="1365954"/>
          </a:xfrm>
          <a:prstGeom prst="roundRect">
            <a:avLst>
              <a:gd fmla="val 942" name="adj"/>
            </a:avLst>
          </a:prstGeom>
          <a:solidFill>
            <a:schemeClr val="accent6"/>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lt1"/>
              </a:buClr>
              <a:buSzPts val="1800"/>
              <a:buFont typeface="Arial"/>
              <a:buNone/>
              <a:defRPr sz="1800">
                <a:solidFill>
                  <a:schemeClr val="lt1"/>
                </a:solidFill>
                <a:latin typeface="Arial"/>
                <a:ea typeface="Arial"/>
                <a:cs typeface="Arial"/>
                <a:sym typeface="Arial"/>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6" name="Google Shape;376;p141"/>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lt1"/>
              </a:buClr>
              <a:buSzPts val="2000"/>
              <a:buNone/>
              <a:defRPr b="0" i="0" sz="2000">
                <a:solidFill>
                  <a:schemeClr val="lt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77" name="Google Shape;377;p14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378" name="Shape 378"/>
        <p:cNvGrpSpPr/>
        <p:nvPr/>
      </p:nvGrpSpPr>
      <p:grpSpPr>
        <a:xfrm>
          <a:off x="0" y="0"/>
          <a:ext cx="0" cy="0"/>
          <a:chOff x="0" y="0"/>
          <a:chExt cx="0" cy="0"/>
        </a:xfrm>
      </p:grpSpPr>
      <p:sp>
        <p:nvSpPr>
          <p:cNvPr id="379" name="Google Shape;379;p142"/>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0" name="Google Shape;380;p142"/>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81" name="Google Shape;381;p142"/>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2" name="Google Shape;382;p142"/>
          <p:cNvSpPr/>
          <p:nvPr>
            <p:ph idx="2" type="pic"/>
          </p:nvPr>
        </p:nvSpPr>
        <p:spPr>
          <a:xfrm>
            <a:off x="1866900" y="1600200"/>
            <a:ext cx="3111500" cy="3159346"/>
          </a:xfrm>
          <a:prstGeom prst="rect">
            <a:avLst/>
          </a:prstGeom>
          <a:noFill/>
          <a:ln>
            <a:noFill/>
          </a:ln>
        </p:spPr>
      </p:sp>
      <p:sp>
        <p:nvSpPr>
          <p:cNvPr id="383" name="Google Shape;383;p142"/>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84" name="Google Shape;384;p142"/>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85" name="Google Shape;385;p142"/>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86" name="Google Shape;386;p14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87" name="Google Shape;387;p142"/>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 and Text" showMasterSp="0">
  <p:cSld name="1_Image and Text">
    <p:spTree>
      <p:nvGrpSpPr>
        <p:cNvPr id="388" name="Shape 388"/>
        <p:cNvGrpSpPr/>
        <p:nvPr/>
      </p:nvGrpSpPr>
      <p:grpSpPr>
        <a:xfrm>
          <a:off x="0" y="0"/>
          <a:ext cx="0" cy="0"/>
          <a:chOff x="0" y="0"/>
          <a:chExt cx="0" cy="0"/>
        </a:xfrm>
      </p:grpSpPr>
      <p:sp>
        <p:nvSpPr>
          <p:cNvPr id="389" name="Google Shape;389;p143"/>
          <p:cNvSpPr/>
          <p:nvPr/>
        </p:nvSpPr>
        <p:spPr>
          <a:xfrm>
            <a:off x="3815398" y="1066800"/>
            <a:ext cx="6509702" cy="4273994"/>
          </a:xfrm>
          <a:prstGeom prst="roundRect">
            <a:avLst>
              <a:gd fmla="val 0" name="adj"/>
            </a:avLst>
          </a:prstGeom>
          <a:solidFill>
            <a:schemeClr val="accent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390" name="Google Shape;390;p143"/>
          <p:cNvSpPr/>
          <p:nvPr/>
        </p:nvSpPr>
        <p:spPr>
          <a:xfrm>
            <a:off x="1866900" y="1600200"/>
            <a:ext cx="3111498" cy="3159346"/>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1" name="Google Shape;391;p143"/>
          <p:cNvSpPr/>
          <p:nvPr>
            <p:ph idx="2" type="pic"/>
          </p:nvPr>
        </p:nvSpPr>
        <p:spPr>
          <a:xfrm>
            <a:off x="1866900" y="1600200"/>
            <a:ext cx="3111500" cy="3159346"/>
          </a:xfrm>
          <a:prstGeom prst="rect">
            <a:avLst/>
          </a:prstGeom>
          <a:noFill/>
          <a:ln>
            <a:noFill/>
          </a:ln>
        </p:spPr>
      </p:sp>
      <p:sp>
        <p:nvSpPr>
          <p:cNvPr id="392" name="Google Shape;392;p143"/>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3200"/>
              <a:buNone/>
              <a:defRPr b="1" i="0" sz="32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93" name="Google Shape;393;p143"/>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lt1"/>
              </a:buClr>
              <a:buSzPts val="2400"/>
              <a:buNone/>
              <a:defRPr b="0" i="0" sz="2400">
                <a:solidFill>
                  <a:schemeClr val="lt1"/>
                </a:solidFill>
                <a:latin typeface="Arial"/>
                <a:ea typeface="Arial"/>
                <a:cs typeface="Arial"/>
                <a:sym typeface="Arial"/>
              </a:defRPr>
            </a:lvl1pPr>
            <a:lvl2pPr indent="-228600" lvl="1" marL="914400" algn="ctr">
              <a:lnSpc>
                <a:spcPct val="90000"/>
              </a:lnSpc>
              <a:spcBef>
                <a:spcPts val="500"/>
              </a:spcBef>
              <a:spcAft>
                <a:spcPts val="0"/>
              </a:spcAft>
              <a:buClr>
                <a:srgbClr val="FEFEFE"/>
              </a:buClr>
              <a:buSzPts val="2400"/>
              <a:buNone/>
              <a:defRPr b="0" i="0">
                <a:solidFill>
                  <a:srgbClr val="FEFEFE"/>
                </a:solidFill>
                <a:latin typeface="Open Sans"/>
                <a:ea typeface="Open Sans"/>
                <a:cs typeface="Open Sans"/>
                <a:sym typeface="Open Sans"/>
              </a:defRPr>
            </a:lvl2pPr>
            <a:lvl3pPr indent="-228600" lvl="2" marL="1371600" algn="l">
              <a:lnSpc>
                <a:spcPct val="90000"/>
              </a:lnSpc>
              <a:spcBef>
                <a:spcPts val="500"/>
              </a:spcBef>
              <a:spcAft>
                <a:spcPts val="0"/>
              </a:spcAft>
              <a:buClr>
                <a:srgbClr val="FEFEFE"/>
              </a:buClr>
              <a:buSzPts val="2000"/>
              <a:buNone/>
              <a:defRPr b="1" i="0">
                <a:solidFill>
                  <a:srgbClr val="FEFEFE"/>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FEFEFE"/>
              </a:buClr>
              <a:buSzPts val="1800"/>
              <a:buNone/>
              <a:defRPr b="1" i="0">
                <a:solidFill>
                  <a:srgbClr val="FEFEFE"/>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94" name="Google Shape;394;p143"/>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5" name="Google Shape;395;p14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96" name="Google Shape;396;p143"/>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showMasterSp="0" type="blank">
  <p:cSld name="BLANK">
    <p:spTree>
      <p:nvGrpSpPr>
        <p:cNvPr id="397" name="Shape 397"/>
        <p:cNvGrpSpPr/>
        <p:nvPr/>
      </p:nvGrpSpPr>
      <p:grpSpPr>
        <a:xfrm>
          <a:off x="0" y="0"/>
          <a:ext cx="0" cy="0"/>
          <a:chOff x="0" y="0"/>
          <a:chExt cx="0" cy="0"/>
        </a:xfrm>
      </p:grpSpPr>
      <p:sp>
        <p:nvSpPr>
          <p:cNvPr id="398" name="Google Shape;398;p144"/>
          <p:cNvSpPr/>
          <p:nvPr/>
        </p:nvSpPr>
        <p:spPr>
          <a:xfrm rot="10800000">
            <a:off x="0" y="0"/>
            <a:ext cx="12192000"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399" name="Google Shape;399;p144"/>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00" name="Google Shape;400;p144"/>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401" name="Google Shape;401;p14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lank" showMasterSp="0">
  <p:cSld name="2_Blank">
    <p:spTree>
      <p:nvGrpSpPr>
        <p:cNvPr id="402" name="Shape 402"/>
        <p:cNvGrpSpPr/>
        <p:nvPr/>
      </p:nvGrpSpPr>
      <p:grpSpPr>
        <a:xfrm>
          <a:off x="0" y="0"/>
          <a:ext cx="0" cy="0"/>
          <a:chOff x="0" y="0"/>
          <a:chExt cx="0" cy="0"/>
        </a:xfrm>
      </p:grpSpPr>
      <p:sp>
        <p:nvSpPr>
          <p:cNvPr id="403" name="Google Shape;403;p145"/>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04" name="Google Shape;404;p145"/>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405" name="Google Shape;405;p14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406" name="Shape 406"/>
        <p:cNvGrpSpPr/>
        <p:nvPr/>
      </p:nvGrpSpPr>
      <p:grpSpPr>
        <a:xfrm>
          <a:off x="0" y="0"/>
          <a:ext cx="0" cy="0"/>
          <a:chOff x="0" y="0"/>
          <a:chExt cx="0" cy="0"/>
        </a:xfrm>
      </p:grpSpPr>
      <p:sp>
        <p:nvSpPr>
          <p:cNvPr id="407" name="Google Shape;407;p146"/>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8" name="Google Shape;408;p146"/>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409" name="Google Shape;409;p14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10" name="Google Shape;410;p146"/>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411" name="Shape 411"/>
        <p:cNvGrpSpPr/>
        <p:nvPr/>
      </p:nvGrpSpPr>
      <p:grpSpPr>
        <a:xfrm>
          <a:off x="0" y="0"/>
          <a:ext cx="0" cy="0"/>
          <a:chOff x="0" y="0"/>
          <a:chExt cx="0" cy="0"/>
        </a:xfrm>
      </p:grpSpPr>
      <p:sp>
        <p:nvSpPr>
          <p:cNvPr id="412" name="Google Shape;412;p147"/>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3" name="Google Shape;413;p147"/>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solidFill>
                  <a:srgbClr val="FEEE9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4" name="Google Shape;414;p147"/>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415" name="Google Shape;415;p14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16" name="Google Shape;416;p147"/>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417" name="Shape 417"/>
        <p:cNvGrpSpPr/>
        <p:nvPr/>
      </p:nvGrpSpPr>
      <p:grpSpPr>
        <a:xfrm>
          <a:off x="0" y="0"/>
          <a:ext cx="0" cy="0"/>
          <a:chOff x="0" y="0"/>
          <a:chExt cx="0" cy="0"/>
        </a:xfrm>
      </p:grpSpPr>
      <p:sp>
        <p:nvSpPr>
          <p:cNvPr id="418" name="Google Shape;418;p148"/>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19" name="Google Shape;419;p148"/>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0" name="Google Shape;420;p14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421" name="Google Shape;421;p148"/>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422" name="Google Shape;422;p148"/>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23" name="Google Shape;423;p148"/>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
        <p:nvSpPr>
          <p:cNvPr id="424" name="Google Shape;424;p148"/>
          <p:cNvSpPr/>
          <p:nvPr>
            <p:ph idx="2" type="pic"/>
          </p:nvPr>
        </p:nvSpPr>
        <p:spPr>
          <a:xfrm>
            <a:off x="6096000" y="0"/>
            <a:ext cx="6099048" cy="6217920"/>
          </a:xfrm>
          <a:prstGeom prst="rect">
            <a:avLst/>
          </a:prstGeom>
          <a:noFill/>
          <a:ln>
            <a:noFill/>
          </a:ln>
        </p:spPr>
      </p:sp>
      <p:sp>
        <p:nvSpPr>
          <p:cNvPr id="425" name="Google Shape;425;p14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dk1"/>
                </a:solidFill>
                <a:latin typeface="Arial"/>
                <a:ea typeface="Arial"/>
                <a:cs typeface="Arial"/>
                <a:sym typeface="Arial"/>
              </a:defRPr>
            </a:lvl1pPr>
            <a:lvl2pPr indent="0" lvl="1" marL="0" algn="r">
              <a:spcBef>
                <a:spcPts val="0"/>
              </a:spcBef>
              <a:buNone/>
              <a:defRPr b="1" sz="1800">
                <a:solidFill>
                  <a:schemeClr val="dk1"/>
                </a:solidFill>
                <a:latin typeface="Arial"/>
                <a:ea typeface="Arial"/>
                <a:cs typeface="Arial"/>
                <a:sym typeface="Arial"/>
              </a:defRPr>
            </a:lvl2pPr>
            <a:lvl3pPr indent="0" lvl="2" marL="0" algn="r">
              <a:spcBef>
                <a:spcPts val="0"/>
              </a:spcBef>
              <a:buNone/>
              <a:defRPr b="1" sz="1800">
                <a:solidFill>
                  <a:schemeClr val="dk1"/>
                </a:solidFill>
                <a:latin typeface="Arial"/>
                <a:ea typeface="Arial"/>
                <a:cs typeface="Arial"/>
                <a:sym typeface="Arial"/>
              </a:defRPr>
            </a:lvl3pPr>
            <a:lvl4pPr indent="0" lvl="3" marL="0" algn="r">
              <a:spcBef>
                <a:spcPts val="0"/>
              </a:spcBef>
              <a:buNone/>
              <a:defRPr b="1" sz="1800">
                <a:solidFill>
                  <a:schemeClr val="dk1"/>
                </a:solidFill>
                <a:latin typeface="Arial"/>
                <a:ea typeface="Arial"/>
                <a:cs typeface="Arial"/>
                <a:sym typeface="Arial"/>
              </a:defRPr>
            </a:lvl4pPr>
            <a:lvl5pPr indent="0" lvl="4" marL="0" algn="r">
              <a:spcBef>
                <a:spcPts val="0"/>
              </a:spcBef>
              <a:buNone/>
              <a:defRPr b="1" sz="1800">
                <a:solidFill>
                  <a:schemeClr val="dk1"/>
                </a:solidFill>
                <a:latin typeface="Arial"/>
                <a:ea typeface="Arial"/>
                <a:cs typeface="Arial"/>
                <a:sym typeface="Arial"/>
              </a:defRPr>
            </a:lvl5pPr>
            <a:lvl6pPr indent="0" lvl="5" marL="0" algn="r">
              <a:spcBef>
                <a:spcPts val="0"/>
              </a:spcBef>
              <a:buNone/>
              <a:defRPr b="1" sz="1800">
                <a:solidFill>
                  <a:schemeClr val="dk1"/>
                </a:solidFill>
                <a:latin typeface="Arial"/>
                <a:ea typeface="Arial"/>
                <a:cs typeface="Arial"/>
                <a:sym typeface="Arial"/>
              </a:defRPr>
            </a:lvl6pPr>
            <a:lvl7pPr indent="0" lvl="6" marL="0" algn="r">
              <a:spcBef>
                <a:spcPts val="0"/>
              </a:spcBef>
              <a:buNone/>
              <a:defRPr b="1" sz="1800">
                <a:solidFill>
                  <a:schemeClr val="dk1"/>
                </a:solidFill>
                <a:latin typeface="Arial"/>
                <a:ea typeface="Arial"/>
                <a:cs typeface="Arial"/>
                <a:sym typeface="Arial"/>
              </a:defRPr>
            </a:lvl7pPr>
            <a:lvl8pPr indent="0" lvl="7" marL="0" algn="r">
              <a:spcBef>
                <a:spcPts val="0"/>
              </a:spcBef>
              <a:buNone/>
              <a:defRPr b="1" sz="1800">
                <a:solidFill>
                  <a:schemeClr val="dk1"/>
                </a:solidFill>
                <a:latin typeface="Arial"/>
                <a:ea typeface="Arial"/>
                <a:cs typeface="Arial"/>
                <a:sym typeface="Arial"/>
              </a:defRPr>
            </a:lvl8pPr>
            <a:lvl9pPr indent="0" lvl="8" marL="0" algn="r">
              <a:spcBef>
                <a:spcPts val="0"/>
              </a:spcBef>
              <a:buNone/>
              <a:defRPr b="1" sz="18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426" name="Shape 426"/>
        <p:cNvGrpSpPr/>
        <p:nvPr/>
      </p:nvGrpSpPr>
      <p:grpSpPr>
        <a:xfrm>
          <a:off x="0" y="0"/>
          <a:ext cx="0" cy="0"/>
          <a:chOff x="0" y="0"/>
          <a:chExt cx="0" cy="0"/>
        </a:xfrm>
      </p:grpSpPr>
      <p:sp>
        <p:nvSpPr>
          <p:cNvPr id="427" name="Google Shape;427;p149"/>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8" name="Google Shape;428;p149"/>
          <p:cNvSpPr/>
          <p:nvPr/>
        </p:nvSpPr>
        <p:spPr>
          <a:xfrm>
            <a:off x="6096000" y="0"/>
            <a:ext cx="6096000" cy="6208770"/>
          </a:xfrm>
          <a:prstGeom prst="rect">
            <a:avLst/>
          </a:prstGeom>
          <a:solidFill>
            <a:schemeClr val="lt1">
              <a:alpha val="10196"/>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29" name="Google Shape;429;p149"/>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0" name="Google Shape;430;p149"/>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800"/>
              <a:buNone/>
              <a:defRPr sz="28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cxnSp>
        <p:nvCxnSpPr>
          <p:cNvPr id="431" name="Google Shape;431;p149"/>
          <p:cNvCxnSpPr/>
          <p:nvPr/>
        </p:nvCxnSpPr>
        <p:spPr>
          <a:xfrm>
            <a:off x="406400" y="1476768"/>
            <a:ext cx="711200" cy="0"/>
          </a:xfrm>
          <a:prstGeom prst="straightConnector1">
            <a:avLst/>
          </a:prstGeom>
          <a:noFill/>
          <a:ln cap="flat" cmpd="sng" w="28575">
            <a:solidFill>
              <a:schemeClr val="lt1"/>
            </a:solidFill>
            <a:prstDash val="solid"/>
            <a:miter lim="8000"/>
            <a:headEnd len="sm" w="sm" type="none"/>
            <a:tailEnd len="sm" w="sm" type="none"/>
          </a:ln>
        </p:spPr>
      </p:cxnSp>
      <p:sp>
        <p:nvSpPr>
          <p:cNvPr id="432" name="Google Shape;432;p149"/>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33" name="Google Shape;433;p149"/>
          <p:cNvSpPr/>
          <p:nvPr/>
        </p:nvSpPr>
        <p:spPr>
          <a:xfrm>
            <a:off x="0" y="6212926"/>
            <a:ext cx="12192000"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4" name="Google Shape;434;p14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200">
                <a:solidFill>
                  <a:schemeClr val="dk1"/>
                </a:solidFill>
                <a:latin typeface="Arial"/>
                <a:ea typeface="Arial"/>
                <a:cs typeface="Arial"/>
                <a:sym typeface="Arial"/>
              </a:defRPr>
            </a:lvl1pPr>
            <a:lvl2pPr indent="0" lvl="1" marL="0" algn="r">
              <a:spcBef>
                <a:spcPts val="0"/>
              </a:spcBef>
              <a:buNone/>
              <a:defRPr b="1" sz="1200">
                <a:solidFill>
                  <a:schemeClr val="dk1"/>
                </a:solidFill>
                <a:latin typeface="Arial"/>
                <a:ea typeface="Arial"/>
                <a:cs typeface="Arial"/>
                <a:sym typeface="Arial"/>
              </a:defRPr>
            </a:lvl2pPr>
            <a:lvl3pPr indent="0" lvl="2" marL="0" algn="r">
              <a:spcBef>
                <a:spcPts val="0"/>
              </a:spcBef>
              <a:buNone/>
              <a:defRPr b="1" sz="1200">
                <a:solidFill>
                  <a:schemeClr val="dk1"/>
                </a:solidFill>
                <a:latin typeface="Arial"/>
                <a:ea typeface="Arial"/>
                <a:cs typeface="Arial"/>
                <a:sym typeface="Arial"/>
              </a:defRPr>
            </a:lvl3pPr>
            <a:lvl4pPr indent="0" lvl="3" marL="0" algn="r">
              <a:spcBef>
                <a:spcPts val="0"/>
              </a:spcBef>
              <a:buNone/>
              <a:defRPr b="1" sz="1200">
                <a:solidFill>
                  <a:schemeClr val="dk1"/>
                </a:solidFill>
                <a:latin typeface="Arial"/>
                <a:ea typeface="Arial"/>
                <a:cs typeface="Arial"/>
                <a:sym typeface="Arial"/>
              </a:defRPr>
            </a:lvl4pPr>
            <a:lvl5pPr indent="0" lvl="4" marL="0" algn="r">
              <a:spcBef>
                <a:spcPts val="0"/>
              </a:spcBef>
              <a:buNone/>
              <a:defRPr b="1" sz="1200">
                <a:solidFill>
                  <a:schemeClr val="dk1"/>
                </a:solidFill>
                <a:latin typeface="Arial"/>
                <a:ea typeface="Arial"/>
                <a:cs typeface="Arial"/>
                <a:sym typeface="Arial"/>
              </a:defRPr>
            </a:lvl5pPr>
            <a:lvl6pPr indent="0" lvl="5" marL="0" algn="r">
              <a:spcBef>
                <a:spcPts val="0"/>
              </a:spcBef>
              <a:buNone/>
              <a:defRPr b="1" sz="1200">
                <a:solidFill>
                  <a:schemeClr val="dk1"/>
                </a:solidFill>
                <a:latin typeface="Arial"/>
                <a:ea typeface="Arial"/>
                <a:cs typeface="Arial"/>
                <a:sym typeface="Arial"/>
              </a:defRPr>
            </a:lvl6pPr>
            <a:lvl7pPr indent="0" lvl="6" marL="0" algn="r">
              <a:spcBef>
                <a:spcPts val="0"/>
              </a:spcBef>
              <a:buNone/>
              <a:defRPr b="1" sz="1200">
                <a:solidFill>
                  <a:schemeClr val="dk1"/>
                </a:solidFill>
                <a:latin typeface="Arial"/>
                <a:ea typeface="Arial"/>
                <a:cs typeface="Arial"/>
                <a:sym typeface="Arial"/>
              </a:defRPr>
            </a:lvl7pPr>
            <a:lvl8pPr indent="0" lvl="7" marL="0" algn="r">
              <a:spcBef>
                <a:spcPts val="0"/>
              </a:spcBef>
              <a:buNone/>
              <a:defRPr b="1" sz="1200">
                <a:solidFill>
                  <a:schemeClr val="dk1"/>
                </a:solidFill>
                <a:latin typeface="Arial"/>
                <a:ea typeface="Arial"/>
                <a:cs typeface="Arial"/>
                <a:sym typeface="Arial"/>
              </a:defRPr>
            </a:lvl8pPr>
            <a:lvl9pPr indent="0" lvl="8" marL="0" algn="r">
              <a:spcBef>
                <a:spcPts val="0"/>
              </a:spcBef>
              <a:buNone/>
              <a:defRPr b="1" sz="12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435" name="Google Shape;435;p149"/>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436" name="Shape 436"/>
        <p:cNvGrpSpPr/>
        <p:nvPr/>
      </p:nvGrpSpPr>
      <p:grpSpPr>
        <a:xfrm>
          <a:off x="0" y="0"/>
          <a:ext cx="0" cy="0"/>
          <a:chOff x="0" y="0"/>
          <a:chExt cx="0" cy="0"/>
        </a:xfrm>
      </p:grpSpPr>
      <p:sp>
        <p:nvSpPr>
          <p:cNvPr id="437" name="Google Shape;437;p150"/>
          <p:cNvSpPr/>
          <p:nvPr>
            <p:ph idx="2" type="pic"/>
          </p:nvPr>
        </p:nvSpPr>
        <p:spPr>
          <a:xfrm>
            <a:off x="0" y="1142999"/>
            <a:ext cx="12192000" cy="5084065"/>
          </a:xfrm>
          <a:prstGeom prst="rect">
            <a:avLst/>
          </a:prstGeom>
          <a:noFill/>
          <a:ln>
            <a:noFill/>
          </a:ln>
        </p:spPr>
      </p:sp>
      <p:sp>
        <p:nvSpPr>
          <p:cNvPr id="438" name="Google Shape;438;p150"/>
          <p:cNvSpPr/>
          <p:nvPr/>
        </p:nvSpPr>
        <p:spPr>
          <a:xfrm>
            <a:off x="0" y="-1"/>
            <a:ext cx="12192000" cy="114300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39" name="Google Shape;439;p15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40" name="Google Shape;440;p15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41" name="Google Shape;441;p150"/>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spTree>
      <p:nvGrpSpPr>
        <p:cNvPr id="442" name="Shape 442"/>
        <p:cNvGrpSpPr/>
        <p:nvPr/>
      </p:nvGrpSpPr>
      <p:grpSpPr>
        <a:xfrm>
          <a:off x="0" y="0"/>
          <a:ext cx="0" cy="0"/>
          <a:chOff x="0" y="0"/>
          <a:chExt cx="0" cy="0"/>
        </a:xfrm>
      </p:grpSpPr>
      <p:sp>
        <p:nvSpPr>
          <p:cNvPr id="443" name="Google Shape;443;p151"/>
          <p:cNvSpPr/>
          <p:nvPr/>
        </p:nvSpPr>
        <p:spPr>
          <a:xfrm rot="10800000">
            <a:off x="0"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cxnSp>
        <p:nvCxnSpPr>
          <p:cNvPr id="444" name="Google Shape;444;p151"/>
          <p:cNvCxnSpPr/>
          <p:nvPr/>
        </p:nvCxnSpPr>
        <p:spPr>
          <a:xfrm>
            <a:off x="406402" y="989880"/>
            <a:ext cx="711200" cy="0"/>
          </a:xfrm>
          <a:prstGeom prst="straightConnector1">
            <a:avLst/>
          </a:prstGeom>
          <a:noFill/>
          <a:ln cap="flat" cmpd="sng" w="28575">
            <a:solidFill>
              <a:schemeClr val="lt1"/>
            </a:solidFill>
            <a:prstDash val="solid"/>
            <a:miter lim="8000"/>
            <a:headEnd len="sm" w="sm" type="none"/>
            <a:tailEnd len="sm" w="sm" type="none"/>
          </a:ln>
        </p:spPr>
      </p:cxnSp>
      <p:sp>
        <p:nvSpPr>
          <p:cNvPr id="445" name="Google Shape;445;p151"/>
          <p:cNvSpPr/>
          <p:nvPr>
            <p:ph idx="2" type="pic"/>
          </p:nvPr>
        </p:nvSpPr>
        <p:spPr>
          <a:xfrm>
            <a:off x="0" y="1143000"/>
            <a:ext cx="12192000" cy="5714999"/>
          </a:xfrm>
          <a:prstGeom prst="rect">
            <a:avLst/>
          </a:prstGeom>
          <a:noFill/>
          <a:ln>
            <a:noFill/>
          </a:ln>
        </p:spPr>
      </p:sp>
      <p:sp>
        <p:nvSpPr>
          <p:cNvPr id="446" name="Google Shape;446;p151"/>
          <p:cNvSpPr/>
          <p:nvPr/>
        </p:nvSpPr>
        <p:spPr>
          <a:xfrm>
            <a:off x="0" y="-1"/>
            <a:ext cx="12192000" cy="1143001"/>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47" name="Google Shape;447;p151"/>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EEE9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48" name="Google Shape;448;p151"/>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455" name="Shape 455"/>
        <p:cNvGrpSpPr/>
        <p:nvPr/>
      </p:nvGrpSpPr>
      <p:grpSpPr>
        <a:xfrm>
          <a:off x="0" y="0"/>
          <a:ext cx="0" cy="0"/>
          <a:chOff x="0" y="0"/>
          <a:chExt cx="0" cy="0"/>
        </a:xfrm>
      </p:grpSpPr>
      <p:sp>
        <p:nvSpPr>
          <p:cNvPr id="456" name="Google Shape;456;p3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7" name="Google Shape;457;p34"/>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8" name="Google Shape;458;p3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459" name="Shape 459"/>
        <p:cNvGrpSpPr/>
        <p:nvPr/>
      </p:nvGrpSpPr>
      <p:grpSpPr>
        <a:xfrm>
          <a:off x="0" y="0"/>
          <a:ext cx="0" cy="0"/>
          <a:chOff x="0" y="0"/>
          <a:chExt cx="0" cy="0"/>
        </a:xfrm>
      </p:grpSpPr>
      <p:sp>
        <p:nvSpPr>
          <p:cNvPr id="460" name="Google Shape;460;p42"/>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1" name="Google Shape;461;p42"/>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462" name="Google Shape;462;p4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63" name="Google Shape;463;p42"/>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464" name="Google Shape;464;p42"/>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465" name="Shape 465"/>
        <p:cNvGrpSpPr/>
        <p:nvPr/>
      </p:nvGrpSpPr>
      <p:grpSpPr>
        <a:xfrm>
          <a:off x="0" y="0"/>
          <a:ext cx="0" cy="0"/>
          <a:chOff x="0" y="0"/>
          <a:chExt cx="0" cy="0"/>
        </a:xfrm>
      </p:grpSpPr>
      <p:sp>
        <p:nvSpPr>
          <p:cNvPr id="466" name="Google Shape;466;p80"/>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7" name="Google Shape;467;p80"/>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468" name="Google Shape;468;p80"/>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469" name="Google Shape;469;p80"/>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470" name="Shape 470"/>
        <p:cNvGrpSpPr/>
        <p:nvPr/>
      </p:nvGrpSpPr>
      <p:grpSpPr>
        <a:xfrm>
          <a:off x="0" y="0"/>
          <a:ext cx="0" cy="0"/>
          <a:chOff x="0" y="0"/>
          <a:chExt cx="0" cy="0"/>
        </a:xfrm>
      </p:grpSpPr>
      <p:sp>
        <p:nvSpPr>
          <p:cNvPr id="471" name="Google Shape;471;p8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2" name="Google Shape;472;p81"/>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3" name="Google Shape;473;p81"/>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4" name="Google Shape;474;p8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475" name="Shape 475"/>
        <p:cNvGrpSpPr/>
        <p:nvPr/>
      </p:nvGrpSpPr>
      <p:grpSpPr>
        <a:xfrm>
          <a:off x="0" y="0"/>
          <a:ext cx="0" cy="0"/>
          <a:chOff x="0" y="0"/>
          <a:chExt cx="0" cy="0"/>
        </a:xfrm>
      </p:grpSpPr>
      <p:sp>
        <p:nvSpPr>
          <p:cNvPr id="476" name="Google Shape;476;p8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7" name="Google Shape;477;p82"/>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8" name="Google Shape;478;p82"/>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9" name="Google Shape;479;p82"/>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0" name="Google Shape;480;p82"/>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1" name="Google Shape;481;p8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82" name="Shape 482"/>
        <p:cNvGrpSpPr/>
        <p:nvPr/>
      </p:nvGrpSpPr>
      <p:grpSpPr>
        <a:xfrm>
          <a:off x="0" y="0"/>
          <a:ext cx="0" cy="0"/>
          <a:chOff x="0" y="0"/>
          <a:chExt cx="0" cy="0"/>
        </a:xfrm>
      </p:grpSpPr>
      <p:sp>
        <p:nvSpPr>
          <p:cNvPr id="483" name="Google Shape;483;p83"/>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4" name="Google Shape;484;p8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485" name="Shape 485"/>
        <p:cNvGrpSpPr/>
        <p:nvPr/>
      </p:nvGrpSpPr>
      <p:grpSpPr>
        <a:xfrm>
          <a:off x="0" y="0"/>
          <a:ext cx="0" cy="0"/>
          <a:chOff x="0" y="0"/>
          <a:chExt cx="0" cy="0"/>
        </a:xfrm>
      </p:grpSpPr>
      <p:sp>
        <p:nvSpPr>
          <p:cNvPr id="486" name="Google Shape;486;p84"/>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7" name="Google Shape;487;p8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88" name="Google Shape;488;p84"/>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9" name="Google Shape;489;p84"/>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0" name="Google Shape;490;p84"/>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1" name="Google Shape;491;p84"/>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2" name="Google Shape;492;p84"/>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3" name="Google Shape;493;p84"/>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494" name="Shape 494"/>
        <p:cNvGrpSpPr/>
        <p:nvPr/>
      </p:nvGrpSpPr>
      <p:grpSpPr>
        <a:xfrm>
          <a:off x="0" y="0"/>
          <a:ext cx="0" cy="0"/>
          <a:chOff x="0" y="0"/>
          <a:chExt cx="0" cy="0"/>
        </a:xfrm>
      </p:grpSpPr>
      <p:sp>
        <p:nvSpPr>
          <p:cNvPr id="495" name="Google Shape;495;p85"/>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496" name="Google Shape;496;p85"/>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497" name="Google Shape;497;p85"/>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498" name="Google Shape;498;p85"/>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99" name="Google Shape;499;p85"/>
          <p:cNvSpPr/>
          <p:nvPr>
            <p:ph idx="2" type="pic"/>
          </p:nvPr>
        </p:nvSpPr>
        <p:spPr>
          <a:xfrm>
            <a:off x="1866900" y="1600200"/>
            <a:ext cx="3111500" cy="3159346"/>
          </a:xfrm>
          <a:prstGeom prst="rect">
            <a:avLst/>
          </a:prstGeom>
          <a:noFill/>
          <a:ln>
            <a:noFill/>
          </a:ln>
        </p:spPr>
      </p:sp>
      <p:sp>
        <p:nvSpPr>
          <p:cNvPr id="500" name="Google Shape;500;p85"/>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1" name="Google Shape;501;p85"/>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2" name="Google Shape;502;p8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503" name="Shape 503"/>
        <p:cNvGrpSpPr/>
        <p:nvPr/>
      </p:nvGrpSpPr>
      <p:grpSpPr>
        <a:xfrm>
          <a:off x="0" y="0"/>
          <a:ext cx="0" cy="0"/>
          <a:chOff x="0" y="0"/>
          <a:chExt cx="0" cy="0"/>
        </a:xfrm>
      </p:grpSpPr>
      <p:sp>
        <p:nvSpPr>
          <p:cNvPr id="504" name="Google Shape;504;p8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5" name="Google Shape;505;p86"/>
          <p:cNvSpPr/>
          <p:nvPr>
            <p:ph idx="2" type="pic"/>
          </p:nvPr>
        </p:nvSpPr>
        <p:spPr>
          <a:xfrm>
            <a:off x="4928245" y="1953118"/>
            <a:ext cx="2335511" cy="2071068"/>
          </a:xfrm>
          <a:prstGeom prst="rect">
            <a:avLst/>
          </a:prstGeom>
          <a:noFill/>
          <a:ln>
            <a:noFill/>
          </a:ln>
        </p:spPr>
      </p:sp>
      <p:sp>
        <p:nvSpPr>
          <p:cNvPr id="506" name="Google Shape;506;p86"/>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7" name="Google Shape;507;p86"/>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8" name="Google Shape;508;p86"/>
          <p:cNvSpPr/>
          <p:nvPr>
            <p:ph idx="4" type="pic"/>
          </p:nvPr>
        </p:nvSpPr>
        <p:spPr>
          <a:xfrm>
            <a:off x="1490460" y="1953118"/>
            <a:ext cx="2335511" cy="2071068"/>
          </a:xfrm>
          <a:prstGeom prst="rect">
            <a:avLst/>
          </a:prstGeom>
          <a:noFill/>
          <a:ln>
            <a:noFill/>
          </a:ln>
        </p:spPr>
      </p:sp>
      <p:sp>
        <p:nvSpPr>
          <p:cNvPr id="509" name="Google Shape;509;p86"/>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0" name="Google Shape;510;p86"/>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1" name="Google Shape;511;p86"/>
          <p:cNvSpPr/>
          <p:nvPr>
            <p:ph idx="7" type="pic"/>
          </p:nvPr>
        </p:nvSpPr>
        <p:spPr>
          <a:xfrm>
            <a:off x="8360095" y="1953118"/>
            <a:ext cx="2335511" cy="2071068"/>
          </a:xfrm>
          <a:prstGeom prst="rect">
            <a:avLst/>
          </a:prstGeom>
          <a:noFill/>
          <a:ln>
            <a:noFill/>
          </a:ln>
        </p:spPr>
      </p:sp>
      <p:sp>
        <p:nvSpPr>
          <p:cNvPr id="512" name="Google Shape;512;p86"/>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3" name="Google Shape;513;p86"/>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4" name="Google Shape;514;p8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515" name="Shape 515"/>
        <p:cNvGrpSpPr/>
        <p:nvPr/>
      </p:nvGrpSpPr>
      <p:grpSpPr>
        <a:xfrm>
          <a:off x="0" y="0"/>
          <a:ext cx="0" cy="0"/>
          <a:chOff x="0" y="0"/>
          <a:chExt cx="0" cy="0"/>
        </a:xfrm>
      </p:grpSpPr>
      <p:sp>
        <p:nvSpPr>
          <p:cNvPr id="516" name="Google Shape;516;p87"/>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7" name="Google Shape;517;p87"/>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18" name="Google Shape;518;p8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19" name="Google Shape;519;p87"/>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520" name="Shape 520"/>
        <p:cNvGrpSpPr/>
        <p:nvPr/>
      </p:nvGrpSpPr>
      <p:grpSpPr>
        <a:xfrm>
          <a:off x="0" y="0"/>
          <a:ext cx="0" cy="0"/>
          <a:chOff x="0" y="0"/>
          <a:chExt cx="0" cy="0"/>
        </a:xfrm>
      </p:grpSpPr>
      <p:sp>
        <p:nvSpPr>
          <p:cNvPr id="521" name="Google Shape;521;p8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2" name="Google Shape;522;p88"/>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3" name="Google Shape;523;p88"/>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24" name="Google Shape;524;p8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25" name="Google Shape;525;p88"/>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526" name="Shape 526"/>
        <p:cNvGrpSpPr/>
        <p:nvPr/>
      </p:nvGrpSpPr>
      <p:grpSpPr>
        <a:xfrm>
          <a:off x="0" y="0"/>
          <a:ext cx="0" cy="0"/>
          <a:chOff x="0" y="0"/>
          <a:chExt cx="0" cy="0"/>
        </a:xfrm>
      </p:grpSpPr>
      <p:sp>
        <p:nvSpPr>
          <p:cNvPr id="527" name="Google Shape;527;p89"/>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28" name="Google Shape;528;p89"/>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9" name="Google Shape;529;p89"/>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30" name="Google Shape;530;p8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31" name="Google Shape;531;p89"/>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532" name="Shape 532"/>
        <p:cNvGrpSpPr/>
        <p:nvPr/>
      </p:nvGrpSpPr>
      <p:grpSpPr>
        <a:xfrm>
          <a:off x="0" y="0"/>
          <a:ext cx="0" cy="0"/>
          <a:chOff x="0" y="0"/>
          <a:chExt cx="0" cy="0"/>
        </a:xfrm>
      </p:grpSpPr>
      <p:sp>
        <p:nvSpPr>
          <p:cNvPr id="533" name="Google Shape;533;p90"/>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4" name="Google Shape;534;p90"/>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35" name="Google Shape;535;p90"/>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36" name="Google Shape;536;p90"/>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537" name="Google Shape;537;p90"/>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538" name="Google Shape;538;p90"/>
          <p:cNvSpPr/>
          <p:nvPr>
            <p:ph idx="2" type="pic"/>
          </p:nvPr>
        </p:nvSpPr>
        <p:spPr>
          <a:xfrm>
            <a:off x="6096000" y="0"/>
            <a:ext cx="6099048" cy="6217920"/>
          </a:xfrm>
          <a:prstGeom prst="rect">
            <a:avLst/>
          </a:prstGeom>
          <a:noFill/>
          <a:ln>
            <a:noFill/>
          </a:ln>
        </p:spPr>
      </p:sp>
      <p:sp>
        <p:nvSpPr>
          <p:cNvPr id="539" name="Google Shape;539;p9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540" name="Shape 540"/>
        <p:cNvGrpSpPr/>
        <p:nvPr/>
      </p:nvGrpSpPr>
      <p:grpSpPr>
        <a:xfrm>
          <a:off x="0" y="0"/>
          <a:ext cx="0" cy="0"/>
          <a:chOff x="0" y="0"/>
          <a:chExt cx="0" cy="0"/>
        </a:xfrm>
      </p:grpSpPr>
      <p:sp>
        <p:nvSpPr>
          <p:cNvPr id="541" name="Google Shape;541;p91"/>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42" name="Google Shape;542;p91"/>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3" name="Google Shape;543;p9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44" name="Google Shape;544;p9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45" name="Google Shape;545;p9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546" name="Google Shape;546;p91"/>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547" name="Google Shape;547;p91"/>
          <p:cNvSpPr/>
          <p:nvPr>
            <p:ph idx="2" type="pic"/>
          </p:nvPr>
        </p:nvSpPr>
        <p:spPr>
          <a:xfrm>
            <a:off x="6096000" y="0"/>
            <a:ext cx="6099048" cy="6217920"/>
          </a:xfrm>
          <a:prstGeom prst="rect">
            <a:avLst/>
          </a:prstGeom>
          <a:noFill/>
          <a:ln>
            <a:noFill/>
          </a:ln>
        </p:spPr>
      </p:sp>
      <p:sp>
        <p:nvSpPr>
          <p:cNvPr id="548" name="Google Shape;548;p9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549" name="Shape 549"/>
        <p:cNvGrpSpPr/>
        <p:nvPr/>
      </p:nvGrpSpPr>
      <p:grpSpPr>
        <a:xfrm>
          <a:off x="0" y="0"/>
          <a:ext cx="0" cy="0"/>
          <a:chOff x="0" y="0"/>
          <a:chExt cx="0" cy="0"/>
        </a:xfrm>
      </p:grpSpPr>
      <p:sp>
        <p:nvSpPr>
          <p:cNvPr id="550" name="Google Shape;550;p92"/>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1" name="Google Shape;551;p92"/>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2" name="Google Shape;552;p92"/>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53" name="Google Shape;553;p92"/>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54" name="Google Shape;554;p92"/>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555" name="Google Shape;555;p92"/>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556" name="Google Shape;556;p92"/>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7" name="Google Shape;557;p9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558" name="Shape 558"/>
        <p:cNvGrpSpPr/>
        <p:nvPr/>
      </p:nvGrpSpPr>
      <p:grpSpPr>
        <a:xfrm>
          <a:off x="0" y="0"/>
          <a:ext cx="0" cy="0"/>
          <a:chOff x="0" y="0"/>
          <a:chExt cx="0" cy="0"/>
        </a:xfrm>
      </p:grpSpPr>
      <p:sp>
        <p:nvSpPr>
          <p:cNvPr id="559" name="Google Shape;559;p9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60" name="Google Shape;560;p93"/>
          <p:cNvSpPr/>
          <p:nvPr>
            <p:ph idx="2" type="pic"/>
          </p:nvPr>
        </p:nvSpPr>
        <p:spPr>
          <a:xfrm>
            <a:off x="0" y="1142999"/>
            <a:ext cx="12192000" cy="5084065"/>
          </a:xfrm>
          <a:prstGeom prst="rect">
            <a:avLst/>
          </a:prstGeom>
          <a:noFill/>
          <a:ln>
            <a:noFill/>
          </a:ln>
        </p:spPr>
      </p:sp>
      <p:sp>
        <p:nvSpPr>
          <p:cNvPr id="561" name="Google Shape;561;p93"/>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2" name="Google Shape;562;p93"/>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63" name="Google Shape;563;p93"/>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564" name="Shape 564"/>
        <p:cNvGrpSpPr/>
        <p:nvPr/>
      </p:nvGrpSpPr>
      <p:grpSpPr>
        <a:xfrm>
          <a:off x="0" y="0"/>
          <a:ext cx="0" cy="0"/>
          <a:chOff x="0" y="0"/>
          <a:chExt cx="0" cy="0"/>
        </a:xfrm>
      </p:grpSpPr>
      <p:sp>
        <p:nvSpPr>
          <p:cNvPr id="565" name="Google Shape;565;p94"/>
          <p:cNvSpPr/>
          <p:nvPr>
            <p:ph idx="2" type="pic"/>
          </p:nvPr>
        </p:nvSpPr>
        <p:spPr>
          <a:xfrm>
            <a:off x="0" y="1143000"/>
            <a:ext cx="12192000" cy="5715000"/>
          </a:xfrm>
          <a:prstGeom prst="rect">
            <a:avLst/>
          </a:prstGeom>
          <a:noFill/>
          <a:ln>
            <a:noFill/>
          </a:ln>
        </p:spPr>
      </p:sp>
      <p:sp>
        <p:nvSpPr>
          <p:cNvPr id="566" name="Google Shape;566;p94"/>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7" name="Google Shape;567;p94"/>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568" name="Google Shape;568;p94"/>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569" name="Shape 569"/>
        <p:cNvGrpSpPr/>
        <p:nvPr/>
      </p:nvGrpSpPr>
      <p:grpSpPr>
        <a:xfrm>
          <a:off x="0" y="0"/>
          <a:ext cx="0" cy="0"/>
          <a:chOff x="0" y="0"/>
          <a:chExt cx="0" cy="0"/>
        </a:xfrm>
      </p:grpSpPr>
      <p:sp>
        <p:nvSpPr>
          <p:cNvPr id="570" name="Google Shape;570;p9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1" name="Google Shape;571;p95"/>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2" name="Google Shape;572;p95"/>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3" name="Google Shape;573;p95"/>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574" name="Google Shape;574;p95"/>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575" name="Google Shape;575;p95"/>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576" name="Google Shape;576;p95"/>
          <p:cNvGrpSpPr/>
          <p:nvPr/>
        </p:nvGrpSpPr>
        <p:grpSpPr>
          <a:xfrm>
            <a:off x="6971959" y="785112"/>
            <a:ext cx="4340506" cy="868101"/>
            <a:chOff x="382104" y="3327719"/>
            <a:chExt cx="4340506" cy="868101"/>
          </a:xfrm>
        </p:grpSpPr>
        <p:sp>
          <p:nvSpPr>
            <p:cNvPr id="577" name="Google Shape;577;p95"/>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8" name="Google Shape;578;p95"/>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79" name="Google Shape;579;p95"/>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0" name="Google Shape;580;p95"/>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1" name="Google Shape;581;p95"/>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2" name="Google Shape;582;p95"/>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583" name="Google Shape;583;p95"/>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584" name="Google Shape;584;p95"/>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585" name="Google Shape;585;p95"/>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586" name="Google Shape;586;p95"/>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587" name="Google Shape;587;p95"/>
          <p:cNvGrpSpPr/>
          <p:nvPr/>
        </p:nvGrpSpPr>
        <p:grpSpPr>
          <a:xfrm>
            <a:off x="6971959" y="1900356"/>
            <a:ext cx="4340506" cy="868101"/>
            <a:chOff x="6794478" y="3327719"/>
            <a:chExt cx="4340506" cy="868101"/>
          </a:xfrm>
        </p:grpSpPr>
        <p:sp>
          <p:nvSpPr>
            <p:cNvPr id="588" name="Google Shape;588;p95"/>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89" name="Google Shape;589;p95"/>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0" name="Google Shape;590;p95"/>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1" name="Google Shape;591;p95"/>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2" name="Google Shape;592;p95"/>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93" name="Google Shape;593;p95"/>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594" name="Google Shape;594;p95"/>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595" name="Google Shape;595;p95"/>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596" name="Google Shape;596;p95"/>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597" name="Google Shape;597;p95"/>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598" name="Google Shape;598;p95"/>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599" name="Google Shape;599;p9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1_Title and Large Image">
    <p:spTree>
      <p:nvGrpSpPr>
        <p:cNvPr id="600" name="Shape 600"/>
        <p:cNvGrpSpPr/>
        <p:nvPr/>
      </p:nvGrpSpPr>
      <p:grpSpPr>
        <a:xfrm>
          <a:off x="0" y="0"/>
          <a:ext cx="0" cy="0"/>
          <a:chOff x="0" y="0"/>
          <a:chExt cx="0" cy="0"/>
        </a:xfrm>
      </p:grpSpPr>
      <p:sp>
        <p:nvSpPr>
          <p:cNvPr id="601" name="Google Shape;601;p9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1pPr>
            <a:lvl2pPr indent="0" lvl="1"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2pPr>
            <a:lvl3pPr indent="0" lvl="2"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3pPr>
            <a:lvl4pPr indent="0" lvl="3"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4pPr>
            <a:lvl5pPr indent="0" lvl="4"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5pPr>
            <a:lvl6pPr indent="0" lvl="5"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6pPr>
            <a:lvl7pPr indent="0" lvl="6"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7pPr>
            <a:lvl8pPr indent="0" lvl="7"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8pPr>
            <a:lvl9pPr indent="0" lvl="8"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602" name="Google Shape;602;p96"/>
          <p:cNvSpPr/>
          <p:nvPr>
            <p:ph idx="2" type="pic"/>
          </p:nvPr>
        </p:nvSpPr>
        <p:spPr>
          <a:xfrm>
            <a:off x="0" y="1142999"/>
            <a:ext cx="12192000" cy="5084065"/>
          </a:xfrm>
          <a:prstGeom prst="rect">
            <a:avLst/>
          </a:prstGeom>
          <a:noFill/>
          <a:ln>
            <a:noFill/>
          </a:ln>
        </p:spPr>
      </p:sp>
      <p:sp>
        <p:nvSpPr>
          <p:cNvPr id="603" name="Google Shape;603;p96"/>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04" name="Google Shape;604;p96"/>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605" name="Google Shape;605;p96"/>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609" name="Shape 609"/>
        <p:cNvGrpSpPr/>
        <p:nvPr/>
      </p:nvGrpSpPr>
      <p:grpSpPr>
        <a:xfrm>
          <a:off x="0" y="0"/>
          <a:ext cx="0" cy="0"/>
          <a:chOff x="0" y="0"/>
          <a:chExt cx="0" cy="0"/>
        </a:xfrm>
      </p:grpSpPr>
      <p:sp>
        <p:nvSpPr>
          <p:cNvPr id="610" name="Google Shape;610;p36"/>
          <p:cNvSpPr txBox="1"/>
          <p:nvPr>
            <p:ph type="title"/>
          </p:nvPr>
        </p:nvSpPr>
        <p:spPr>
          <a:xfrm>
            <a:off x="304800" y="533400"/>
            <a:ext cx="11484000" cy="645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611" name="Google Shape;611;p36"/>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marR="0" rtl="0" algn="l">
              <a:spcBef>
                <a:spcPts val="560"/>
              </a:spcBef>
              <a:spcAft>
                <a:spcPts val="0"/>
              </a:spcAft>
              <a:buClr>
                <a:srgbClr val="800000"/>
              </a:buClr>
              <a:buSzPts val="2800"/>
              <a:buFont typeface="Arimo"/>
              <a:buChar char="▸"/>
              <a:defRPr b="0" i="0" sz="2800" u="none" cap="none" strike="noStrike">
                <a:solidFill>
                  <a:srgbClr val="595959"/>
                </a:solidFill>
                <a:latin typeface="Arial"/>
                <a:ea typeface="Arial"/>
                <a:cs typeface="Arial"/>
                <a:sym typeface="Arial"/>
              </a:defRPr>
            </a:lvl1pPr>
            <a:lvl2pPr indent="-350520" lvl="1" marL="914400" marR="0" rtl="0" algn="l">
              <a:spcBef>
                <a:spcPts val="480"/>
              </a:spcBef>
              <a:spcAft>
                <a:spcPts val="0"/>
              </a:spcAft>
              <a:buClr>
                <a:srgbClr val="063052"/>
              </a:buClr>
              <a:buSzPts val="1920"/>
              <a:buFont typeface="Noto Sans Symbols"/>
              <a:buChar char="▪"/>
              <a:defRPr b="0" i="0" sz="2400" u="none" cap="none" strike="noStrike">
                <a:solidFill>
                  <a:srgbClr val="595959"/>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rgbClr val="595959"/>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Noto Sans Symbols"/>
              <a:buChar char="✔"/>
              <a:defRPr b="0" i="0" sz="1800" u="none" cap="none" strike="noStrike">
                <a:solidFill>
                  <a:srgbClr val="595959"/>
                </a:solidFill>
                <a:latin typeface="Arial"/>
                <a:ea typeface="Arial"/>
                <a:cs typeface="Arial"/>
                <a:sym typeface="Arial"/>
              </a:defRPr>
            </a:lvl4pPr>
            <a:lvl5pPr indent="-342900" lvl="4" marL="2286000" marR="0" rtl="0" algn="l">
              <a:spcBef>
                <a:spcPts val="360"/>
              </a:spcBef>
              <a:spcAft>
                <a:spcPts val="0"/>
              </a:spcAft>
              <a:buClr>
                <a:srgbClr val="800000"/>
              </a:buClr>
              <a:buSzPts val="1800"/>
              <a:buFont typeface="Courier New"/>
              <a:buChar char="o"/>
              <a:defRPr b="0" i="0" sz="1800" u="none" cap="none" strike="noStrike">
                <a:solidFill>
                  <a:srgbClr val="595959"/>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612" name="Google Shape;612;p36"/>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dark bkgd" showMasterSp="0">
  <p:cSld name="Title Slide-dark bkgd">
    <p:bg>
      <p:bgPr>
        <a:blipFill>
          <a:blip r:embed="rId2">
            <a:alphaModFix/>
          </a:blip>
          <a:stretch>
            <a:fillRect/>
          </a:stretch>
        </a:blipFill>
      </p:bgPr>
    </p:bg>
    <p:spTree>
      <p:nvGrpSpPr>
        <p:cNvPr id="613" name="Shape 613"/>
        <p:cNvGrpSpPr/>
        <p:nvPr/>
      </p:nvGrpSpPr>
      <p:grpSpPr>
        <a:xfrm>
          <a:off x="0" y="0"/>
          <a:ext cx="0" cy="0"/>
          <a:chOff x="0" y="0"/>
          <a:chExt cx="0" cy="0"/>
        </a:xfrm>
      </p:grpSpPr>
      <p:sp>
        <p:nvSpPr>
          <p:cNvPr id="614" name="Google Shape;614;p152"/>
          <p:cNvSpPr/>
          <p:nvPr/>
        </p:nvSpPr>
        <p:spPr>
          <a:xfrm rot="10800000">
            <a:off x="-6282" y="0"/>
            <a:ext cx="12204565" cy="6858000"/>
          </a:xfrm>
          <a:prstGeom prst="rect">
            <a:avLst/>
          </a:prstGeom>
          <a:gradFill>
            <a:gsLst>
              <a:gs pos="0">
                <a:srgbClr val="1B2D44"/>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615" name="Google Shape;615;p152"/>
          <p:cNvPicPr preferRelativeResize="0"/>
          <p:nvPr/>
        </p:nvPicPr>
        <p:blipFill rotWithShape="1">
          <a:blip r:embed="rId3">
            <a:alphaModFix/>
          </a:blip>
          <a:srcRect b="0" l="0" r="0" t="0"/>
          <a:stretch/>
        </p:blipFill>
        <p:spPr>
          <a:xfrm>
            <a:off x="4573524" y="1671826"/>
            <a:ext cx="3044952" cy="694944"/>
          </a:xfrm>
          <a:prstGeom prst="rect">
            <a:avLst/>
          </a:prstGeom>
          <a:noFill/>
          <a:ln>
            <a:noFill/>
          </a:ln>
        </p:spPr>
      </p:pic>
      <p:cxnSp>
        <p:nvCxnSpPr>
          <p:cNvPr id="616" name="Google Shape;616;p152"/>
          <p:cNvCxnSpPr/>
          <p:nvPr/>
        </p:nvCxnSpPr>
        <p:spPr>
          <a:xfrm>
            <a:off x="1422400" y="2743200"/>
            <a:ext cx="9347200" cy="0"/>
          </a:xfrm>
          <a:prstGeom prst="straightConnector1">
            <a:avLst/>
          </a:prstGeom>
          <a:noFill/>
          <a:ln cap="flat" cmpd="sng" w="9525">
            <a:solidFill>
              <a:schemeClr val="lt1"/>
            </a:solidFill>
            <a:prstDash val="solid"/>
            <a:round/>
            <a:headEnd len="sm" w="sm" type="none"/>
            <a:tailEnd len="sm" w="sm" type="none"/>
          </a:ln>
        </p:spPr>
      </p:cxnSp>
      <p:sp>
        <p:nvSpPr>
          <p:cNvPr id="617" name="Google Shape;617;p152"/>
          <p:cNvSpPr txBox="1"/>
          <p:nvPr>
            <p:ph type="title"/>
          </p:nvPr>
        </p:nvSpPr>
        <p:spPr>
          <a:xfrm>
            <a:off x="838200" y="3200400"/>
            <a:ext cx="10515600" cy="685793"/>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4000" u="none" cap="none" strike="noStrike">
                <a:solidFill>
                  <a:srgbClr val="FFF0A0"/>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618" name="Google Shape;618;p152"/>
          <p:cNvSpPr txBox="1"/>
          <p:nvPr>
            <p:ph idx="1" type="body"/>
          </p:nvPr>
        </p:nvSpPr>
        <p:spPr>
          <a:xfrm>
            <a:off x="2197100" y="4038600"/>
            <a:ext cx="7797800" cy="914400"/>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600"/>
              </a:spcBef>
              <a:spcAft>
                <a:spcPts val="0"/>
              </a:spcAft>
              <a:buClr>
                <a:srgbClr val="800000"/>
              </a:buClr>
              <a:buSzPts val="2610"/>
              <a:buFont typeface="Arimo"/>
              <a:buNone/>
              <a:defRPr b="0" i="0" sz="3000" u="none" cap="none" strike="noStrike">
                <a:solidFill>
                  <a:srgbClr val="EBEBEB"/>
                </a:solidFill>
                <a:latin typeface="Arial"/>
                <a:ea typeface="Arial"/>
                <a:cs typeface="Arial"/>
                <a:sym typeface="Arial"/>
              </a:defRPr>
            </a:lvl1pPr>
            <a:lvl2pPr indent="-320040" lvl="1" marL="914400" marR="0" rtl="0" algn="l">
              <a:spcBef>
                <a:spcPts val="360"/>
              </a:spcBef>
              <a:spcAft>
                <a:spcPts val="0"/>
              </a:spcAft>
              <a:buClr>
                <a:srgbClr val="063052"/>
              </a:buClr>
              <a:buSzPts val="1440"/>
              <a:buFont typeface="Noto Sans Symbols"/>
              <a:buChar char="▪"/>
              <a:defRPr b="0" i="0" sz="1800" u="none" cap="none" strike="noStrike">
                <a:solidFill>
                  <a:schemeClr val="dk1"/>
                </a:solidFill>
                <a:latin typeface="Open Sans"/>
                <a:ea typeface="Open Sans"/>
                <a:cs typeface="Open Sans"/>
                <a:sym typeface="Open Sans"/>
              </a:defRPr>
            </a:lvl2pPr>
            <a:lvl3pPr indent="-342900" lvl="2" marL="1371600" marR="0" rtl="0" algn="l">
              <a:spcBef>
                <a:spcPts val="360"/>
              </a:spcBef>
              <a:spcAft>
                <a:spcPts val="0"/>
              </a:spcAft>
              <a:buClr>
                <a:srgbClr val="800000"/>
              </a:buClr>
              <a:buSzPts val="1800"/>
              <a:buFont typeface="Open Sans"/>
              <a:buChar char="•"/>
              <a:defRPr b="0" i="0" sz="1800" u="none" cap="none" strike="noStrike">
                <a:solidFill>
                  <a:schemeClr val="dk1"/>
                </a:solidFill>
                <a:latin typeface="Open Sans"/>
                <a:ea typeface="Open Sans"/>
                <a:cs typeface="Open Sans"/>
                <a:sym typeface="Open Sans"/>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Open Sans"/>
                <a:ea typeface="Open Sans"/>
                <a:cs typeface="Open Sans"/>
                <a:sym typeface="Open Sans"/>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light bkgd" showMasterSp="0">
  <p:cSld name="Title Slide-light bkgd">
    <p:spTree>
      <p:nvGrpSpPr>
        <p:cNvPr id="619" name="Shape 619"/>
        <p:cNvGrpSpPr/>
        <p:nvPr/>
      </p:nvGrpSpPr>
      <p:grpSpPr>
        <a:xfrm>
          <a:off x="0" y="0"/>
          <a:ext cx="0" cy="0"/>
          <a:chOff x="0" y="0"/>
          <a:chExt cx="0" cy="0"/>
        </a:xfrm>
      </p:grpSpPr>
      <p:cxnSp>
        <p:nvCxnSpPr>
          <p:cNvPr id="620" name="Google Shape;620;p153"/>
          <p:cNvCxnSpPr/>
          <p:nvPr/>
        </p:nvCxnSpPr>
        <p:spPr>
          <a:xfrm>
            <a:off x="1422400" y="2743200"/>
            <a:ext cx="9347200" cy="0"/>
          </a:xfrm>
          <a:prstGeom prst="straightConnector1">
            <a:avLst/>
          </a:prstGeom>
          <a:noFill/>
          <a:ln cap="flat" cmpd="sng" w="9525">
            <a:solidFill>
              <a:srgbClr val="A9B2B1"/>
            </a:solidFill>
            <a:prstDash val="solid"/>
            <a:round/>
            <a:headEnd len="sm" w="sm" type="none"/>
            <a:tailEnd len="sm" w="sm" type="none"/>
          </a:ln>
        </p:spPr>
      </p:cxnSp>
      <p:sp>
        <p:nvSpPr>
          <p:cNvPr id="621" name="Google Shape;621;p153"/>
          <p:cNvSpPr txBox="1"/>
          <p:nvPr>
            <p:ph type="title"/>
          </p:nvPr>
        </p:nvSpPr>
        <p:spPr>
          <a:xfrm>
            <a:off x="838200" y="3200401"/>
            <a:ext cx="10515600" cy="533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622" name="Google Shape;622;p153"/>
          <p:cNvSpPr txBox="1"/>
          <p:nvPr>
            <p:ph idx="1" type="body"/>
          </p:nvPr>
        </p:nvSpPr>
        <p:spPr>
          <a:xfrm>
            <a:off x="2197100" y="4038600"/>
            <a:ext cx="7797800" cy="914400"/>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400"/>
              </a:spcBef>
              <a:spcAft>
                <a:spcPts val="0"/>
              </a:spcAft>
              <a:buClr>
                <a:srgbClr val="800000"/>
              </a:buClr>
              <a:buSzPts val="1740"/>
              <a:buFont typeface="Arimo"/>
              <a:buNone/>
              <a:defRPr b="0" i="0" sz="2000" u="none" cap="none" strike="noStrike">
                <a:solidFill>
                  <a:srgbClr val="595959"/>
                </a:solidFill>
                <a:latin typeface="Arial"/>
                <a:ea typeface="Arial"/>
                <a:cs typeface="Arial"/>
                <a:sym typeface="Arial"/>
              </a:defRPr>
            </a:lvl1pPr>
            <a:lvl2pPr indent="-320040" lvl="1" marL="914400" marR="0" rtl="0" algn="l">
              <a:spcBef>
                <a:spcPts val="360"/>
              </a:spcBef>
              <a:spcAft>
                <a:spcPts val="0"/>
              </a:spcAft>
              <a:buClr>
                <a:srgbClr val="063052"/>
              </a:buClr>
              <a:buSzPts val="1440"/>
              <a:buFont typeface="Noto Sans Symbols"/>
              <a:buChar char="▪"/>
              <a:defRPr b="0" i="0" sz="1800" u="none" cap="none" strike="noStrike">
                <a:solidFill>
                  <a:schemeClr val="dk1"/>
                </a:solidFill>
                <a:latin typeface="Open Sans"/>
                <a:ea typeface="Open Sans"/>
                <a:cs typeface="Open Sans"/>
                <a:sym typeface="Open Sans"/>
              </a:defRPr>
            </a:lvl2pPr>
            <a:lvl3pPr indent="-342900" lvl="2" marL="1371600" marR="0" rtl="0" algn="l">
              <a:spcBef>
                <a:spcPts val="360"/>
              </a:spcBef>
              <a:spcAft>
                <a:spcPts val="0"/>
              </a:spcAft>
              <a:buClr>
                <a:srgbClr val="800000"/>
              </a:buClr>
              <a:buSzPts val="1800"/>
              <a:buFont typeface="Open Sans"/>
              <a:buChar char="•"/>
              <a:defRPr b="0" i="0" sz="1800" u="none" cap="none" strike="noStrike">
                <a:solidFill>
                  <a:schemeClr val="dk1"/>
                </a:solidFill>
                <a:latin typeface="Open Sans"/>
                <a:ea typeface="Open Sans"/>
                <a:cs typeface="Open Sans"/>
                <a:sym typeface="Open Sans"/>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Open Sans"/>
                <a:ea typeface="Open Sans"/>
                <a:cs typeface="Open Sans"/>
                <a:sym typeface="Open Sans"/>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pic>
        <p:nvPicPr>
          <p:cNvPr id="623" name="Google Shape;623;p153"/>
          <p:cNvPicPr preferRelativeResize="0"/>
          <p:nvPr/>
        </p:nvPicPr>
        <p:blipFill rotWithShape="1">
          <a:blip r:embed="rId2">
            <a:alphaModFix/>
          </a:blip>
          <a:srcRect b="0" l="0" r="0" t="0"/>
          <a:stretch/>
        </p:blipFill>
        <p:spPr>
          <a:xfrm>
            <a:off x="4573524" y="1677404"/>
            <a:ext cx="3044952" cy="694944"/>
          </a:xfrm>
          <a:prstGeom prst="rect">
            <a:avLst/>
          </a:prstGeom>
          <a:noFill/>
          <a:ln>
            <a:noFill/>
          </a:ln>
        </p:spPr>
      </p:pic>
    </p:spTree>
  </p:cSld>
  <p:clrMapOvr>
    <a:masterClrMapping/>
  </p:clrMapOvr>
  <p:transition p14:dur="100">
    <p:cut/>
  </p:transition>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mp; Bulleted Content - Dark backgrounds">
  <p:cSld name="1_Title &amp; Bulleted Content - Dark backgrounds">
    <p:spTree>
      <p:nvGrpSpPr>
        <p:cNvPr id="624" name="Shape 624"/>
        <p:cNvGrpSpPr/>
        <p:nvPr/>
      </p:nvGrpSpPr>
      <p:grpSpPr>
        <a:xfrm>
          <a:off x="0" y="0"/>
          <a:ext cx="0" cy="0"/>
          <a:chOff x="0" y="0"/>
          <a:chExt cx="0" cy="0"/>
        </a:xfrm>
      </p:grpSpPr>
      <p:cxnSp>
        <p:nvCxnSpPr>
          <p:cNvPr id="625" name="Google Shape;625;p154"/>
          <p:cNvCxnSpPr/>
          <p:nvPr/>
        </p:nvCxnSpPr>
        <p:spPr>
          <a:xfrm>
            <a:off x="406400" y="1256580"/>
            <a:ext cx="711200" cy="0"/>
          </a:xfrm>
          <a:prstGeom prst="straightConnector1">
            <a:avLst/>
          </a:prstGeom>
          <a:noFill/>
          <a:ln cap="flat" cmpd="sng" w="28575">
            <a:solidFill>
              <a:schemeClr val="lt1"/>
            </a:solidFill>
            <a:prstDash val="solid"/>
            <a:round/>
            <a:headEnd len="sm" w="sm" type="none"/>
            <a:tailEnd len="sm" w="sm" type="none"/>
          </a:ln>
        </p:spPr>
      </p:cxnSp>
      <p:sp>
        <p:nvSpPr>
          <p:cNvPr id="626" name="Google Shape;626;p154"/>
          <p:cNvSpPr txBox="1"/>
          <p:nvPr>
            <p:ph type="title"/>
          </p:nvPr>
        </p:nvSpPr>
        <p:spPr>
          <a:xfrm>
            <a:off x="304800" y="533400"/>
            <a:ext cx="11484000" cy="645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FEEE9F"/>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627" name="Google Shape;627;p154"/>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marR="0" rtl="0" algn="l">
              <a:spcBef>
                <a:spcPts val="560"/>
              </a:spcBef>
              <a:spcAft>
                <a:spcPts val="0"/>
              </a:spcAft>
              <a:buClr>
                <a:schemeClr val="lt1"/>
              </a:buClr>
              <a:buSzPts val="2800"/>
              <a:buFont typeface="Arimo"/>
              <a:buChar char="▸"/>
              <a:defRPr b="0" i="0" sz="2800" u="none" cap="none" strike="noStrike">
                <a:solidFill>
                  <a:schemeClr val="lt1"/>
                </a:solidFill>
                <a:latin typeface="Arial"/>
                <a:ea typeface="Arial"/>
                <a:cs typeface="Arial"/>
                <a:sym typeface="Arial"/>
              </a:defRPr>
            </a:lvl1pPr>
            <a:lvl2pPr indent="-350520" lvl="1" marL="914400" marR="0" rtl="0" algn="l">
              <a:spcBef>
                <a:spcPts val="480"/>
              </a:spcBef>
              <a:spcAft>
                <a:spcPts val="0"/>
              </a:spcAft>
              <a:buClr>
                <a:srgbClr val="063052"/>
              </a:buClr>
              <a:buSzPts val="1920"/>
              <a:buFont typeface="Noto Sans Symbols"/>
              <a:buChar char="▪"/>
              <a:defRPr b="0" i="0" sz="2400" u="none" cap="none" strike="noStrike">
                <a:solidFill>
                  <a:schemeClr val="lt1"/>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Noto Sans Symbols"/>
              <a:buChar char="✔"/>
              <a:defRPr b="0" i="0" sz="1800" u="none" cap="none" strike="noStrike">
                <a:solidFill>
                  <a:schemeClr val="lt1"/>
                </a:solidFill>
                <a:latin typeface="Arial"/>
                <a:ea typeface="Arial"/>
                <a:cs typeface="Arial"/>
                <a:sym typeface="Arial"/>
              </a:defRPr>
            </a:lvl4pPr>
            <a:lvl5pPr indent="-342900" lvl="4" marL="2286000" marR="0" rtl="0" algn="l">
              <a:spcBef>
                <a:spcPts val="360"/>
              </a:spcBef>
              <a:spcAft>
                <a:spcPts val="0"/>
              </a:spcAft>
              <a:buClr>
                <a:srgbClr val="800000"/>
              </a:buClr>
              <a:buSzPts val="1800"/>
              <a:buFont typeface="Courier New"/>
              <a:buChar char="o"/>
              <a:defRPr b="0" i="0" sz="1800" u="none" cap="none" strike="noStrike">
                <a:solidFill>
                  <a:schemeClr val="lt1"/>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628" name="Google Shape;628;p154"/>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running copy">
  <p:cSld name="Title + running copy">
    <p:spTree>
      <p:nvGrpSpPr>
        <p:cNvPr id="629" name="Shape 629"/>
        <p:cNvGrpSpPr/>
        <p:nvPr/>
      </p:nvGrpSpPr>
      <p:grpSpPr>
        <a:xfrm>
          <a:off x="0" y="0"/>
          <a:ext cx="0" cy="0"/>
          <a:chOff x="0" y="0"/>
          <a:chExt cx="0" cy="0"/>
        </a:xfrm>
      </p:grpSpPr>
      <p:sp>
        <p:nvSpPr>
          <p:cNvPr id="630" name="Google Shape;630;p155"/>
          <p:cNvSpPr txBox="1"/>
          <p:nvPr>
            <p:ph type="title"/>
          </p:nvPr>
        </p:nvSpPr>
        <p:spPr>
          <a:xfrm>
            <a:off x="304800" y="533400"/>
            <a:ext cx="10972800" cy="64697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631" name="Google Shape;631;p155"/>
          <p:cNvSpPr txBox="1"/>
          <p:nvPr>
            <p:ph idx="1" type="body"/>
          </p:nvPr>
        </p:nvSpPr>
        <p:spPr>
          <a:xfrm>
            <a:off x="354000" y="1604156"/>
            <a:ext cx="11484000" cy="4339444"/>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560"/>
              </a:spcBef>
              <a:spcAft>
                <a:spcPts val="0"/>
              </a:spcAft>
              <a:buClr>
                <a:srgbClr val="800000"/>
              </a:buClr>
              <a:buSzPts val="2800"/>
              <a:buFont typeface="Arimo"/>
              <a:buNone/>
              <a:defRPr b="0" i="0" sz="2800" u="none" cap="none" strike="noStrike">
                <a:solidFill>
                  <a:srgbClr val="595959"/>
                </a:solidFill>
                <a:latin typeface="Arial"/>
                <a:ea typeface="Arial"/>
                <a:cs typeface="Arial"/>
                <a:sym typeface="Arial"/>
              </a:defRPr>
            </a:lvl1pPr>
            <a:lvl2pPr indent="-228600" lvl="1" marL="914400" marR="0" rtl="0" algn="l">
              <a:spcBef>
                <a:spcPts val="400"/>
              </a:spcBef>
              <a:spcAft>
                <a:spcPts val="0"/>
              </a:spcAft>
              <a:buClr>
                <a:srgbClr val="063052"/>
              </a:buClr>
              <a:buSzPts val="1600"/>
              <a:buFont typeface="Noto Sans Symbols"/>
              <a:buNone/>
              <a:defRPr b="0" i="0" sz="2000" u="none" cap="none" strike="noStrike">
                <a:solidFill>
                  <a:srgbClr val="595959"/>
                </a:solidFill>
                <a:latin typeface="Open Sans"/>
                <a:ea typeface="Open Sans"/>
                <a:cs typeface="Open Sans"/>
                <a:sym typeface="Open Sans"/>
              </a:defRPr>
            </a:lvl2pPr>
            <a:lvl3pPr indent="-228600" lvl="2" marL="1371600" marR="0" rtl="0" algn="l">
              <a:spcBef>
                <a:spcPts val="360"/>
              </a:spcBef>
              <a:spcAft>
                <a:spcPts val="0"/>
              </a:spcAft>
              <a:buClr>
                <a:srgbClr val="800000"/>
              </a:buClr>
              <a:buSzPts val="1800"/>
              <a:buFont typeface="Open Sans"/>
              <a:buNone/>
              <a:defRPr b="0" i="0" sz="1800" u="none" cap="none" strike="noStrike">
                <a:solidFill>
                  <a:srgbClr val="595959"/>
                </a:solidFill>
                <a:latin typeface="Open Sans"/>
                <a:ea typeface="Open Sans"/>
                <a:cs typeface="Open Sans"/>
                <a:sym typeface="Open Sans"/>
              </a:defRPr>
            </a:lvl3pPr>
            <a:lvl4pPr indent="-228600" lvl="3" marL="1828800" marR="0" rtl="0" algn="l">
              <a:spcBef>
                <a:spcPts val="320"/>
              </a:spcBef>
              <a:spcAft>
                <a:spcPts val="0"/>
              </a:spcAft>
              <a:buClr>
                <a:schemeClr val="dk1"/>
              </a:buClr>
              <a:buSzPts val="1600"/>
              <a:buFont typeface="Noto Sans Symbols"/>
              <a:buNone/>
              <a:defRPr b="0" i="0" sz="1600" u="none" cap="none" strike="noStrike">
                <a:solidFill>
                  <a:srgbClr val="595959"/>
                </a:solidFill>
                <a:latin typeface="Open Sans"/>
                <a:ea typeface="Open Sans"/>
                <a:cs typeface="Open Sans"/>
                <a:sym typeface="Open Sans"/>
              </a:defRPr>
            </a:lvl4pPr>
            <a:lvl5pPr indent="-228600" lvl="4" marL="2286000" marR="0" rtl="0" algn="l">
              <a:spcBef>
                <a:spcPts val="320"/>
              </a:spcBef>
              <a:spcAft>
                <a:spcPts val="0"/>
              </a:spcAft>
              <a:buClr>
                <a:srgbClr val="800000"/>
              </a:buClr>
              <a:buSzPts val="1600"/>
              <a:buFont typeface="Courier New"/>
              <a:buNone/>
              <a:defRPr b="0" i="0" sz="1600" u="none" cap="none" strike="noStrike">
                <a:solidFill>
                  <a:srgbClr val="595959"/>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cxnSp>
        <p:nvCxnSpPr>
          <p:cNvPr id="632" name="Google Shape;632;p155"/>
          <p:cNvCxnSpPr/>
          <p:nvPr/>
        </p:nvCxnSpPr>
        <p:spPr>
          <a:xfrm>
            <a:off x="406400" y="1256580"/>
            <a:ext cx="711200" cy="0"/>
          </a:xfrm>
          <a:prstGeom prst="straightConnector1">
            <a:avLst/>
          </a:prstGeom>
          <a:noFill/>
          <a:ln cap="flat" cmpd="sng" w="28575">
            <a:solidFill>
              <a:srgbClr val="800000"/>
            </a:solidFill>
            <a:prstDash val="solid"/>
            <a:round/>
            <a:headEnd len="sm" w="sm" type="none"/>
            <a:tailEnd len="sm" w="sm" type="none"/>
          </a:ln>
        </p:spPr>
      </p:cxnSp>
      <p:sp>
        <p:nvSpPr>
          <p:cNvPr id="633" name="Google Shape;633;p155"/>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s--bullets">
  <p:cSld name="2 cols--bullets">
    <p:spTree>
      <p:nvGrpSpPr>
        <p:cNvPr id="634" name="Shape 634"/>
        <p:cNvGrpSpPr/>
        <p:nvPr/>
      </p:nvGrpSpPr>
      <p:grpSpPr>
        <a:xfrm>
          <a:off x="0" y="0"/>
          <a:ext cx="0" cy="0"/>
          <a:chOff x="0" y="0"/>
          <a:chExt cx="0" cy="0"/>
        </a:xfrm>
      </p:grpSpPr>
      <p:sp>
        <p:nvSpPr>
          <p:cNvPr id="635" name="Google Shape;635;p156"/>
          <p:cNvSpPr txBox="1"/>
          <p:nvPr>
            <p:ph type="title"/>
          </p:nvPr>
        </p:nvSpPr>
        <p:spPr>
          <a:xfrm>
            <a:off x="304800" y="533400"/>
            <a:ext cx="10972800" cy="838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sp>
        <p:nvSpPr>
          <p:cNvPr id="636" name="Google Shape;636;p156"/>
          <p:cNvSpPr txBox="1"/>
          <p:nvPr>
            <p:ph idx="1" type="body"/>
          </p:nvPr>
        </p:nvSpPr>
        <p:spPr>
          <a:xfrm>
            <a:off x="711200" y="1600200"/>
            <a:ext cx="4978400" cy="5181600"/>
          </a:xfrm>
          <a:prstGeom prst="rect">
            <a:avLst/>
          </a:prstGeom>
          <a:noFill/>
          <a:ln>
            <a:noFill/>
          </a:ln>
        </p:spPr>
        <p:txBody>
          <a:bodyPr anchorCtr="0" anchor="t" bIns="45700" lIns="91425" spcFirstLastPara="1" rIns="91425" wrap="square" tIns="45700">
            <a:noAutofit/>
          </a:bodyPr>
          <a:lstStyle>
            <a:lvl1pPr indent="-361188" lvl="0" marL="457200" marR="0" rtl="0" algn="l">
              <a:spcBef>
                <a:spcPts val="480"/>
              </a:spcBef>
              <a:spcAft>
                <a:spcPts val="0"/>
              </a:spcAft>
              <a:buClr>
                <a:srgbClr val="800000"/>
              </a:buClr>
              <a:buSzPts val="2088"/>
              <a:buFont typeface="Arimo"/>
              <a:buChar char="▸"/>
              <a:defRPr b="0" i="0" sz="2400" u="none" cap="none" strike="noStrike">
                <a:solidFill>
                  <a:schemeClr val="dk1"/>
                </a:solidFill>
                <a:latin typeface="Arial"/>
                <a:ea typeface="Arial"/>
                <a:cs typeface="Arial"/>
                <a:sym typeface="Arial"/>
              </a:defRPr>
            </a:lvl1pPr>
            <a:lvl2pPr indent="-330200" lvl="1" marL="914400" marR="0" rtl="0" algn="l">
              <a:spcBef>
                <a:spcPts val="400"/>
              </a:spcBef>
              <a:spcAft>
                <a:spcPts val="0"/>
              </a:spcAft>
              <a:buClr>
                <a:srgbClr val="063052"/>
              </a:buClr>
              <a:buSzPts val="16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cxnSp>
        <p:nvCxnSpPr>
          <p:cNvPr id="637" name="Google Shape;637;p156"/>
          <p:cNvCxnSpPr/>
          <p:nvPr/>
        </p:nvCxnSpPr>
        <p:spPr>
          <a:xfrm>
            <a:off x="406400" y="1256580"/>
            <a:ext cx="711200" cy="0"/>
          </a:xfrm>
          <a:prstGeom prst="straightConnector1">
            <a:avLst/>
          </a:prstGeom>
          <a:noFill/>
          <a:ln cap="flat" cmpd="sng" w="28575">
            <a:solidFill>
              <a:srgbClr val="800000"/>
            </a:solidFill>
            <a:prstDash val="solid"/>
            <a:round/>
            <a:headEnd len="sm" w="sm" type="none"/>
            <a:tailEnd len="sm" w="sm" type="none"/>
          </a:ln>
        </p:spPr>
      </p:cxnSp>
      <p:sp>
        <p:nvSpPr>
          <p:cNvPr id="638" name="Google Shape;638;p156"/>
          <p:cNvSpPr txBox="1"/>
          <p:nvPr>
            <p:ph idx="2" type="body"/>
          </p:nvPr>
        </p:nvSpPr>
        <p:spPr>
          <a:xfrm>
            <a:off x="6096000" y="1600200"/>
            <a:ext cx="4978400" cy="5181600"/>
          </a:xfrm>
          <a:prstGeom prst="rect">
            <a:avLst/>
          </a:prstGeom>
          <a:noFill/>
          <a:ln>
            <a:noFill/>
          </a:ln>
        </p:spPr>
        <p:txBody>
          <a:bodyPr anchorCtr="0" anchor="t" bIns="45700" lIns="91425" spcFirstLastPara="1" rIns="91425" wrap="square" tIns="45700">
            <a:noAutofit/>
          </a:bodyPr>
          <a:lstStyle>
            <a:lvl1pPr indent="-361188" lvl="0" marL="457200" marR="0" rtl="0" algn="l">
              <a:spcBef>
                <a:spcPts val="480"/>
              </a:spcBef>
              <a:spcAft>
                <a:spcPts val="0"/>
              </a:spcAft>
              <a:buClr>
                <a:srgbClr val="800000"/>
              </a:buClr>
              <a:buSzPts val="2088"/>
              <a:buFont typeface="Arimo"/>
              <a:buChar char="▸"/>
              <a:defRPr b="0" i="0" sz="2400" u="none" cap="none" strike="noStrike">
                <a:solidFill>
                  <a:schemeClr val="dk1"/>
                </a:solidFill>
                <a:latin typeface="Arial"/>
                <a:ea typeface="Arial"/>
                <a:cs typeface="Arial"/>
                <a:sym typeface="Arial"/>
              </a:defRPr>
            </a:lvl1pPr>
            <a:lvl2pPr indent="-330200" lvl="1" marL="914400" marR="0" rtl="0" algn="l">
              <a:spcBef>
                <a:spcPts val="400"/>
              </a:spcBef>
              <a:spcAft>
                <a:spcPts val="0"/>
              </a:spcAft>
              <a:buClr>
                <a:srgbClr val="063052"/>
              </a:buClr>
              <a:buSzPts val="16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rgbClr val="800000"/>
              </a:buClr>
              <a:buSzPts val="2000"/>
              <a:buFont typeface="Arial"/>
              <a:buChar char="•"/>
              <a:defRPr b="0" i="0" sz="20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Noto Sans Symbols"/>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rgbClr val="800000"/>
              </a:buClr>
              <a:buSzPts val="1600"/>
              <a:buFont typeface="Courier New"/>
              <a:buChar char="o"/>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s--copy">
  <p:cSld name="2 cols--copy">
    <p:spTree>
      <p:nvGrpSpPr>
        <p:cNvPr id="639" name="Shape 639"/>
        <p:cNvGrpSpPr/>
        <p:nvPr/>
      </p:nvGrpSpPr>
      <p:grpSpPr>
        <a:xfrm>
          <a:off x="0" y="0"/>
          <a:ext cx="0" cy="0"/>
          <a:chOff x="0" y="0"/>
          <a:chExt cx="0" cy="0"/>
        </a:xfrm>
      </p:grpSpPr>
      <p:sp>
        <p:nvSpPr>
          <p:cNvPr id="640" name="Google Shape;640;p157"/>
          <p:cNvSpPr txBox="1"/>
          <p:nvPr>
            <p:ph type="title"/>
          </p:nvPr>
        </p:nvSpPr>
        <p:spPr>
          <a:xfrm>
            <a:off x="304800" y="609600"/>
            <a:ext cx="10972800" cy="762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0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cxnSp>
        <p:nvCxnSpPr>
          <p:cNvPr id="641" name="Google Shape;641;p157"/>
          <p:cNvCxnSpPr/>
          <p:nvPr/>
        </p:nvCxnSpPr>
        <p:spPr>
          <a:xfrm>
            <a:off x="406400" y="1256580"/>
            <a:ext cx="711200" cy="0"/>
          </a:xfrm>
          <a:prstGeom prst="straightConnector1">
            <a:avLst/>
          </a:prstGeom>
          <a:noFill/>
          <a:ln cap="flat" cmpd="sng" w="28575">
            <a:solidFill>
              <a:srgbClr val="800000"/>
            </a:solidFill>
            <a:prstDash val="solid"/>
            <a:round/>
            <a:headEnd len="sm" w="sm" type="none"/>
            <a:tailEnd len="sm" w="sm" type="none"/>
          </a:ln>
        </p:spPr>
      </p:cxnSp>
      <p:sp>
        <p:nvSpPr>
          <p:cNvPr id="642" name="Google Shape;642;p157"/>
          <p:cNvSpPr txBox="1"/>
          <p:nvPr>
            <p:ph idx="1" type="body"/>
          </p:nvPr>
        </p:nvSpPr>
        <p:spPr>
          <a:xfrm>
            <a:off x="609600" y="1600200"/>
            <a:ext cx="5181600" cy="5029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rgbClr val="800000"/>
              </a:buClr>
              <a:buSzPts val="1914"/>
              <a:buFont typeface="Arimo"/>
              <a:buNone/>
              <a:defRPr b="0" i="0" sz="2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rgbClr val="063052"/>
              </a:buClr>
              <a:buSzPts val="1440"/>
              <a:buFont typeface="Noto Sans Symbols"/>
              <a:buNone/>
              <a:defRPr b="0" i="0" sz="1800" u="none" cap="none" strike="noStrike">
                <a:solidFill>
                  <a:schemeClr val="dk1"/>
                </a:solidFill>
                <a:latin typeface="Open Sans"/>
                <a:ea typeface="Open Sans"/>
                <a:cs typeface="Open Sans"/>
                <a:sym typeface="Open Sans"/>
              </a:defRPr>
            </a:lvl2pPr>
            <a:lvl3pPr indent="-228600" lvl="2" marL="1371600" marR="0" rtl="0" algn="l">
              <a:spcBef>
                <a:spcPts val="360"/>
              </a:spcBef>
              <a:spcAft>
                <a:spcPts val="0"/>
              </a:spcAft>
              <a:buClr>
                <a:srgbClr val="800000"/>
              </a:buClr>
              <a:buSzPts val="1800"/>
              <a:buFont typeface="Open Sans"/>
              <a:buNone/>
              <a:defRPr b="0" i="0" sz="1800" u="none" cap="none" strike="noStrike">
                <a:solidFill>
                  <a:schemeClr val="dk1"/>
                </a:solidFill>
                <a:latin typeface="Open Sans"/>
                <a:ea typeface="Open Sans"/>
                <a:cs typeface="Open Sans"/>
                <a:sym typeface="Open Sans"/>
              </a:defRPr>
            </a:lvl3pPr>
            <a:lvl4pPr indent="-228600" lvl="3" marL="1828800" marR="0" rtl="0" algn="l">
              <a:spcBef>
                <a:spcPts val="320"/>
              </a:spcBef>
              <a:spcAft>
                <a:spcPts val="0"/>
              </a:spcAft>
              <a:buClr>
                <a:schemeClr val="dk1"/>
              </a:buClr>
              <a:buSzPts val="1600"/>
              <a:buFont typeface="Noto Sans Symbols"/>
              <a:buNone/>
              <a:defRPr b="0" i="0" sz="1600" u="none" cap="none" strike="noStrike">
                <a:solidFill>
                  <a:schemeClr val="dk1"/>
                </a:solidFill>
                <a:latin typeface="Open Sans"/>
                <a:ea typeface="Open Sans"/>
                <a:cs typeface="Open Sans"/>
                <a:sym typeface="Open Sans"/>
              </a:defRPr>
            </a:lvl4pPr>
            <a:lvl5pPr indent="-228600" lvl="4" marL="2286000" marR="0" rtl="0" algn="l">
              <a:spcBef>
                <a:spcPts val="320"/>
              </a:spcBef>
              <a:spcAft>
                <a:spcPts val="0"/>
              </a:spcAft>
              <a:buClr>
                <a:srgbClr val="800000"/>
              </a:buClr>
              <a:buSzPts val="1600"/>
              <a:buFont typeface="Courier New"/>
              <a:buNone/>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
        <p:nvSpPr>
          <p:cNvPr id="643" name="Google Shape;643;p157"/>
          <p:cNvSpPr txBox="1"/>
          <p:nvPr>
            <p:ph idx="2" type="body"/>
          </p:nvPr>
        </p:nvSpPr>
        <p:spPr>
          <a:xfrm>
            <a:off x="6197600" y="1600200"/>
            <a:ext cx="5181600" cy="50292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40"/>
              </a:spcBef>
              <a:spcAft>
                <a:spcPts val="0"/>
              </a:spcAft>
              <a:buClr>
                <a:srgbClr val="800000"/>
              </a:buClr>
              <a:buSzPts val="1914"/>
              <a:buFont typeface="Arimo"/>
              <a:buNone/>
              <a:defRPr b="0" i="0" sz="2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rgbClr val="063052"/>
              </a:buClr>
              <a:buSzPts val="1440"/>
              <a:buFont typeface="Noto Sans Symbols"/>
              <a:buNone/>
              <a:defRPr b="0" i="0" sz="1800" u="none" cap="none" strike="noStrike">
                <a:solidFill>
                  <a:schemeClr val="dk1"/>
                </a:solidFill>
                <a:latin typeface="Open Sans"/>
                <a:ea typeface="Open Sans"/>
                <a:cs typeface="Open Sans"/>
                <a:sym typeface="Open Sans"/>
              </a:defRPr>
            </a:lvl2pPr>
            <a:lvl3pPr indent="-228600" lvl="2" marL="1371600" marR="0" rtl="0" algn="l">
              <a:spcBef>
                <a:spcPts val="360"/>
              </a:spcBef>
              <a:spcAft>
                <a:spcPts val="0"/>
              </a:spcAft>
              <a:buClr>
                <a:srgbClr val="800000"/>
              </a:buClr>
              <a:buSzPts val="1800"/>
              <a:buFont typeface="Open Sans"/>
              <a:buNone/>
              <a:defRPr b="0" i="0" sz="1800" u="none" cap="none" strike="noStrike">
                <a:solidFill>
                  <a:schemeClr val="dk1"/>
                </a:solidFill>
                <a:latin typeface="Open Sans"/>
                <a:ea typeface="Open Sans"/>
                <a:cs typeface="Open Sans"/>
                <a:sym typeface="Open Sans"/>
              </a:defRPr>
            </a:lvl3pPr>
            <a:lvl4pPr indent="-228600" lvl="3" marL="1828800" marR="0" rtl="0" algn="l">
              <a:spcBef>
                <a:spcPts val="320"/>
              </a:spcBef>
              <a:spcAft>
                <a:spcPts val="0"/>
              </a:spcAft>
              <a:buClr>
                <a:schemeClr val="dk1"/>
              </a:buClr>
              <a:buSzPts val="1600"/>
              <a:buFont typeface="Noto Sans Symbols"/>
              <a:buNone/>
              <a:defRPr b="0" i="0" sz="1600" u="none" cap="none" strike="noStrike">
                <a:solidFill>
                  <a:schemeClr val="dk1"/>
                </a:solidFill>
                <a:latin typeface="Open Sans"/>
                <a:ea typeface="Open Sans"/>
                <a:cs typeface="Open Sans"/>
                <a:sym typeface="Open Sans"/>
              </a:defRPr>
            </a:lvl4pPr>
            <a:lvl5pPr indent="-228600" lvl="4" marL="2286000" marR="0" rtl="0" algn="l">
              <a:spcBef>
                <a:spcPts val="320"/>
              </a:spcBef>
              <a:spcAft>
                <a:spcPts val="0"/>
              </a:spcAft>
              <a:buClr>
                <a:srgbClr val="800000"/>
              </a:buClr>
              <a:buSzPts val="1600"/>
              <a:buFont typeface="Courier New"/>
              <a:buNone/>
              <a:defRPr b="0" i="0" sz="1600" u="none" cap="none" strike="noStrike">
                <a:solidFill>
                  <a:srgbClr val="063052"/>
                </a:solidFill>
                <a:latin typeface="Arial"/>
                <a:ea typeface="Arial"/>
                <a:cs typeface="Arial"/>
                <a:sym typeface="Arial"/>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 With Title" showMasterSp="0">
  <p:cSld name="Image - With Title">
    <p:bg>
      <p:bgPr>
        <a:solidFill>
          <a:srgbClr val="F2F2F2"/>
        </a:solidFill>
      </p:bgPr>
    </p:bg>
    <p:spTree>
      <p:nvGrpSpPr>
        <p:cNvPr id="644" name="Shape 644"/>
        <p:cNvGrpSpPr/>
        <p:nvPr/>
      </p:nvGrpSpPr>
      <p:grpSpPr>
        <a:xfrm>
          <a:off x="0" y="0"/>
          <a:ext cx="0" cy="0"/>
          <a:chOff x="0" y="0"/>
          <a:chExt cx="0" cy="0"/>
        </a:xfrm>
      </p:grpSpPr>
      <p:sp>
        <p:nvSpPr>
          <p:cNvPr id="645" name="Google Shape;645;p158"/>
          <p:cNvSpPr txBox="1"/>
          <p:nvPr>
            <p:ph type="title"/>
          </p:nvPr>
        </p:nvSpPr>
        <p:spPr>
          <a:xfrm>
            <a:off x="304800" y="533400"/>
            <a:ext cx="11480800" cy="645075"/>
          </a:xfrm>
          <a:prstGeom prst="rect">
            <a:avLst/>
          </a:prstGeom>
          <a:gradFill>
            <a:gsLst>
              <a:gs pos="0">
                <a:srgbClr val="F2F2F2"/>
              </a:gs>
              <a:gs pos="50000">
                <a:srgbClr val="FFFFFF">
                  <a:alpha val="67059"/>
                </a:srgbClr>
              </a:gs>
              <a:gs pos="100000">
                <a:srgbClr val="FFFFFF">
                  <a:alpha val="0"/>
                </a:srgbClr>
              </a:gs>
            </a:gsLst>
            <a:lin ang="0" scaled="0"/>
          </a:grad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3600" u="none" cap="none" strike="noStrike">
                <a:solidFill>
                  <a:srgbClr val="595959"/>
                </a:solidFill>
                <a:latin typeface="Arial"/>
                <a:ea typeface="Arial"/>
                <a:cs typeface="Arial"/>
                <a:sym typeface="Arial"/>
              </a:defRPr>
            </a:lvl1pPr>
            <a:lvl2pPr lvl="1"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2pPr>
            <a:lvl3pPr lvl="2"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3pPr>
            <a:lvl4pPr lvl="3"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4pPr>
            <a:lvl5pPr lvl="4"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5pPr>
            <a:lvl6pPr lvl="5"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6pPr>
            <a:lvl7pPr lvl="6"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7pPr>
            <a:lvl8pPr lvl="7"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8pPr>
            <a:lvl9pPr lvl="8" marR="0" rtl="0" algn="l">
              <a:spcBef>
                <a:spcPts val="0"/>
              </a:spcBef>
              <a:spcAft>
                <a:spcPts val="0"/>
              </a:spcAft>
              <a:buSzPts val="1400"/>
              <a:buNone/>
              <a:defRPr b="1" i="0" sz="4000" u="none" cap="none" strike="noStrike">
                <a:solidFill>
                  <a:srgbClr val="063052"/>
                </a:solidFill>
                <a:latin typeface="Arial"/>
                <a:ea typeface="Arial"/>
                <a:cs typeface="Arial"/>
                <a:sym typeface="Arial"/>
              </a:defRPr>
            </a:lvl9pPr>
          </a:lstStyle>
          <a:p/>
        </p:txBody>
      </p:sp>
      <p:cxnSp>
        <p:nvCxnSpPr>
          <p:cNvPr id="646" name="Google Shape;646;p158"/>
          <p:cNvCxnSpPr/>
          <p:nvPr/>
        </p:nvCxnSpPr>
        <p:spPr>
          <a:xfrm>
            <a:off x="406400" y="1256580"/>
            <a:ext cx="711200" cy="0"/>
          </a:xfrm>
          <a:prstGeom prst="straightConnector1">
            <a:avLst/>
          </a:prstGeom>
          <a:noFill/>
          <a:ln cap="flat" cmpd="sng" w="28575">
            <a:solidFill>
              <a:srgbClr val="800000"/>
            </a:solidFill>
            <a:prstDash val="solid"/>
            <a:round/>
            <a:headEnd len="sm" w="sm" type="none"/>
            <a:tailEnd len="sm" w="sm" type="none"/>
          </a:ln>
        </p:spPr>
      </p:cxnSp>
      <p:sp>
        <p:nvSpPr>
          <p:cNvPr id="647" name="Google Shape;647;p15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648" name="Google Shape;648;p15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649" name="Google Shape;649;p158"/>
          <p:cNvSpPr txBox="1"/>
          <p:nvPr>
            <p:ph idx="1"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 No Title" showMasterSp="0">
  <p:cSld name="Custom - No Title">
    <p:spTree>
      <p:nvGrpSpPr>
        <p:cNvPr id="650" name="Shape 650"/>
        <p:cNvGrpSpPr/>
        <p:nvPr/>
      </p:nvGrpSpPr>
      <p:grpSpPr>
        <a:xfrm>
          <a:off x="0" y="0"/>
          <a:ext cx="0" cy="0"/>
          <a:chOff x="0" y="0"/>
          <a:chExt cx="0" cy="0"/>
        </a:xfrm>
      </p:grpSpPr>
      <p:sp>
        <p:nvSpPr>
          <p:cNvPr id="651" name="Google Shape;651;p159"/>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652" name="Google Shape;652;p159"/>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653" name="Google Shape;653;p159"/>
          <p:cNvSpPr txBox="1"/>
          <p:nvPr>
            <p:ph idx="1" type="body"/>
          </p:nvPr>
        </p:nvSpPr>
        <p:spPr>
          <a:xfrm>
            <a:off x="7518000" y="6400800"/>
            <a:ext cx="4320000" cy="288000"/>
          </a:xfrm>
          <a:prstGeom prst="rect">
            <a:avLst/>
          </a:prstGeom>
          <a:noFill/>
          <a:ln>
            <a:noFill/>
          </a:ln>
        </p:spPr>
        <p:txBody>
          <a:bodyPr anchorCtr="0" anchor="ctr" bIns="45700" lIns="91425" spcFirstLastPara="1" rIns="91425" wrap="square" tIns="45700">
            <a:noAutofit/>
          </a:bodyPr>
          <a:lstStyle>
            <a:lvl1pPr indent="-228600" lvl="0" marL="457200" marR="0" rtl="0" algn="r">
              <a:spcBef>
                <a:spcPts val="240"/>
              </a:spcBef>
              <a:spcAft>
                <a:spcPts val="0"/>
              </a:spcAft>
              <a:buClr>
                <a:srgbClr val="800000"/>
              </a:buClr>
              <a:buSzPts val="1044"/>
              <a:buFont typeface="Arimo"/>
              <a:buNone/>
              <a:defRPr b="0" i="0" sz="1200" u="none" cap="none" strike="noStrike">
                <a:solidFill>
                  <a:schemeClr val="lt1"/>
                </a:solidFill>
                <a:latin typeface="Arial"/>
                <a:ea typeface="Arial"/>
                <a:cs typeface="Arial"/>
                <a:sym typeface="Arial"/>
              </a:defRPr>
            </a:lvl1pPr>
            <a:lvl2pPr indent="-289560" lvl="1" marL="914400" marR="0" rtl="0" algn="l">
              <a:spcBef>
                <a:spcPts val="240"/>
              </a:spcBef>
              <a:spcAft>
                <a:spcPts val="0"/>
              </a:spcAft>
              <a:buClr>
                <a:srgbClr val="063052"/>
              </a:buClr>
              <a:buSzPts val="960"/>
              <a:buFont typeface="Noto Sans Symbols"/>
              <a:buChar char="▪"/>
              <a:defRPr b="0" i="0" sz="1200" u="none" cap="none" strike="noStrike">
                <a:solidFill>
                  <a:schemeClr val="dk1"/>
                </a:solidFill>
                <a:latin typeface="Open Sans"/>
                <a:ea typeface="Open Sans"/>
                <a:cs typeface="Open Sans"/>
                <a:sym typeface="Open Sans"/>
              </a:defRPr>
            </a:lvl2pPr>
            <a:lvl3pPr indent="-304800" lvl="2" marL="1371600" marR="0" rtl="0" algn="l">
              <a:spcBef>
                <a:spcPts val="240"/>
              </a:spcBef>
              <a:spcAft>
                <a:spcPts val="0"/>
              </a:spcAft>
              <a:buClr>
                <a:srgbClr val="800000"/>
              </a:buClr>
              <a:buSzPts val="1200"/>
              <a:buFont typeface="Open Sans"/>
              <a:buChar char="•"/>
              <a:defRPr b="0" i="0" sz="1200" u="none" cap="none" strike="noStrike">
                <a:solidFill>
                  <a:schemeClr val="dk1"/>
                </a:solidFill>
                <a:latin typeface="Open Sans"/>
                <a:ea typeface="Open Sans"/>
                <a:cs typeface="Open Sans"/>
                <a:sym typeface="Open Sans"/>
              </a:defRPr>
            </a:lvl3pPr>
            <a:lvl4pPr indent="-304800" lvl="3" marL="1828800" marR="0" rtl="0" algn="l">
              <a:spcBef>
                <a:spcPts val="240"/>
              </a:spcBef>
              <a:spcAft>
                <a:spcPts val="0"/>
              </a:spcAft>
              <a:buClr>
                <a:schemeClr val="dk1"/>
              </a:buClr>
              <a:buSzPts val="1200"/>
              <a:buFont typeface="Noto Sans Symbols"/>
              <a:buChar char="✔"/>
              <a:defRPr b="0" i="0" sz="1200" u="none" cap="none" strike="noStrike">
                <a:solidFill>
                  <a:schemeClr val="dk1"/>
                </a:solidFill>
                <a:latin typeface="Open Sans"/>
                <a:ea typeface="Open Sans"/>
                <a:cs typeface="Open Sans"/>
                <a:sym typeface="Open Sans"/>
              </a:defRPr>
            </a:lvl4pPr>
            <a:lvl5pPr indent="-304800" lvl="4" marL="2286000" marR="0" rtl="0" algn="l">
              <a:spcBef>
                <a:spcPts val="240"/>
              </a:spcBef>
              <a:spcAft>
                <a:spcPts val="0"/>
              </a:spcAft>
              <a:buClr>
                <a:srgbClr val="800000"/>
              </a:buClr>
              <a:buSzPts val="1200"/>
              <a:buFont typeface="Courier New"/>
              <a:buChar char="o"/>
              <a:defRPr b="0" i="0" sz="1200" u="none" cap="none" strike="noStrike">
                <a:solidFill>
                  <a:srgbClr val="063052"/>
                </a:solidFill>
                <a:latin typeface="Open Sans"/>
                <a:ea typeface="Open Sans"/>
                <a:cs typeface="Open Sans"/>
                <a:sym typeface="Open Sans"/>
              </a:defRPr>
            </a:lvl5pPr>
            <a:lvl6pPr indent="-355600" lvl="5" marL="27432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6pPr>
            <a:lvl7pPr indent="-355600" lvl="6" marL="32004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7pPr>
            <a:lvl8pPr indent="-355600" lvl="7" marL="36576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8pPr>
            <a:lvl9pPr indent="-355600" lvl="8" marL="4114800" marR="0" rtl="0" algn="l">
              <a:spcBef>
                <a:spcPts val="400"/>
              </a:spcBef>
              <a:spcAft>
                <a:spcPts val="0"/>
              </a:spcAft>
              <a:buClr>
                <a:srgbClr val="800000"/>
              </a:buClr>
              <a:buSzPts val="2000"/>
              <a:buFont typeface="Arial Black"/>
              <a:buChar char="►"/>
              <a:defRPr b="0" i="0" sz="2000" u="none" cap="none" strike="noStrike">
                <a:solidFill>
                  <a:srgbClr val="063052"/>
                </a:solidFill>
                <a:latin typeface="Arial"/>
                <a:ea typeface="Arial"/>
                <a:cs typeface="Arial"/>
                <a:sym typeface="Arial"/>
              </a:defRPr>
            </a:lvl9pPr>
          </a:lstStyle>
          <a:p/>
        </p:txBody>
      </p:sp>
    </p:spTree>
  </p:cSld>
  <p:clrMapOvr>
    <a:masterClrMapping/>
  </p:clrMapOvr>
  <p:transition p14:dur="100">
    <p:cut/>
  </p:transition>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ulleted Content">
  <p:cSld name="Title &amp; Bulleted Content">
    <p:spTree>
      <p:nvGrpSpPr>
        <p:cNvPr id="661" name="Shape 661"/>
        <p:cNvGrpSpPr/>
        <p:nvPr/>
      </p:nvGrpSpPr>
      <p:grpSpPr>
        <a:xfrm>
          <a:off x="0" y="0"/>
          <a:ext cx="0" cy="0"/>
          <a:chOff x="0" y="0"/>
          <a:chExt cx="0" cy="0"/>
        </a:xfrm>
      </p:grpSpPr>
      <p:sp>
        <p:nvSpPr>
          <p:cNvPr id="662" name="Google Shape;662;p38"/>
          <p:cNvSpPr txBox="1"/>
          <p:nvPr>
            <p:ph type="title"/>
          </p:nvPr>
        </p:nvSpPr>
        <p:spPr>
          <a:xfrm>
            <a:off x="304800" y="533400"/>
            <a:ext cx="11484000"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3" name="Google Shape;663;p38"/>
          <p:cNvSpPr txBox="1"/>
          <p:nvPr>
            <p:ph idx="1" type="body"/>
          </p:nvPr>
        </p:nvSpPr>
        <p:spPr>
          <a:xfrm>
            <a:off x="354000" y="1604156"/>
            <a:ext cx="11484000" cy="456804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0094D6"/>
              </a:buClr>
              <a:buSzPts val="2800"/>
              <a:buChar char="•"/>
              <a:defRPr sz="2800">
                <a:solidFill>
                  <a:srgbClr val="0094D6"/>
                </a:solidFill>
                <a:latin typeface="Arial"/>
                <a:ea typeface="Arial"/>
                <a:cs typeface="Arial"/>
                <a:sym typeface="Arial"/>
              </a:defRPr>
            </a:lvl1pPr>
            <a:lvl2pPr indent="-381000" lvl="1" marL="914400" algn="l">
              <a:lnSpc>
                <a:spcPct val="90000"/>
              </a:lnSpc>
              <a:spcBef>
                <a:spcPts val="500"/>
              </a:spcBef>
              <a:spcAft>
                <a:spcPts val="0"/>
              </a:spcAft>
              <a:buClr>
                <a:srgbClr val="0094D6"/>
              </a:buClr>
              <a:buSzPts val="2400"/>
              <a:buChar char="•"/>
              <a:defRPr sz="2400">
                <a:solidFill>
                  <a:srgbClr val="0094D6"/>
                </a:solidFill>
                <a:latin typeface="Arial"/>
                <a:ea typeface="Arial"/>
                <a:cs typeface="Arial"/>
                <a:sym typeface="Arial"/>
              </a:defRPr>
            </a:lvl2pPr>
            <a:lvl3pPr indent="-355600" lvl="2" marL="1371600" algn="l">
              <a:lnSpc>
                <a:spcPct val="90000"/>
              </a:lnSpc>
              <a:spcBef>
                <a:spcPts val="500"/>
              </a:spcBef>
              <a:spcAft>
                <a:spcPts val="0"/>
              </a:spcAft>
              <a:buClr>
                <a:srgbClr val="0094D6"/>
              </a:buClr>
              <a:buSzPts val="2000"/>
              <a:buChar char="•"/>
              <a:defRPr sz="2000">
                <a:solidFill>
                  <a:srgbClr val="0094D6"/>
                </a:solidFill>
                <a:latin typeface="Arial"/>
                <a:ea typeface="Arial"/>
                <a:cs typeface="Arial"/>
                <a:sym typeface="Arial"/>
              </a:defRPr>
            </a:lvl3pPr>
            <a:lvl4pPr indent="-342900" lvl="3" marL="1828800" algn="l">
              <a:lnSpc>
                <a:spcPct val="90000"/>
              </a:lnSpc>
              <a:spcBef>
                <a:spcPts val="500"/>
              </a:spcBef>
              <a:spcAft>
                <a:spcPts val="0"/>
              </a:spcAft>
              <a:buClr>
                <a:srgbClr val="0094D6"/>
              </a:buClr>
              <a:buSzPts val="1800"/>
              <a:buChar char="•"/>
              <a:defRPr sz="1800">
                <a:solidFill>
                  <a:srgbClr val="0094D6"/>
                </a:solidFill>
                <a:latin typeface="Arial"/>
                <a:ea typeface="Arial"/>
                <a:cs typeface="Arial"/>
                <a:sym typeface="Arial"/>
              </a:defRPr>
            </a:lvl4pPr>
            <a:lvl5pPr indent="-342900" lvl="4" marL="2286000" algn="l">
              <a:lnSpc>
                <a:spcPct val="90000"/>
              </a:lnSpc>
              <a:spcBef>
                <a:spcPts val="500"/>
              </a:spcBef>
              <a:spcAft>
                <a:spcPts val="0"/>
              </a:spcAft>
              <a:buClr>
                <a:srgbClr val="0094D6"/>
              </a:buClr>
              <a:buSzPts val="1800"/>
              <a:buChar char="•"/>
              <a:defRPr sz="1800">
                <a:solidFill>
                  <a:srgbClr val="0094D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4" name="Google Shape;664;p38"/>
          <p:cNvSpPr txBox="1"/>
          <p:nvPr>
            <p:ph idx="2" type="body"/>
          </p:nvPr>
        </p:nvSpPr>
        <p:spPr>
          <a:xfrm>
            <a:off x="7518000" y="6400800"/>
            <a:ext cx="4320000" cy="288000"/>
          </a:xfrm>
          <a:prstGeom prst="rect">
            <a:avLst/>
          </a:prstGeom>
          <a:noFill/>
          <a:ln>
            <a:noFill/>
          </a:ln>
        </p:spPr>
        <p:txBody>
          <a:bodyPr anchorCtr="0" anchor="ctr" bIns="45700" lIns="91425" spcFirstLastPara="1" rIns="91425" wrap="square" tIns="45700">
            <a:normAutofit/>
          </a:bodyPr>
          <a:lstStyle>
            <a:lvl1pPr indent="-228600" lvl="0" marL="457200" algn="r">
              <a:lnSpc>
                <a:spcPct val="90000"/>
              </a:lnSpc>
              <a:spcBef>
                <a:spcPts val="1000"/>
              </a:spcBef>
              <a:spcAft>
                <a:spcPts val="0"/>
              </a:spcAft>
              <a:buClr>
                <a:schemeClr val="lt1"/>
              </a:buClr>
              <a:buSzPts val="1200"/>
              <a:buNone/>
              <a:defRPr sz="1200">
                <a:solidFill>
                  <a:schemeClr val="lt1"/>
                </a:solidFill>
                <a:latin typeface="Arial"/>
                <a:ea typeface="Arial"/>
                <a:cs typeface="Arial"/>
                <a:sym typeface="Arial"/>
              </a:defRPr>
            </a:lvl1pPr>
            <a:lvl2pPr indent="-304800" lvl="1" marL="9144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2pPr>
            <a:lvl3pPr indent="-304800" lvl="2" marL="13716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3pPr>
            <a:lvl4pPr indent="-304800" lvl="3" marL="18288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4pPr>
            <a:lvl5pPr indent="-304800" lvl="4" marL="2286000" algn="l">
              <a:lnSpc>
                <a:spcPct val="90000"/>
              </a:lnSpc>
              <a:spcBef>
                <a:spcPts val="500"/>
              </a:spcBef>
              <a:spcAft>
                <a:spcPts val="0"/>
              </a:spcAft>
              <a:buClr>
                <a:schemeClr val="dk1"/>
              </a:buClr>
              <a:buSzPts val="1200"/>
              <a:buChar char="•"/>
              <a:defRPr sz="1200">
                <a:latin typeface="Open Sans"/>
                <a:ea typeface="Open Sans"/>
                <a:cs typeface="Open Sans"/>
                <a:sym typeface="Open Sans"/>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transition p14:dur="100">
    <p:cut/>
  </p:transition>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665" name="Shape 665"/>
        <p:cNvGrpSpPr/>
        <p:nvPr/>
      </p:nvGrpSpPr>
      <p:grpSpPr>
        <a:xfrm>
          <a:off x="0" y="0"/>
          <a:ext cx="0" cy="0"/>
          <a:chOff x="0" y="0"/>
          <a:chExt cx="0" cy="0"/>
        </a:xfrm>
      </p:grpSpPr>
      <p:sp>
        <p:nvSpPr>
          <p:cNvPr id="666" name="Google Shape;666;p43"/>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7" name="Google Shape;667;p43"/>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68" name="Google Shape;668;p4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69" name="Google Shape;669;p43"/>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70" name="Google Shape;670;p43"/>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671" name="Shape 671"/>
        <p:cNvGrpSpPr/>
        <p:nvPr/>
      </p:nvGrpSpPr>
      <p:grpSpPr>
        <a:xfrm>
          <a:off x="0" y="0"/>
          <a:ext cx="0" cy="0"/>
          <a:chOff x="0" y="0"/>
          <a:chExt cx="0" cy="0"/>
        </a:xfrm>
      </p:grpSpPr>
      <p:sp>
        <p:nvSpPr>
          <p:cNvPr id="672" name="Google Shape;672;p45"/>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3" name="Google Shape;673;p45"/>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674" name="Google Shape;674;p45"/>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675" name="Google Shape;675;p45"/>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676" name="Shape 676"/>
        <p:cNvGrpSpPr/>
        <p:nvPr/>
      </p:nvGrpSpPr>
      <p:grpSpPr>
        <a:xfrm>
          <a:off x="0" y="0"/>
          <a:ext cx="0" cy="0"/>
          <a:chOff x="0" y="0"/>
          <a:chExt cx="0" cy="0"/>
        </a:xfrm>
      </p:grpSpPr>
      <p:sp>
        <p:nvSpPr>
          <p:cNvPr id="677" name="Google Shape;677;p46"/>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8" name="Google Shape;678;p46"/>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9" name="Google Shape;679;p4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680" name="Shape 680"/>
        <p:cNvGrpSpPr/>
        <p:nvPr/>
      </p:nvGrpSpPr>
      <p:grpSpPr>
        <a:xfrm>
          <a:off x="0" y="0"/>
          <a:ext cx="0" cy="0"/>
          <a:chOff x="0" y="0"/>
          <a:chExt cx="0" cy="0"/>
        </a:xfrm>
      </p:grpSpPr>
      <p:sp>
        <p:nvSpPr>
          <p:cNvPr id="681" name="Google Shape;681;p47"/>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2" name="Google Shape;682;p47"/>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3" name="Google Shape;683;p47"/>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4" name="Google Shape;684;p4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685" name="Shape 685"/>
        <p:cNvGrpSpPr/>
        <p:nvPr/>
      </p:nvGrpSpPr>
      <p:grpSpPr>
        <a:xfrm>
          <a:off x="0" y="0"/>
          <a:ext cx="0" cy="0"/>
          <a:chOff x="0" y="0"/>
          <a:chExt cx="0" cy="0"/>
        </a:xfrm>
      </p:grpSpPr>
      <p:sp>
        <p:nvSpPr>
          <p:cNvPr id="686" name="Google Shape;686;p48"/>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7" name="Google Shape;687;p48"/>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88" name="Google Shape;688;p48"/>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9" name="Google Shape;689;p48"/>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90" name="Google Shape;690;p48"/>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1" name="Google Shape;691;p4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2" name="Shape 692"/>
        <p:cNvGrpSpPr/>
        <p:nvPr/>
      </p:nvGrpSpPr>
      <p:grpSpPr>
        <a:xfrm>
          <a:off x="0" y="0"/>
          <a:ext cx="0" cy="0"/>
          <a:chOff x="0" y="0"/>
          <a:chExt cx="0" cy="0"/>
        </a:xfrm>
      </p:grpSpPr>
      <p:sp>
        <p:nvSpPr>
          <p:cNvPr id="693" name="Google Shape;693;p4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4" name="Google Shape;694;p4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695" name="Shape 695"/>
        <p:cNvGrpSpPr/>
        <p:nvPr/>
      </p:nvGrpSpPr>
      <p:grpSpPr>
        <a:xfrm>
          <a:off x="0" y="0"/>
          <a:ext cx="0" cy="0"/>
          <a:chOff x="0" y="0"/>
          <a:chExt cx="0" cy="0"/>
        </a:xfrm>
      </p:grpSpPr>
      <p:sp>
        <p:nvSpPr>
          <p:cNvPr id="696" name="Google Shape;696;p50"/>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7" name="Google Shape;697;p5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698" name="Google Shape;698;p50"/>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9" name="Google Shape;699;p50"/>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0" name="Google Shape;700;p50"/>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1" name="Google Shape;701;p50"/>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2" name="Google Shape;702;p50"/>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3" name="Google Shape;703;p50"/>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704" name="Shape 704"/>
        <p:cNvGrpSpPr/>
        <p:nvPr/>
      </p:nvGrpSpPr>
      <p:grpSpPr>
        <a:xfrm>
          <a:off x="0" y="0"/>
          <a:ext cx="0" cy="0"/>
          <a:chOff x="0" y="0"/>
          <a:chExt cx="0" cy="0"/>
        </a:xfrm>
      </p:grpSpPr>
      <p:sp>
        <p:nvSpPr>
          <p:cNvPr id="705" name="Google Shape;705;p51"/>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706" name="Google Shape;706;p5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707" name="Google Shape;707;p51"/>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708" name="Google Shape;708;p51"/>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09" name="Google Shape;709;p51"/>
          <p:cNvSpPr/>
          <p:nvPr>
            <p:ph idx="2" type="pic"/>
          </p:nvPr>
        </p:nvSpPr>
        <p:spPr>
          <a:xfrm>
            <a:off x="1866900" y="1600200"/>
            <a:ext cx="3111500" cy="3159346"/>
          </a:xfrm>
          <a:prstGeom prst="rect">
            <a:avLst/>
          </a:prstGeom>
          <a:noFill/>
          <a:ln>
            <a:noFill/>
          </a:ln>
        </p:spPr>
      </p:sp>
      <p:sp>
        <p:nvSpPr>
          <p:cNvPr id="710" name="Google Shape;710;p51"/>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1" name="Google Shape;711;p51"/>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2" name="Google Shape;712;p5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i="0" sz="1800" u="none" cap="none" strike="noStrike">
                <a:solidFill>
                  <a:schemeClr val="lt1"/>
                </a:solidFill>
                <a:latin typeface="Arial"/>
                <a:ea typeface="Arial"/>
                <a:cs typeface="Arial"/>
                <a:sym typeface="Arial"/>
              </a:defRPr>
            </a:lvl1pPr>
            <a:lvl2pPr indent="0" lvl="1" marL="0" algn="r">
              <a:spcBef>
                <a:spcPts val="0"/>
              </a:spcBef>
              <a:buNone/>
              <a:defRPr b="1" i="0" sz="1800" u="none" cap="none" strike="noStrike">
                <a:solidFill>
                  <a:schemeClr val="lt1"/>
                </a:solidFill>
                <a:latin typeface="Arial"/>
                <a:ea typeface="Arial"/>
                <a:cs typeface="Arial"/>
                <a:sym typeface="Arial"/>
              </a:defRPr>
            </a:lvl2pPr>
            <a:lvl3pPr indent="0" lvl="2" marL="0" algn="r">
              <a:spcBef>
                <a:spcPts val="0"/>
              </a:spcBef>
              <a:buNone/>
              <a:defRPr b="1" i="0" sz="1800" u="none" cap="none" strike="noStrike">
                <a:solidFill>
                  <a:schemeClr val="lt1"/>
                </a:solidFill>
                <a:latin typeface="Arial"/>
                <a:ea typeface="Arial"/>
                <a:cs typeface="Arial"/>
                <a:sym typeface="Arial"/>
              </a:defRPr>
            </a:lvl3pPr>
            <a:lvl4pPr indent="0" lvl="3" marL="0" algn="r">
              <a:spcBef>
                <a:spcPts val="0"/>
              </a:spcBef>
              <a:buNone/>
              <a:defRPr b="1" i="0" sz="1800" u="none" cap="none" strike="noStrike">
                <a:solidFill>
                  <a:schemeClr val="lt1"/>
                </a:solidFill>
                <a:latin typeface="Arial"/>
                <a:ea typeface="Arial"/>
                <a:cs typeface="Arial"/>
                <a:sym typeface="Arial"/>
              </a:defRPr>
            </a:lvl4pPr>
            <a:lvl5pPr indent="0" lvl="4" marL="0" algn="r">
              <a:spcBef>
                <a:spcPts val="0"/>
              </a:spcBef>
              <a:buNone/>
              <a:defRPr b="1" i="0" sz="1800" u="none" cap="none" strike="noStrike">
                <a:solidFill>
                  <a:schemeClr val="lt1"/>
                </a:solidFill>
                <a:latin typeface="Arial"/>
                <a:ea typeface="Arial"/>
                <a:cs typeface="Arial"/>
                <a:sym typeface="Arial"/>
              </a:defRPr>
            </a:lvl5pPr>
            <a:lvl6pPr indent="0" lvl="5" marL="0" algn="r">
              <a:spcBef>
                <a:spcPts val="0"/>
              </a:spcBef>
              <a:buNone/>
              <a:defRPr b="1" i="0" sz="1800" u="none" cap="none" strike="noStrike">
                <a:solidFill>
                  <a:schemeClr val="lt1"/>
                </a:solidFill>
                <a:latin typeface="Arial"/>
                <a:ea typeface="Arial"/>
                <a:cs typeface="Arial"/>
                <a:sym typeface="Arial"/>
              </a:defRPr>
            </a:lvl6pPr>
            <a:lvl7pPr indent="0" lvl="6" marL="0" algn="r">
              <a:spcBef>
                <a:spcPts val="0"/>
              </a:spcBef>
              <a:buNone/>
              <a:defRPr b="1" i="0" sz="1800" u="none" cap="none" strike="noStrike">
                <a:solidFill>
                  <a:schemeClr val="lt1"/>
                </a:solidFill>
                <a:latin typeface="Arial"/>
                <a:ea typeface="Arial"/>
                <a:cs typeface="Arial"/>
                <a:sym typeface="Arial"/>
              </a:defRPr>
            </a:lvl7pPr>
            <a:lvl8pPr indent="0" lvl="7" marL="0" algn="r">
              <a:spcBef>
                <a:spcPts val="0"/>
              </a:spcBef>
              <a:buNone/>
              <a:defRPr b="1" i="0" sz="1800" u="none" cap="none" strike="noStrike">
                <a:solidFill>
                  <a:schemeClr val="lt1"/>
                </a:solidFill>
                <a:latin typeface="Arial"/>
                <a:ea typeface="Arial"/>
                <a:cs typeface="Arial"/>
                <a:sym typeface="Arial"/>
              </a:defRPr>
            </a:lvl8pPr>
            <a:lvl9pPr indent="0" lvl="8" mar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713" name="Shape 713"/>
        <p:cNvGrpSpPr/>
        <p:nvPr/>
      </p:nvGrpSpPr>
      <p:grpSpPr>
        <a:xfrm>
          <a:off x="0" y="0"/>
          <a:ext cx="0" cy="0"/>
          <a:chOff x="0" y="0"/>
          <a:chExt cx="0" cy="0"/>
        </a:xfrm>
      </p:grpSpPr>
      <p:sp>
        <p:nvSpPr>
          <p:cNvPr id="714" name="Google Shape;714;p52"/>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5" name="Google Shape;715;p52"/>
          <p:cNvSpPr/>
          <p:nvPr>
            <p:ph idx="2" type="pic"/>
          </p:nvPr>
        </p:nvSpPr>
        <p:spPr>
          <a:xfrm>
            <a:off x="4928245" y="1953118"/>
            <a:ext cx="2335511" cy="2071068"/>
          </a:xfrm>
          <a:prstGeom prst="rect">
            <a:avLst/>
          </a:prstGeom>
          <a:noFill/>
          <a:ln>
            <a:noFill/>
          </a:ln>
        </p:spPr>
      </p:sp>
      <p:sp>
        <p:nvSpPr>
          <p:cNvPr id="716" name="Google Shape;716;p52"/>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7" name="Google Shape;717;p52"/>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8" name="Google Shape;718;p52"/>
          <p:cNvSpPr/>
          <p:nvPr>
            <p:ph idx="4" type="pic"/>
          </p:nvPr>
        </p:nvSpPr>
        <p:spPr>
          <a:xfrm>
            <a:off x="1490460" y="1953118"/>
            <a:ext cx="2335511" cy="2071068"/>
          </a:xfrm>
          <a:prstGeom prst="rect">
            <a:avLst/>
          </a:prstGeom>
          <a:noFill/>
          <a:ln>
            <a:noFill/>
          </a:ln>
        </p:spPr>
      </p:sp>
      <p:sp>
        <p:nvSpPr>
          <p:cNvPr id="719" name="Google Shape;719;p52"/>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0" name="Google Shape;720;p52"/>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1" name="Google Shape;721;p52"/>
          <p:cNvSpPr/>
          <p:nvPr>
            <p:ph idx="7" type="pic"/>
          </p:nvPr>
        </p:nvSpPr>
        <p:spPr>
          <a:xfrm>
            <a:off x="8360095" y="1953118"/>
            <a:ext cx="2335511" cy="2071068"/>
          </a:xfrm>
          <a:prstGeom prst="rect">
            <a:avLst/>
          </a:prstGeom>
          <a:noFill/>
          <a:ln>
            <a:noFill/>
          </a:ln>
        </p:spPr>
      </p:sp>
      <p:sp>
        <p:nvSpPr>
          <p:cNvPr id="722" name="Google Shape;722;p52"/>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3" name="Google Shape;723;p52"/>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4" name="Google Shape;724;p5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725" name="Shape 725"/>
        <p:cNvGrpSpPr/>
        <p:nvPr/>
      </p:nvGrpSpPr>
      <p:grpSpPr>
        <a:xfrm>
          <a:off x="0" y="0"/>
          <a:ext cx="0" cy="0"/>
          <a:chOff x="0" y="0"/>
          <a:chExt cx="0" cy="0"/>
        </a:xfrm>
      </p:grpSpPr>
      <p:sp>
        <p:nvSpPr>
          <p:cNvPr id="726" name="Google Shape;726;p53"/>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7" name="Google Shape;727;p53"/>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28" name="Google Shape;728;p5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29" name="Google Shape;729;p53"/>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730" name="Shape 730"/>
        <p:cNvGrpSpPr/>
        <p:nvPr/>
      </p:nvGrpSpPr>
      <p:grpSpPr>
        <a:xfrm>
          <a:off x="0" y="0"/>
          <a:ext cx="0" cy="0"/>
          <a:chOff x="0" y="0"/>
          <a:chExt cx="0" cy="0"/>
        </a:xfrm>
      </p:grpSpPr>
      <p:sp>
        <p:nvSpPr>
          <p:cNvPr id="731" name="Google Shape;731;p54"/>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2" name="Google Shape;732;p54"/>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3" name="Google Shape;733;p54"/>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4" name="Google Shape;734;p5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35" name="Google Shape;735;p54"/>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736" name="Shape 736"/>
        <p:cNvGrpSpPr/>
        <p:nvPr/>
      </p:nvGrpSpPr>
      <p:grpSpPr>
        <a:xfrm>
          <a:off x="0" y="0"/>
          <a:ext cx="0" cy="0"/>
          <a:chOff x="0" y="0"/>
          <a:chExt cx="0" cy="0"/>
        </a:xfrm>
      </p:grpSpPr>
      <p:sp>
        <p:nvSpPr>
          <p:cNvPr id="737" name="Google Shape;737;p5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38" name="Google Shape;738;p55"/>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9" name="Google Shape;739;p55"/>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0" name="Google Shape;740;p5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41" name="Google Shape;741;p55"/>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742" name="Shape 742"/>
        <p:cNvGrpSpPr/>
        <p:nvPr/>
      </p:nvGrpSpPr>
      <p:grpSpPr>
        <a:xfrm>
          <a:off x="0" y="0"/>
          <a:ext cx="0" cy="0"/>
          <a:chOff x="0" y="0"/>
          <a:chExt cx="0" cy="0"/>
        </a:xfrm>
      </p:grpSpPr>
      <p:sp>
        <p:nvSpPr>
          <p:cNvPr id="743" name="Google Shape;743;p56"/>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4" name="Google Shape;744;p56"/>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45" name="Google Shape;745;p56"/>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46" name="Google Shape;746;p56"/>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747" name="Google Shape;747;p56"/>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748" name="Google Shape;748;p56"/>
          <p:cNvSpPr/>
          <p:nvPr>
            <p:ph idx="2" type="pic"/>
          </p:nvPr>
        </p:nvSpPr>
        <p:spPr>
          <a:xfrm>
            <a:off x="6096000" y="0"/>
            <a:ext cx="6099048" cy="6217920"/>
          </a:xfrm>
          <a:prstGeom prst="rect">
            <a:avLst/>
          </a:prstGeom>
          <a:noFill/>
          <a:ln>
            <a:noFill/>
          </a:ln>
        </p:spPr>
      </p:sp>
      <p:sp>
        <p:nvSpPr>
          <p:cNvPr id="749" name="Google Shape;749;p5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750" name="Shape 750"/>
        <p:cNvGrpSpPr/>
        <p:nvPr/>
      </p:nvGrpSpPr>
      <p:grpSpPr>
        <a:xfrm>
          <a:off x="0" y="0"/>
          <a:ext cx="0" cy="0"/>
          <a:chOff x="0" y="0"/>
          <a:chExt cx="0" cy="0"/>
        </a:xfrm>
      </p:grpSpPr>
      <p:sp>
        <p:nvSpPr>
          <p:cNvPr id="751" name="Google Shape;751;p57"/>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52" name="Google Shape;752;p57"/>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57"/>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54" name="Google Shape;754;p57"/>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55" name="Google Shape;755;p57"/>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756" name="Google Shape;756;p57"/>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757" name="Google Shape;757;p57"/>
          <p:cNvSpPr/>
          <p:nvPr>
            <p:ph idx="2" type="pic"/>
          </p:nvPr>
        </p:nvSpPr>
        <p:spPr>
          <a:xfrm>
            <a:off x="6096000" y="0"/>
            <a:ext cx="6099048" cy="6217920"/>
          </a:xfrm>
          <a:prstGeom prst="rect">
            <a:avLst/>
          </a:prstGeom>
          <a:noFill/>
          <a:ln>
            <a:noFill/>
          </a:ln>
        </p:spPr>
      </p:sp>
      <p:sp>
        <p:nvSpPr>
          <p:cNvPr id="758" name="Google Shape;758;p5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759" name="Shape 759"/>
        <p:cNvGrpSpPr/>
        <p:nvPr/>
      </p:nvGrpSpPr>
      <p:grpSpPr>
        <a:xfrm>
          <a:off x="0" y="0"/>
          <a:ext cx="0" cy="0"/>
          <a:chOff x="0" y="0"/>
          <a:chExt cx="0" cy="0"/>
        </a:xfrm>
      </p:grpSpPr>
      <p:sp>
        <p:nvSpPr>
          <p:cNvPr id="760" name="Google Shape;760;p5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61" name="Google Shape;761;p58"/>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2" name="Google Shape;762;p5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3" name="Google Shape;763;p5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64" name="Google Shape;764;p5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765" name="Google Shape;765;p58"/>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766" name="Google Shape;766;p58"/>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7" name="Google Shape;767;p5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768" name="Shape 768"/>
        <p:cNvGrpSpPr/>
        <p:nvPr/>
      </p:nvGrpSpPr>
      <p:grpSpPr>
        <a:xfrm>
          <a:off x="0" y="0"/>
          <a:ext cx="0" cy="0"/>
          <a:chOff x="0" y="0"/>
          <a:chExt cx="0" cy="0"/>
        </a:xfrm>
      </p:grpSpPr>
      <p:sp>
        <p:nvSpPr>
          <p:cNvPr id="769" name="Google Shape;769;p5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770" name="Google Shape;770;p59"/>
          <p:cNvSpPr/>
          <p:nvPr>
            <p:ph idx="2" type="pic"/>
          </p:nvPr>
        </p:nvSpPr>
        <p:spPr>
          <a:xfrm>
            <a:off x="0" y="1142999"/>
            <a:ext cx="12192000" cy="5084065"/>
          </a:xfrm>
          <a:prstGeom prst="rect">
            <a:avLst/>
          </a:prstGeom>
          <a:noFill/>
          <a:ln>
            <a:noFill/>
          </a:ln>
        </p:spPr>
      </p:sp>
      <p:sp>
        <p:nvSpPr>
          <p:cNvPr id="771" name="Google Shape;771;p59"/>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2" name="Google Shape;772;p59"/>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773" name="Google Shape;773;p59"/>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774" name="Shape 774"/>
        <p:cNvGrpSpPr/>
        <p:nvPr/>
      </p:nvGrpSpPr>
      <p:grpSpPr>
        <a:xfrm>
          <a:off x="0" y="0"/>
          <a:ext cx="0" cy="0"/>
          <a:chOff x="0" y="0"/>
          <a:chExt cx="0" cy="0"/>
        </a:xfrm>
      </p:grpSpPr>
      <p:sp>
        <p:nvSpPr>
          <p:cNvPr id="775" name="Google Shape;775;p60"/>
          <p:cNvSpPr/>
          <p:nvPr>
            <p:ph idx="2" type="pic"/>
          </p:nvPr>
        </p:nvSpPr>
        <p:spPr>
          <a:xfrm>
            <a:off x="0" y="1143000"/>
            <a:ext cx="12192000" cy="5715000"/>
          </a:xfrm>
          <a:prstGeom prst="rect">
            <a:avLst/>
          </a:prstGeom>
          <a:noFill/>
          <a:ln>
            <a:noFill/>
          </a:ln>
        </p:spPr>
      </p:sp>
      <p:sp>
        <p:nvSpPr>
          <p:cNvPr id="776" name="Google Shape;776;p60"/>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77" name="Google Shape;777;p60"/>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778" name="Google Shape;778;p60"/>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779" name="Shape 779"/>
        <p:cNvGrpSpPr/>
        <p:nvPr/>
      </p:nvGrpSpPr>
      <p:grpSpPr>
        <a:xfrm>
          <a:off x="0" y="0"/>
          <a:ext cx="0" cy="0"/>
          <a:chOff x="0" y="0"/>
          <a:chExt cx="0" cy="0"/>
        </a:xfrm>
      </p:grpSpPr>
      <p:sp>
        <p:nvSpPr>
          <p:cNvPr id="780" name="Google Shape;780;p61"/>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1" name="Google Shape;781;p61"/>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2" name="Google Shape;782;p61"/>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83" name="Google Shape;783;p61"/>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784" name="Google Shape;784;p61"/>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785" name="Google Shape;785;p61"/>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786" name="Google Shape;786;p61"/>
          <p:cNvGrpSpPr/>
          <p:nvPr/>
        </p:nvGrpSpPr>
        <p:grpSpPr>
          <a:xfrm>
            <a:off x="6971959" y="785112"/>
            <a:ext cx="4340506" cy="868101"/>
            <a:chOff x="382104" y="3327719"/>
            <a:chExt cx="4340506" cy="868101"/>
          </a:xfrm>
        </p:grpSpPr>
        <p:sp>
          <p:nvSpPr>
            <p:cNvPr id="787" name="Google Shape;787;p61"/>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8" name="Google Shape;788;p61"/>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89" name="Google Shape;789;p61"/>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0" name="Google Shape;790;p61"/>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1" name="Google Shape;791;p61"/>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2" name="Google Shape;792;p61"/>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793" name="Google Shape;793;p61"/>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794" name="Google Shape;794;p61"/>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795" name="Google Shape;795;p61"/>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796" name="Google Shape;796;p61"/>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797" name="Google Shape;797;p61"/>
          <p:cNvGrpSpPr/>
          <p:nvPr/>
        </p:nvGrpSpPr>
        <p:grpSpPr>
          <a:xfrm>
            <a:off x="6971959" y="1900356"/>
            <a:ext cx="4340506" cy="868101"/>
            <a:chOff x="6794478" y="3327719"/>
            <a:chExt cx="4340506" cy="868101"/>
          </a:xfrm>
        </p:grpSpPr>
        <p:sp>
          <p:nvSpPr>
            <p:cNvPr id="798" name="Google Shape;798;p61"/>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799" name="Google Shape;799;p61"/>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0" name="Google Shape;800;p61"/>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1" name="Google Shape;801;p61"/>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2" name="Google Shape;802;p61"/>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03" name="Google Shape;803;p61"/>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804" name="Google Shape;804;p61"/>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805" name="Google Shape;805;p61"/>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806" name="Google Shape;806;p61"/>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807" name="Google Shape;807;p61"/>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808" name="Google Shape;808;p61"/>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809" name="Google Shape;809;p6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1_Title and Large Image">
    <p:spTree>
      <p:nvGrpSpPr>
        <p:cNvPr id="810" name="Shape 810"/>
        <p:cNvGrpSpPr/>
        <p:nvPr/>
      </p:nvGrpSpPr>
      <p:grpSpPr>
        <a:xfrm>
          <a:off x="0" y="0"/>
          <a:ext cx="0" cy="0"/>
          <a:chOff x="0" y="0"/>
          <a:chExt cx="0" cy="0"/>
        </a:xfrm>
      </p:grpSpPr>
      <p:sp>
        <p:nvSpPr>
          <p:cNvPr id="811" name="Google Shape;811;p6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1pPr>
            <a:lvl2pPr indent="0" lvl="1"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2pPr>
            <a:lvl3pPr indent="0" lvl="2"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3pPr>
            <a:lvl4pPr indent="0" lvl="3"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4pPr>
            <a:lvl5pPr indent="0" lvl="4"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5pPr>
            <a:lvl6pPr indent="0" lvl="5"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6pPr>
            <a:lvl7pPr indent="0" lvl="6"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7pPr>
            <a:lvl8pPr indent="0" lvl="7"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8pPr>
            <a:lvl9pPr indent="0" lvl="8"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812" name="Google Shape;812;p62"/>
          <p:cNvSpPr/>
          <p:nvPr>
            <p:ph idx="2" type="pic"/>
          </p:nvPr>
        </p:nvSpPr>
        <p:spPr>
          <a:xfrm>
            <a:off x="0" y="1142999"/>
            <a:ext cx="12192000" cy="5084065"/>
          </a:xfrm>
          <a:prstGeom prst="rect">
            <a:avLst/>
          </a:prstGeom>
          <a:noFill/>
          <a:ln>
            <a:noFill/>
          </a:ln>
        </p:spPr>
      </p:sp>
      <p:sp>
        <p:nvSpPr>
          <p:cNvPr id="813" name="Google Shape;813;p62"/>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14" name="Google Shape;814;p62"/>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815" name="Google Shape;815;p62"/>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acer Slide" showMasterSp="0" type="title">
  <p:cSld name="TITLE">
    <p:spTree>
      <p:nvGrpSpPr>
        <p:cNvPr id="822" name="Shape 822"/>
        <p:cNvGrpSpPr/>
        <p:nvPr/>
      </p:nvGrpSpPr>
      <p:grpSpPr>
        <a:xfrm>
          <a:off x="0" y="0"/>
          <a:ext cx="0" cy="0"/>
          <a:chOff x="0" y="0"/>
          <a:chExt cx="0" cy="0"/>
        </a:xfrm>
      </p:grpSpPr>
      <p:sp>
        <p:nvSpPr>
          <p:cNvPr id="823" name="Google Shape;823;p40"/>
          <p:cNvSpPr txBox="1"/>
          <p:nvPr>
            <p:ph type="ctrTitle"/>
          </p:nvPr>
        </p:nvSpPr>
        <p:spPr>
          <a:xfrm>
            <a:off x="1524000" y="2359916"/>
            <a:ext cx="9144000" cy="73152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333333"/>
              </a:buClr>
              <a:buSzPts val="5400"/>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4" name="Google Shape;824;p40"/>
          <p:cNvSpPr txBox="1"/>
          <p:nvPr>
            <p:ph idx="1" type="subTitle"/>
          </p:nvPr>
        </p:nvSpPr>
        <p:spPr>
          <a:xfrm>
            <a:off x="1524000" y="3358503"/>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3600"/>
              <a:buNone/>
              <a:defRPr sz="36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825" name="Google Shape;825;p4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26" name="Google Shape;826;p40"/>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827" name="Google Shape;827;p40"/>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828" name="Shape 828"/>
        <p:cNvGrpSpPr/>
        <p:nvPr/>
      </p:nvGrpSpPr>
      <p:grpSpPr>
        <a:xfrm>
          <a:off x="0" y="0"/>
          <a:ext cx="0" cy="0"/>
          <a:chOff x="0" y="0"/>
          <a:chExt cx="0" cy="0"/>
        </a:xfrm>
      </p:grpSpPr>
      <p:sp>
        <p:nvSpPr>
          <p:cNvPr id="829" name="Google Shape;829;p4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0" name="Google Shape;830;p41"/>
          <p:cNvSpPr txBox="1"/>
          <p:nvPr>
            <p:ph idx="1" type="body"/>
          </p:nvPr>
        </p:nvSpPr>
        <p:spPr>
          <a:xfrm>
            <a:off x="277933" y="1520042"/>
            <a:ext cx="11647367" cy="4358244"/>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1" name="Google Shape;831;p4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832" name="Shape 832"/>
        <p:cNvGrpSpPr/>
        <p:nvPr/>
      </p:nvGrpSpPr>
      <p:grpSpPr>
        <a:xfrm>
          <a:off x="0" y="0"/>
          <a:ext cx="0" cy="0"/>
          <a:chOff x="0" y="0"/>
          <a:chExt cx="0" cy="0"/>
        </a:xfrm>
      </p:grpSpPr>
      <p:sp>
        <p:nvSpPr>
          <p:cNvPr id="833" name="Google Shape;833;p63"/>
          <p:cNvSpPr txBox="1"/>
          <p:nvPr>
            <p:ph type="ctrTitle"/>
          </p:nvPr>
        </p:nvSpPr>
        <p:spPr>
          <a:xfrm>
            <a:off x="1524000" y="3200400"/>
            <a:ext cx="9144000" cy="73152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rgbClr val="333333"/>
              </a:buClr>
              <a:buSzPts val="4500"/>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4" name="Google Shape;834;p63"/>
          <p:cNvSpPr txBox="1"/>
          <p:nvPr>
            <p:ph idx="1" type="subTitle"/>
          </p:nvPr>
        </p:nvSpPr>
        <p:spPr>
          <a:xfrm>
            <a:off x="1524000" y="4195570"/>
            <a:ext cx="9144000" cy="9144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835" name="Google Shape;835;p63"/>
          <p:cNvCxnSpPr/>
          <p:nvPr/>
        </p:nvCxnSpPr>
        <p:spPr>
          <a:xfrm>
            <a:off x="1422400" y="2743200"/>
            <a:ext cx="9347200" cy="0"/>
          </a:xfrm>
          <a:prstGeom prst="straightConnector1">
            <a:avLst/>
          </a:prstGeom>
          <a:noFill/>
          <a:ln cap="flat" cmpd="sng" w="9525">
            <a:solidFill>
              <a:srgbClr val="004165"/>
            </a:solidFill>
            <a:prstDash val="solid"/>
            <a:miter lim="8000"/>
            <a:headEnd len="sm" w="sm" type="none"/>
            <a:tailEnd len="sm" w="sm" type="none"/>
          </a:ln>
        </p:spPr>
      </p:cxnSp>
      <p:pic>
        <p:nvPicPr>
          <p:cNvPr descr="Toastmasters International" id="836" name="Google Shape;836;p63"/>
          <p:cNvPicPr preferRelativeResize="0"/>
          <p:nvPr/>
        </p:nvPicPr>
        <p:blipFill rotWithShape="1">
          <a:blip r:embed="rId2">
            <a:alphaModFix/>
          </a:blip>
          <a:srcRect b="0" l="0" r="0" t="0"/>
          <a:stretch/>
        </p:blipFill>
        <p:spPr>
          <a:xfrm>
            <a:off x="4704715" y="1830810"/>
            <a:ext cx="2782570" cy="430804"/>
          </a:xfrm>
          <a:prstGeom prst="rect">
            <a:avLst/>
          </a:prstGeom>
          <a:noFill/>
          <a:ln>
            <a:noFill/>
          </a:ln>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ntent">
  <p:cSld name="Title and Two Content">
    <p:spTree>
      <p:nvGrpSpPr>
        <p:cNvPr id="837" name="Shape 837"/>
        <p:cNvGrpSpPr/>
        <p:nvPr/>
      </p:nvGrpSpPr>
      <p:grpSpPr>
        <a:xfrm>
          <a:off x="0" y="0"/>
          <a:ext cx="0" cy="0"/>
          <a:chOff x="0" y="0"/>
          <a:chExt cx="0" cy="0"/>
        </a:xfrm>
      </p:grpSpPr>
      <p:sp>
        <p:nvSpPr>
          <p:cNvPr id="838" name="Google Shape;838;p64"/>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9" name="Google Shape;839;p64"/>
          <p:cNvSpPr txBox="1"/>
          <p:nvPr>
            <p:ph idx="1" type="body"/>
          </p:nvPr>
        </p:nvSpPr>
        <p:spPr>
          <a:xfrm>
            <a:off x="277934" y="1535081"/>
            <a:ext cx="5641848"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0" name="Google Shape;840;p64"/>
          <p:cNvSpPr txBox="1"/>
          <p:nvPr>
            <p:ph idx="2" type="body"/>
          </p:nvPr>
        </p:nvSpPr>
        <p:spPr>
          <a:xfrm>
            <a:off x="6275268" y="1535081"/>
            <a:ext cx="5638800" cy="4332319"/>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1" name="Google Shape;841;p6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Comparison" type="twoTxTwoObj">
  <p:cSld name="TWO_OBJECTS_WITH_TEXT">
    <p:spTree>
      <p:nvGrpSpPr>
        <p:cNvPr id="842" name="Shape 842"/>
        <p:cNvGrpSpPr/>
        <p:nvPr/>
      </p:nvGrpSpPr>
      <p:grpSpPr>
        <a:xfrm>
          <a:off x="0" y="0"/>
          <a:ext cx="0" cy="0"/>
          <a:chOff x="0" y="0"/>
          <a:chExt cx="0" cy="0"/>
        </a:xfrm>
      </p:grpSpPr>
      <p:sp>
        <p:nvSpPr>
          <p:cNvPr id="843" name="Google Shape;843;p65"/>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4" name="Google Shape;844;p65"/>
          <p:cNvSpPr txBox="1"/>
          <p:nvPr>
            <p:ph idx="1" type="body"/>
          </p:nvPr>
        </p:nvSpPr>
        <p:spPr>
          <a:xfrm>
            <a:off x="277934"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45" name="Google Shape;845;p65"/>
          <p:cNvSpPr txBox="1"/>
          <p:nvPr>
            <p:ph idx="2" type="body"/>
          </p:nvPr>
        </p:nvSpPr>
        <p:spPr>
          <a:xfrm>
            <a:off x="277934"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6" name="Google Shape;846;p65"/>
          <p:cNvSpPr txBox="1"/>
          <p:nvPr>
            <p:ph idx="3" type="body"/>
          </p:nvPr>
        </p:nvSpPr>
        <p:spPr>
          <a:xfrm>
            <a:off x="6283452" y="1361863"/>
            <a:ext cx="564184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3000"/>
              <a:buNone/>
              <a:defRPr b="1" sz="30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47" name="Google Shape;847;p65"/>
          <p:cNvSpPr txBox="1"/>
          <p:nvPr>
            <p:ph idx="4" type="body"/>
          </p:nvPr>
        </p:nvSpPr>
        <p:spPr>
          <a:xfrm>
            <a:off x="6283452" y="2185775"/>
            <a:ext cx="5641848" cy="368162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8" name="Google Shape;848;p6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49" name="Shape 849"/>
        <p:cNvGrpSpPr/>
        <p:nvPr/>
      </p:nvGrpSpPr>
      <p:grpSpPr>
        <a:xfrm>
          <a:off x="0" y="0"/>
          <a:ext cx="0" cy="0"/>
          <a:chOff x="0" y="0"/>
          <a:chExt cx="0" cy="0"/>
        </a:xfrm>
      </p:grpSpPr>
      <p:sp>
        <p:nvSpPr>
          <p:cNvPr id="850" name="Google Shape;850;p66"/>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1" name="Google Shape;851;p6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ntent">
  <p:cSld name="Title and Three Content">
    <p:spTree>
      <p:nvGrpSpPr>
        <p:cNvPr id="852" name="Shape 852"/>
        <p:cNvGrpSpPr/>
        <p:nvPr/>
      </p:nvGrpSpPr>
      <p:grpSpPr>
        <a:xfrm>
          <a:off x="0" y="0"/>
          <a:ext cx="0" cy="0"/>
          <a:chOff x="0" y="0"/>
          <a:chExt cx="0" cy="0"/>
        </a:xfrm>
      </p:grpSpPr>
      <p:sp>
        <p:nvSpPr>
          <p:cNvPr id="853" name="Google Shape;853;p67"/>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4" name="Google Shape;854;p6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55" name="Google Shape;855;p67"/>
          <p:cNvSpPr/>
          <p:nvPr>
            <p:ph idx="1" type="body"/>
          </p:nvPr>
        </p:nvSpPr>
        <p:spPr>
          <a:xfrm>
            <a:off x="8382000" y="2005584"/>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6" name="Google Shape;856;p67"/>
          <p:cNvSpPr/>
          <p:nvPr>
            <p:ph idx="2" type="body"/>
          </p:nvPr>
        </p:nvSpPr>
        <p:spPr>
          <a:xfrm>
            <a:off x="4495800" y="201168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7" name="Google Shape;857;p67"/>
          <p:cNvSpPr/>
          <p:nvPr>
            <p:ph idx="3" type="body"/>
          </p:nvPr>
        </p:nvSpPr>
        <p:spPr>
          <a:xfrm>
            <a:off x="609600" y="1981200"/>
            <a:ext cx="3200400" cy="3140075"/>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365750" spcFirstLastPara="1" rIns="365750" wrap="square" tIns="82295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8" name="Google Shape;858;p67"/>
          <p:cNvSpPr txBox="1"/>
          <p:nvPr>
            <p:ph idx="4" type="body"/>
          </p:nvPr>
        </p:nvSpPr>
        <p:spPr>
          <a:xfrm>
            <a:off x="8382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9" name="Google Shape;859;p67"/>
          <p:cNvSpPr txBox="1"/>
          <p:nvPr>
            <p:ph idx="5" type="body"/>
          </p:nvPr>
        </p:nvSpPr>
        <p:spPr>
          <a:xfrm>
            <a:off x="86106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0" name="Google Shape;860;p67"/>
          <p:cNvSpPr txBox="1"/>
          <p:nvPr>
            <p:ph idx="6" type="body"/>
          </p:nvPr>
        </p:nvSpPr>
        <p:spPr>
          <a:xfrm>
            <a:off x="4724400" y="2362200"/>
            <a:ext cx="2743200" cy="304800"/>
          </a:xfrm>
          <a:prstGeom prst="rect">
            <a:avLst/>
          </a:prstGeom>
          <a:noFill/>
          <a:ln>
            <a:noFill/>
          </a:ln>
        </p:spPr>
        <p:txBody>
          <a:bodyPr anchorCtr="0" anchor="b" bIns="0" lIns="91425" spcFirstLastPara="1" rIns="91425" wrap="square" tIns="0">
            <a:normAutofit/>
          </a:bodyPr>
          <a:lstStyle>
            <a:lvl1pPr indent="-228600" lvl="0" marL="457200" algn="ctr">
              <a:lnSpc>
                <a:spcPct val="90000"/>
              </a:lnSpc>
              <a:spcBef>
                <a:spcPts val="1000"/>
              </a:spcBef>
              <a:spcAft>
                <a:spcPts val="0"/>
              </a:spcAft>
              <a:buClr>
                <a:schemeClr val="dk1"/>
              </a:buClr>
              <a:buSzPts val="2000"/>
              <a:buNone/>
              <a:defRPr b="1" i="0" sz="20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nd Text" showMasterSp="0">
  <p:cSld name="Image and Text">
    <p:spTree>
      <p:nvGrpSpPr>
        <p:cNvPr id="861" name="Shape 861"/>
        <p:cNvGrpSpPr/>
        <p:nvPr/>
      </p:nvGrpSpPr>
      <p:grpSpPr>
        <a:xfrm>
          <a:off x="0" y="0"/>
          <a:ext cx="0" cy="0"/>
          <a:chOff x="0" y="0"/>
          <a:chExt cx="0" cy="0"/>
        </a:xfrm>
      </p:grpSpPr>
      <p:sp>
        <p:nvSpPr>
          <p:cNvPr id="862" name="Google Shape;862;p68"/>
          <p:cNvSpPr/>
          <p:nvPr/>
        </p:nvSpPr>
        <p:spPr>
          <a:xfrm>
            <a:off x="-12192" y="6212926"/>
            <a:ext cx="12216384"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863" name="Google Shape;863;p6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sp>
        <p:nvSpPr>
          <p:cNvPr id="864" name="Google Shape;864;p68"/>
          <p:cNvSpPr/>
          <p:nvPr/>
        </p:nvSpPr>
        <p:spPr>
          <a:xfrm>
            <a:off x="3815398" y="1066800"/>
            <a:ext cx="6509702" cy="4273994"/>
          </a:xfrm>
          <a:prstGeom prst="roundRect">
            <a:avLst>
              <a:gd fmla="val 0" name="adj"/>
            </a:avLst>
          </a:pr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Arial"/>
              <a:ea typeface="Arial"/>
              <a:cs typeface="Arial"/>
              <a:sym typeface="Arial"/>
            </a:endParaRPr>
          </a:p>
        </p:txBody>
      </p:sp>
      <p:sp>
        <p:nvSpPr>
          <p:cNvPr id="865" name="Google Shape;865;p68"/>
          <p:cNvSpPr/>
          <p:nvPr/>
        </p:nvSpPr>
        <p:spPr>
          <a:xfrm>
            <a:off x="1866900" y="1600200"/>
            <a:ext cx="3111498" cy="3159346"/>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66" name="Google Shape;866;p68"/>
          <p:cNvSpPr/>
          <p:nvPr>
            <p:ph idx="2" type="pic"/>
          </p:nvPr>
        </p:nvSpPr>
        <p:spPr>
          <a:xfrm>
            <a:off x="1866900" y="1600200"/>
            <a:ext cx="3111500" cy="3159346"/>
          </a:xfrm>
          <a:prstGeom prst="rect">
            <a:avLst/>
          </a:prstGeom>
          <a:noFill/>
          <a:ln>
            <a:noFill/>
          </a:ln>
        </p:spPr>
      </p:sp>
      <p:sp>
        <p:nvSpPr>
          <p:cNvPr id="867" name="Google Shape;867;p68"/>
          <p:cNvSpPr txBox="1"/>
          <p:nvPr>
            <p:ph idx="1" type="body"/>
          </p:nvPr>
        </p:nvSpPr>
        <p:spPr>
          <a:xfrm>
            <a:off x="4978400" y="2839928"/>
            <a:ext cx="5346700" cy="4572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3200"/>
              <a:buNone/>
              <a:defRPr b="1" i="0" sz="32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8" name="Google Shape;868;p68"/>
          <p:cNvSpPr txBox="1"/>
          <p:nvPr>
            <p:ph idx="3" type="body"/>
          </p:nvPr>
        </p:nvSpPr>
        <p:spPr>
          <a:xfrm>
            <a:off x="4978400" y="3352800"/>
            <a:ext cx="5346700" cy="381000"/>
          </a:xfrm>
          <a:prstGeom prst="rect">
            <a:avLst/>
          </a:prstGeom>
          <a:noFill/>
          <a:ln>
            <a:noFill/>
          </a:ln>
        </p:spPr>
        <p:txBody>
          <a:bodyPr anchorCtr="0" anchor="ctr" bIns="45700" lIns="91425" spcFirstLastPara="1" rIns="91425" wrap="square" tIns="45700">
            <a:normAutofit/>
          </a:bodyPr>
          <a:lstStyle>
            <a:lvl1pPr indent="-228600" lvl="0" marL="457200" algn="ctr">
              <a:lnSpc>
                <a:spcPct val="90000"/>
              </a:lnSpc>
              <a:spcBef>
                <a:spcPts val="1000"/>
              </a:spcBef>
              <a:spcAft>
                <a:spcPts val="0"/>
              </a:spcAft>
              <a:buClr>
                <a:schemeClr val="dk1"/>
              </a:buClr>
              <a:buSzPts val="2400"/>
              <a:buNone/>
              <a:defRPr b="0" i="0" sz="2400">
                <a:solidFill>
                  <a:schemeClr val="dk1"/>
                </a:solidFill>
                <a:latin typeface="Arial"/>
                <a:ea typeface="Arial"/>
                <a:cs typeface="Arial"/>
                <a:sym typeface="Arial"/>
              </a:defRPr>
            </a:lvl1pPr>
            <a:lvl2pPr indent="-228600" lvl="1" marL="914400" algn="ctr">
              <a:lnSpc>
                <a:spcPct val="90000"/>
              </a:lnSpc>
              <a:spcBef>
                <a:spcPts val="500"/>
              </a:spcBef>
              <a:spcAft>
                <a:spcPts val="0"/>
              </a:spcAft>
              <a:buClr>
                <a:srgbClr val="7A7A7A"/>
              </a:buClr>
              <a:buSzPts val="2400"/>
              <a:buNone/>
              <a:defRPr b="0" i="0">
                <a:solidFill>
                  <a:srgbClr val="7A7A7A"/>
                </a:solidFill>
                <a:latin typeface="Open Sans"/>
                <a:ea typeface="Open Sans"/>
                <a:cs typeface="Open Sans"/>
                <a:sym typeface="Open Sans"/>
              </a:defRPr>
            </a:lvl2pPr>
            <a:lvl3pPr indent="-228600" lvl="2" marL="1371600" algn="l">
              <a:lnSpc>
                <a:spcPct val="90000"/>
              </a:lnSpc>
              <a:spcBef>
                <a:spcPts val="500"/>
              </a:spcBef>
              <a:spcAft>
                <a:spcPts val="0"/>
              </a:spcAft>
              <a:buClr>
                <a:srgbClr val="7A7A7A"/>
              </a:buClr>
              <a:buSzPts val="2000"/>
              <a:buNone/>
              <a:defRPr b="1" i="0">
                <a:solidFill>
                  <a:srgbClr val="7A7A7A"/>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7A7A7A"/>
              </a:buClr>
              <a:buSzPts val="1800"/>
              <a:buNone/>
              <a:defRPr b="1" i="0">
                <a:solidFill>
                  <a:srgbClr val="7A7A7A"/>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9" name="Google Shape;869;p6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Title and 3 Images">
    <p:spTree>
      <p:nvGrpSpPr>
        <p:cNvPr id="870" name="Shape 870"/>
        <p:cNvGrpSpPr/>
        <p:nvPr/>
      </p:nvGrpSpPr>
      <p:grpSpPr>
        <a:xfrm>
          <a:off x="0" y="0"/>
          <a:ext cx="0" cy="0"/>
          <a:chOff x="0" y="0"/>
          <a:chExt cx="0" cy="0"/>
        </a:xfrm>
      </p:grpSpPr>
      <p:sp>
        <p:nvSpPr>
          <p:cNvPr id="871" name="Google Shape;871;p69"/>
          <p:cNvSpPr txBox="1"/>
          <p:nvPr>
            <p:ph type="title"/>
          </p:nvPr>
        </p:nvSpPr>
        <p:spPr>
          <a:xfrm>
            <a:off x="277934" y="293875"/>
            <a:ext cx="1164736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2" name="Google Shape;872;p69"/>
          <p:cNvSpPr/>
          <p:nvPr>
            <p:ph idx="2" type="pic"/>
          </p:nvPr>
        </p:nvSpPr>
        <p:spPr>
          <a:xfrm>
            <a:off x="4928245" y="1953118"/>
            <a:ext cx="2335511" cy="2071068"/>
          </a:xfrm>
          <a:prstGeom prst="rect">
            <a:avLst/>
          </a:prstGeom>
          <a:noFill/>
          <a:ln>
            <a:noFill/>
          </a:ln>
        </p:spPr>
      </p:sp>
      <p:sp>
        <p:nvSpPr>
          <p:cNvPr id="873" name="Google Shape;873;p69"/>
          <p:cNvSpPr/>
          <p:nvPr>
            <p:ph idx="1" type="body"/>
          </p:nvPr>
        </p:nvSpPr>
        <p:spPr>
          <a:xfrm>
            <a:off x="492231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4" name="Google Shape;874;p69"/>
          <p:cNvSpPr txBox="1"/>
          <p:nvPr>
            <p:ph idx="3" type="body"/>
          </p:nvPr>
        </p:nvSpPr>
        <p:spPr>
          <a:xfrm>
            <a:off x="508887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5" name="Google Shape;875;p69"/>
          <p:cNvSpPr/>
          <p:nvPr>
            <p:ph idx="4" type="pic"/>
          </p:nvPr>
        </p:nvSpPr>
        <p:spPr>
          <a:xfrm>
            <a:off x="1490460" y="1953118"/>
            <a:ext cx="2335511" cy="2071068"/>
          </a:xfrm>
          <a:prstGeom prst="rect">
            <a:avLst/>
          </a:prstGeom>
          <a:noFill/>
          <a:ln>
            <a:noFill/>
          </a:ln>
        </p:spPr>
      </p:sp>
      <p:sp>
        <p:nvSpPr>
          <p:cNvPr id="876" name="Google Shape;876;p69"/>
          <p:cNvSpPr/>
          <p:nvPr>
            <p:ph idx="5" type="body"/>
          </p:nvPr>
        </p:nvSpPr>
        <p:spPr>
          <a:xfrm>
            <a:off x="1484525"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7" name="Google Shape;877;p69"/>
          <p:cNvSpPr txBox="1"/>
          <p:nvPr>
            <p:ph idx="6" type="body"/>
          </p:nvPr>
        </p:nvSpPr>
        <p:spPr>
          <a:xfrm>
            <a:off x="1651094"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8" name="Google Shape;878;p69"/>
          <p:cNvSpPr/>
          <p:nvPr>
            <p:ph idx="7" type="pic"/>
          </p:nvPr>
        </p:nvSpPr>
        <p:spPr>
          <a:xfrm>
            <a:off x="8360095" y="1953118"/>
            <a:ext cx="2335511" cy="2071068"/>
          </a:xfrm>
          <a:prstGeom prst="rect">
            <a:avLst/>
          </a:prstGeom>
          <a:noFill/>
          <a:ln>
            <a:noFill/>
          </a:ln>
        </p:spPr>
      </p:sp>
      <p:sp>
        <p:nvSpPr>
          <p:cNvPr id="879" name="Google Shape;879;p69"/>
          <p:cNvSpPr/>
          <p:nvPr>
            <p:ph idx="8" type="body"/>
          </p:nvPr>
        </p:nvSpPr>
        <p:spPr>
          <a:xfrm>
            <a:off x="8354160" y="4024190"/>
            <a:ext cx="2347380" cy="1365954"/>
          </a:xfrm>
          <a:prstGeom prst="roundRect">
            <a:avLst>
              <a:gd fmla="val 942" name="adj"/>
            </a:avLst>
          </a:prstGeom>
          <a:solidFill>
            <a:srgbClr val="FFFFFF"/>
          </a:solidFill>
          <a:ln>
            <a:noFill/>
          </a:ln>
          <a:effectLst>
            <a:outerShdw blurRad="38100" rotWithShape="0" algn="tl" dir="5400000" dist="12700">
              <a:srgbClr val="000000">
                <a:alpha val="34902"/>
              </a:srgbClr>
            </a:outerShdw>
          </a:effectLst>
        </p:spPr>
        <p:txBody>
          <a:bodyPr anchorCtr="0" anchor="t" bIns="365750" lIns="91425" spcFirstLastPara="1" rIns="91425" wrap="square" tIns="914400">
            <a:normAutofit/>
          </a:bodyPr>
          <a:lstStyle>
            <a:lvl1pPr indent="-228600" lvl="0" marL="457200" marR="0" algn="ctr">
              <a:lnSpc>
                <a:spcPct val="100000"/>
              </a:lnSpc>
              <a:spcBef>
                <a:spcPts val="0"/>
              </a:spcBef>
              <a:spcAft>
                <a:spcPts val="0"/>
              </a:spcAft>
              <a:buClr>
                <a:schemeClr val="dk1"/>
              </a:buClr>
              <a:buSzPts val="1800"/>
              <a:buFont typeface="Arial"/>
              <a:buNone/>
              <a:defRPr sz="1800">
                <a:solidFill>
                  <a:schemeClr val="dk1"/>
                </a:solidFill>
                <a:latin typeface="Arial"/>
                <a:ea typeface="Arial"/>
                <a:cs typeface="Arial"/>
                <a:sym typeface="Aria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0" name="Google Shape;880;p69"/>
          <p:cNvSpPr txBox="1"/>
          <p:nvPr>
            <p:ph idx="9" type="body"/>
          </p:nvPr>
        </p:nvSpPr>
        <p:spPr>
          <a:xfrm>
            <a:off x="8520729" y="4244697"/>
            <a:ext cx="2014242" cy="531836"/>
          </a:xfrm>
          <a:prstGeom prst="rect">
            <a:avLst/>
          </a:prstGeom>
          <a:noFill/>
          <a:ln>
            <a:noFill/>
          </a:ln>
        </p:spPr>
        <p:txBody>
          <a:bodyPr anchorCtr="0" anchor="ctr" bIns="45700" lIns="0" spcFirstLastPara="1" rIns="0" wrap="square" tIns="45700">
            <a:noAutofit/>
          </a:bodyPr>
          <a:lstStyle>
            <a:lvl1pPr indent="-228600" lvl="0" marL="457200" algn="ctr">
              <a:lnSpc>
                <a:spcPct val="90000"/>
              </a:lnSpc>
              <a:spcBef>
                <a:spcPts val="1000"/>
              </a:spcBef>
              <a:spcAft>
                <a:spcPts val="0"/>
              </a:spcAft>
              <a:buClr>
                <a:schemeClr val="dk1"/>
              </a:buClr>
              <a:buSzPts val="2000"/>
              <a:buNone/>
              <a:defRPr b="0" i="0" sz="2000">
                <a:solidFill>
                  <a:schemeClr val="dk1"/>
                </a:solidFill>
                <a:latin typeface="Arial"/>
                <a:ea typeface="Arial"/>
                <a:cs typeface="Arial"/>
                <a:sym typeface="Arial"/>
              </a:defRPr>
            </a:lvl1pPr>
            <a:lvl2pPr indent="-228600" lvl="1" marL="914400" algn="l">
              <a:lnSpc>
                <a:spcPct val="90000"/>
              </a:lnSpc>
              <a:spcBef>
                <a:spcPts val="500"/>
              </a:spcBef>
              <a:spcAft>
                <a:spcPts val="0"/>
              </a:spcAft>
              <a:buClr>
                <a:srgbClr val="595959"/>
              </a:buClr>
              <a:buSzPts val="2400"/>
              <a:buNone/>
              <a:defRPr b="1" i="0">
                <a:solidFill>
                  <a:srgbClr val="595959"/>
                </a:solidFill>
                <a:latin typeface="Open Sans Light"/>
                <a:ea typeface="Open Sans Light"/>
                <a:cs typeface="Open Sans Light"/>
                <a:sym typeface="Open Sans Light"/>
              </a:defRPr>
            </a:lvl2pPr>
            <a:lvl3pPr indent="-228600" lvl="2" marL="1371600" algn="l">
              <a:lnSpc>
                <a:spcPct val="90000"/>
              </a:lnSpc>
              <a:spcBef>
                <a:spcPts val="500"/>
              </a:spcBef>
              <a:spcAft>
                <a:spcPts val="0"/>
              </a:spcAft>
              <a:buClr>
                <a:srgbClr val="595959"/>
              </a:buClr>
              <a:buSzPts val="2000"/>
              <a:buNone/>
              <a:defRPr b="1" i="0">
                <a:solidFill>
                  <a:srgbClr val="595959"/>
                </a:solidFill>
                <a:latin typeface="Open Sans Light"/>
                <a:ea typeface="Open Sans Light"/>
                <a:cs typeface="Open Sans Light"/>
                <a:sym typeface="Open Sans Light"/>
              </a:defRPr>
            </a:lvl3pPr>
            <a:lvl4pPr indent="-228600" lvl="3" marL="18288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4pPr>
            <a:lvl5pPr indent="-228600" lvl="4" marL="2286000" algn="l">
              <a:lnSpc>
                <a:spcPct val="90000"/>
              </a:lnSpc>
              <a:spcBef>
                <a:spcPts val="500"/>
              </a:spcBef>
              <a:spcAft>
                <a:spcPts val="0"/>
              </a:spcAft>
              <a:buClr>
                <a:srgbClr val="595959"/>
              </a:buClr>
              <a:buSzPts val="1800"/>
              <a:buNone/>
              <a:defRPr b="1" i="0">
                <a:solidFill>
                  <a:srgbClr val="595959"/>
                </a:solidFill>
                <a:latin typeface="Open Sans Light"/>
                <a:ea typeface="Open Sans Light"/>
                <a:cs typeface="Open Sans Light"/>
                <a:sym typeface="Open Sans Light"/>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1" name="Google Shape;881;p6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
  <p:cSld name="Title and Text Left_Content Right">
    <p:spTree>
      <p:nvGrpSpPr>
        <p:cNvPr id="882" name="Shape 882"/>
        <p:cNvGrpSpPr/>
        <p:nvPr/>
      </p:nvGrpSpPr>
      <p:grpSpPr>
        <a:xfrm>
          <a:off x="0" y="0"/>
          <a:ext cx="0" cy="0"/>
          <a:chOff x="0" y="0"/>
          <a:chExt cx="0" cy="0"/>
        </a:xfrm>
      </p:grpSpPr>
      <p:sp>
        <p:nvSpPr>
          <p:cNvPr id="883" name="Google Shape;883;p70"/>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4" name="Google Shape;884;p70"/>
          <p:cNvSpPr txBox="1"/>
          <p:nvPr>
            <p:ph idx="1" type="body"/>
          </p:nvPr>
        </p:nvSpPr>
        <p:spPr>
          <a:xfrm>
            <a:off x="277934" y="1535080"/>
            <a:ext cx="5498276" cy="433231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85" name="Google Shape;885;p70"/>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86" name="Google Shape;886;p70"/>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Content Right_2">
  <p:cSld name="Title and Text Left_Content Right_2">
    <p:spTree>
      <p:nvGrpSpPr>
        <p:cNvPr id="887" name="Shape 887"/>
        <p:cNvGrpSpPr/>
        <p:nvPr/>
      </p:nvGrpSpPr>
      <p:grpSpPr>
        <a:xfrm>
          <a:off x="0" y="0"/>
          <a:ext cx="0" cy="0"/>
          <a:chOff x="0" y="0"/>
          <a:chExt cx="0" cy="0"/>
        </a:xfrm>
      </p:grpSpPr>
      <p:sp>
        <p:nvSpPr>
          <p:cNvPr id="888" name="Google Shape;888;p71"/>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89" name="Google Shape;889;p71"/>
          <p:cNvSpPr txBox="1"/>
          <p:nvPr>
            <p:ph type="title"/>
          </p:nvPr>
        </p:nvSpPr>
        <p:spPr>
          <a:xfrm>
            <a:off x="277934" y="295773"/>
            <a:ext cx="5498276"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0" name="Google Shape;890;p71"/>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1" name="Google Shape;891;p7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92" name="Google Shape;892;p71"/>
          <p:cNvSpPr/>
          <p:nvPr>
            <p:ph idx="2" type="pic"/>
          </p:nvPr>
        </p:nvSpPr>
        <p:spPr>
          <a:xfrm>
            <a:off x="6096000" y="0"/>
            <a:ext cx="6099048" cy="6217920"/>
          </a:xfrm>
          <a:prstGeom prst="rect">
            <a:avLst/>
          </a:prstGeom>
          <a:noFill/>
          <a:ln>
            <a:noFill/>
          </a:ln>
        </p:spPr>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_Text Right">
  <p:cSld name="Title and Text Left_Text Right">
    <p:spTree>
      <p:nvGrpSpPr>
        <p:cNvPr id="893" name="Shape 893"/>
        <p:cNvGrpSpPr/>
        <p:nvPr/>
      </p:nvGrpSpPr>
      <p:grpSpPr>
        <a:xfrm>
          <a:off x="0" y="0"/>
          <a:ext cx="0" cy="0"/>
          <a:chOff x="0" y="0"/>
          <a:chExt cx="0" cy="0"/>
        </a:xfrm>
      </p:grpSpPr>
      <p:sp>
        <p:nvSpPr>
          <p:cNvPr id="894" name="Google Shape;894;p72"/>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895" name="Google Shape;895;p72"/>
          <p:cNvSpPr txBox="1"/>
          <p:nvPr>
            <p:ph type="title"/>
          </p:nvPr>
        </p:nvSpPr>
        <p:spPr>
          <a:xfrm>
            <a:off x="277934" y="295773"/>
            <a:ext cx="5495544" cy="649224"/>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6" name="Google Shape;896;p72"/>
          <p:cNvSpPr txBox="1"/>
          <p:nvPr>
            <p:ph idx="1" type="body"/>
          </p:nvPr>
        </p:nvSpPr>
        <p:spPr>
          <a:xfrm>
            <a:off x="277934" y="1535080"/>
            <a:ext cx="5498276" cy="433232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7" name="Google Shape;897;p72"/>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898" name="Google Shape;898;p72"/>
          <p:cNvSpPr txBox="1"/>
          <p:nvPr>
            <p:ph idx="2" type="body"/>
          </p:nvPr>
        </p:nvSpPr>
        <p:spPr>
          <a:xfrm>
            <a:off x="6429756" y="419100"/>
            <a:ext cx="5495544" cy="5448300"/>
          </a:xfrm>
          <a:prstGeom prst="rect">
            <a:avLst/>
          </a:prstGeom>
          <a:noFill/>
          <a:ln>
            <a:noFill/>
          </a:ln>
        </p:spPr>
        <p:txBody>
          <a:bodyPr anchorCtr="0" anchor="ctr"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solidFill>
                  <a:schemeClr val="dk1"/>
                </a:solidFill>
              </a:defRPr>
            </a:lvl1pPr>
            <a:lvl2pPr indent="-381000" lvl="1" marL="914400" algn="l">
              <a:lnSpc>
                <a:spcPct val="90000"/>
              </a:lnSpc>
              <a:spcBef>
                <a:spcPts val="500"/>
              </a:spcBef>
              <a:spcAft>
                <a:spcPts val="0"/>
              </a:spcAft>
              <a:buClr>
                <a:schemeClr val="dk1"/>
              </a:buClr>
              <a:buSzPts val="2400"/>
              <a:buChar char="•"/>
              <a:defRPr>
                <a:solidFill>
                  <a:schemeClr val="dk1"/>
                </a:solidFill>
              </a:defRPr>
            </a:lvl2pPr>
            <a:lvl3pPr indent="-355600" lvl="2" marL="1371600" algn="l">
              <a:lnSpc>
                <a:spcPct val="90000"/>
              </a:lnSpc>
              <a:spcBef>
                <a:spcPts val="500"/>
              </a:spcBef>
              <a:spcAft>
                <a:spcPts val="0"/>
              </a:spcAft>
              <a:buClr>
                <a:schemeClr val="dk1"/>
              </a:buClr>
              <a:buSzPts val="2000"/>
              <a:buChar char="•"/>
              <a:defRPr>
                <a:solidFill>
                  <a:schemeClr val="dk1"/>
                </a:solidFill>
              </a:defRPr>
            </a:lvl3pPr>
            <a:lvl4pPr indent="-342900" lvl="3" marL="1828800" algn="l">
              <a:lnSpc>
                <a:spcPct val="90000"/>
              </a:lnSpc>
              <a:spcBef>
                <a:spcPts val="500"/>
              </a:spcBef>
              <a:spcAft>
                <a:spcPts val="0"/>
              </a:spcAft>
              <a:buClr>
                <a:schemeClr val="dk1"/>
              </a:buClr>
              <a:buSzPts val="1800"/>
              <a:buChar char="•"/>
              <a:defRPr>
                <a:solidFill>
                  <a:schemeClr val="dk1"/>
                </a:solidFill>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 showMasterSp="0">
  <p:cSld name="Title and Text Left Multiple_Content Right">
    <p:spTree>
      <p:nvGrpSpPr>
        <p:cNvPr id="899" name="Shape 899"/>
        <p:cNvGrpSpPr/>
        <p:nvPr/>
      </p:nvGrpSpPr>
      <p:grpSpPr>
        <a:xfrm>
          <a:off x="0" y="0"/>
          <a:ext cx="0" cy="0"/>
          <a:chOff x="0" y="0"/>
          <a:chExt cx="0" cy="0"/>
        </a:xfrm>
      </p:grpSpPr>
      <p:sp>
        <p:nvSpPr>
          <p:cNvPr id="900" name="Google Shape;900;p73"/>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01" name="Google Shape;901;p73"/>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02" name="Google Shape;902;p73"/>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03" name="Google Shape;903;p73"/>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904" name="Google Shape;904;p73"/>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905" name="Google Shape;905;p73"/>
          <p:cNvSpPr/>
          <p:nvPr>
            <p:ph idx="2" type="pic"/>
          </p:nvPr>
        </p:nvSpPr>
        <p:spPr>
          <a:xfrm>
            <a:off x="6096000" y="0"/>
            <a:ext cx="6099048" cy="6217920"/>
          </a:xfrm>
          <a:prstGeom prst="rect">
            <a:avLst/>
          </a:prstGeom>
          <a:noFill/>
          <a:ln>
            <a:noFill/>
          </a:ln>
        </p:spPr>
      </p:sp>
      <p:sp>
        <p:nvSpPr>
          <p:cNvPr id="906" name="Google Shape;906;p7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Content Right_2" showMasterSp="0">
  <p:cSld name="Title and Text Left Multiple_Content Right_2">
    <p:spTree>
      <p:nvGrpSpPr>
        <p:cNvPr id="907" name="Shape 907"/>
        <p:cNvGrpSpPr/>
        <p:nvPr/>
      </p:nvGrpSpPr>
      <p:grpSpPr>
        <a:xfrm>
          <a:off x="0" y="0"/>
          <a:ext cx="0" cy="0"/>
          <a:chOff x="0" y="0"/>
          <a:chExt cx="0" cy="0"/>
        </a:xfrm>
      </p:grpSpPr>
      <p:sp>
        <p:nvSpPr>
          <p:cNvPr id="908" name="Google Shape;908;p74"/>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09" name="Google Shape;909;p74"/>
          <p:cNvSpPr txBox="1"/>
          <p:nvPr>
            <p:ph type="title"/>
          </p:nvPr>
        </p:nvSpPr>
        <p:spPr>
          <a:xfrm>
            <a:off x="277934" y="295773"/>
            <a:ext cx="5498276"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0" name="Google Shape;910;p74"/>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solidFill>
                  <a:schemeClr val="dk1"/>
                </a:solidFill>
              </a:defRPr>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11" name="Google Shape;911;p74"/>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12" name="Google Shape;912;p74"/>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913" name="Google Shape;913;p74"/>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914" name="Google Shape;914;p74"/>
          <p:cNvSpPr/>
          <p:nvPr>
            <p:ph idx="2" type="pic"/>
          </p:nvPr>
        </p:nvSpPr>
        <p:spPr>
          <a:xfrm>
            <a:off x="6096000" y="0"/>
            <a:ext cx="6099048" cy="6217920"/>
          </a:xfrm>
          <a:prstGeom prst="rect">
            <a:avLst/>
          </a:prstGeom>
          <a:noFill/>
          <a:ln>
            <a:noFill/>
          </a:ln>
        </p:spPr>
      </p:sp>
      <p:sp>
        <p:nvSpPr>
          <p:cNvPr id="915" name="Google Shape;915;p74"/>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Left Multiple_Text Right" showMasterSp="0">
  <p:cSld name="Title and Text Left Multiple_Text Right">
    <p:spTree>
      <p:nvGrpSpPr>
        <p:cNvPr id="916" name="Shape 916"/>
        <p:cNvGrpSpPr/>
        <p:nvPr/>
      </p:nvGrpSpPr>
      <p:grpSpPr>
        <a:xfrm>
          <a:off x="0" y="0"/>
          <a:ext cx="0" cy="0"/>
          <a:chOff x="0" y="0"/>
          <a:chExt cx="0" cy="0"/>
        </a:xfrm>
      </p:grpSpPr>
      <p:sp>
        <p:nvSpPr>
          <p:cNvPr id="917" name="Google Shape;917;p75"/>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18" name="Google Shape;918;p75"/>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600"/>
              <a:buNone/>
              <a:defRPr sz="36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9" name="Google Shape;919;p75"/>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20" name="Google Shape;920;p75"/>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21" name="Google Shape;921;p75"/>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922" name="Google Shape;922;p75"/>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sp>
        <p:nvSpPr>
          <p:cNvPr id="923" name="Google Shape;923;p75"/>
          <p:cNvSpPr txBox="1"/>
          <p:nvPr>
            <p:ph idx="2" type="body"/>
          </p:nvPr>
        </p:nvSpPr>
        <p:spPr>
          <a:xfrm>
            <a:off x="6418522" y="419100"/>
            <a:ext cx="5495544" cy="5448300"/>
          </a:xfrm>
          <a:prstGeom prst="rect">
            <a:avLst/>
          </a:prstGeom>
          <a:noFill/>
          <a:ln>
            <a:noFill/>
          </a:ln>
        </p:spPr>
        <p:txBody>
          <a:bodyPr anchorCtr="0" anchor="ctr"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4" name="Google Shape;924;p75"/>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Title and Large Image">
    <p:spTree>
      <p:nvGrpSpPr>
        <p:cNvPr id="925" name="Shape 925"/>
        <p:cNvGrpSpPr/>
        <p:nvPr/>
      </p:nvGrpSpPr>
      <p:grpSpPr>
        <a:xfrm>
          <a:off x="0" y="0"/>
          <a:ext cx="0" cy="0"/>
          <a:chOff x="0" y="0"/>
          <a:chExt cx="0" cy="0"/>
        </a:xfrm>
      </p:grpSpPr>
      <p:sp>
        <p:nvSpPr>
          <p:cNvPr id="926" name="Google Shape;926;p76"/>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27" name="Google Shape;927;p76"/>
          <p:cNvSpPr/>
          <p:nvPr>
            <p:ph idx="2" type="pic"/>
          </p:nvPr>
        </p:nvSpPr>
        <p:spPr>
          <a:xfrm>
            <a:off x="0" y="1142999"/>
            <a:ext cx="12192000" cy="5084065"/>
          </a:xfrm>
          <a:prstGeom prst="rect">
            <a:avLst/>
          </a:prstGeom>
          <a:noFill/>
          <a:ln>
            <a:noFill/>
          </a:ln>
        </p:spPr>
      </p:sp>
      <p:sp>
        <p:nvSpPr>
          <p:cNvPr id="928" name="Google Shape;928;p76"/>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29" name="Google Shape;929;p76"/>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30" name="Google Shape;930;p76"/>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ull Image" showMasterSp="0">
  <p:cSld name="Title and Full Image">
    <p:spTree>
      <p:nvGrpSpPr>
        <p:cNvPr id="931" name="Shape 931"/>
        <p:cNvGrpSpPr/>
        <p:nvPr/>
      </p:nvGrpSpPr>
      <p:grpSpPr>
        <a:xfrm>
          <a:off x="0" y="0"/>
          <a:ext cx="0" cy="0"/>
          <a:chOff x="0" y="0"/>
          <a:chExt cx="0" cy="0"/>
        </a:xfrm>
      </p:grpSpPr>
      <p:sp>
        <p:nvSpPr>
          <p:cNvPr id="932" name="Google Shape;932;p77"/>
          <p:cNvSpPr/>
          <p:nvPr>
            <p:ph idx="2" type="pic"/>
          </p:nvPr>
        </p:nvSpPr>
        <p:spPr>
          <a:xfrm>
            <a:off x="0" y="1143000"/>
            <a:ext cx="12192000" cy="5715000"/>
          </a:xfrm>
          <a:prstGeom prst="rect">
            <a:avLst/>
          </a:prstGeom>
          <a:noFill/>
          <a:ln>
            <a:noFill/>
          </a:ln>
        </p:spPr>
      </p:sp>
      <p:sp>
        <p:nvSpPr>
          <p:cNvPr id="933" name="Google Shape;933;p77"/>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4" name="Google Shape;934;p77"/>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35" name="Google Shape;935;p77"/>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ow to use colors" showMasterSp="0">
  <p:cSld name="How to use colors">
    <p:spTree>
      <p:nvGrpSpPr>
        <p:cNvPr id="936" name="Shape 936"/>
        <p:cNvGrpSpPr/>
        <p:nvPr/>
      </p:nvGrpSpPr>
      <p:grpSpPr>
        <a:xfrm>
          <a:off x="0" y="0"/>
          <a:ext cx="0" cy="0"/>
          <a:chOff x="0" y="0"/>
          <a:chExt cx="0" cy="0"/>
        </a:xfrm>
      </p:grpSpPr>
      <p:sp>
        <p:nvSpPr>
          <p:cNvPr id="937" name="Google Shape;937;p78"/>
          <p:cNvSpPr/>
          <p:nvPr/>
        </p:nvSpPr>
        <p:spPr>
          <a:xfrm>
            <a:off x="6096000" y="0"/>
            <a:ext cx="6096000" cy="620877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38" name="Google Shape;938;p78"/>
          <p:cNvSpPr txBox="1"/>
          <p:nvPr>
            <p:ph type="title"/>
          </p:nvPr>
        </p:nvSpPr>
        <p:spPr>
          <a:xfrm>
            <a:off x="277934" y="295773"/>
            <a:ext cx="5495544" cy="11430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3600"/>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9" name="Google Shape;939;p78"/>
          <p:cNvSpPr txBox="1"/>
          <p:nvPr>
            <p:ph idx="1" type="body"/>
          </p:nvPr>
        </p:nvSpPr>
        <p:spPr>
          <a:xfrm>
            <a:off x="277934" y="2019065"/>
            <a:ext cx="5498276" cy="38483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40" name="Google Shape;940;p78"/>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941" name="Google Shape;941;p78"/>
          <p:cNvPicPr preferRelativeResize="0"/>
          <p:nvPr/>
        </p:nvPicPr>
        <p:blipFill rotWithShape="1">
          <a:blip r:embed="rId2">
            <a:alphaModFix/>
          </a:blip>
          <a:srcRect b="0" l="0" r="0" t="0"/>
          <a:stretch/>
        </p:blipFill>
        <p:spPr>
          <a:xfrm>
            <a:off x="313559" y="6316627"/>
            <a:ext cx="1773873" cy="404848"/>
          </a:xfrm>
          <a:prstGeom prst="rect">
            <a:avLst/>
          </a:prstGeom>
          <a:noFill/>
          <a:ln>
            <a:noFill/>
          </a:ln>
        </p:spPr>
      </p:pic>
      <p:cxnSp>
        <p:nvCxnSpPr>
          <p:cNvPr id="942" name="Google Shape;942;p78"/>
          <p:cNvCxnSpPr/>
          <p:nvPr/>
        </p:nvCxnSpPr>
        <p:spPr>
          <a:xfrm>
            <a:off x="406400" y="1476768"/>
            <a:ext cx="711200" cy="0"/>
          </a:xfrm>
          <a:prstGeom prst="straightConnector1">
            <a:avLst/>
          </a:prstGeom>
          <a:noFill/>
          <a:ln cap="flat" cmpd="sng" w="28575">
            <a:solidFill>
              <a:srgbClr val="800000"/>
            </a:solidFill>
            <a:prstDash val="solid"/>
            <a:miter lim="8000"/>
            <a:headEnd len="sm" w="sm" type="none"/>
            <a:tailEnd len="sm" w="sm" type="none"/>
          </a:ln>
        </p:spPr>
      </p:cxnSp>
      <p:grpSp>
        <p:nvGrpSpPr>
          <p:cNvPr id="943" name="Google Shape;943;p78"/>
          <p:cNvGrpSpPr/>
          <p:nvPr/>
        </p:nvGrpSpPr>
        <p:grpSpPr>
          <a:xfrm>
            <a:off x="6971959" y="785112"/>
            <a:ext cx="4340506" cy="868101"/>
            <a:chOff x="382104" y="3327719"/>
            <a:chExt cx="4340506" cy="868101"/>
          </a:xfrm>
        </p:grpSpPr>
        <p:sp>
          <p:nvSpPr>
            <p:cNvPr id="944" name="Google Shape;944;p78"/>
            <p:cNvSpPr/>
            <p:nvPr/>
          </p:nvSpPr>
          <p:spPr>
            <a:xfrm>
              <a:off x="382105" y="3327719"/>
              <a:ext cx="868101" cy="868101"/>
            </a:xfrm>
            <a:prstGeom prst="rect">
              <a:avLst/>
            </a:prstGeom>
            <a:solidFill>
              <a:srgbClr val="B3C3D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5" name="Google Shape;945;p78"/>
            <p:cNvSpPr/>
            <p:nvPr/>
          </p:nvSpPr>
          <p:spPr>
            <a:xfrm>
              <a:off x="1250206" y="3327719"/>
              <a:ext cx="868101" cy="868101"/>
            </a:xfrm>
            <a:prstGeom prst="rect">
              <a:avLst/>
            </a:prstGeom>
            <a:solidFill>
              <a:srgbClr val="7B98B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6" name="Google Shape;946;p78"/>
            <p:cNvSpPr/>
            <p:nvPr/>
          </p:nvSpPr>
          <p:spPr>
            <a:xfrm>
              <a:off x="2118307" y="3327719"/>
              <a:ext cx="868101" cy="868101"/>
            </a:xfrm>
            <a:prstGeom prst="rect">
              <a:avLst/>
            </a:prstGeom>
            <a:solidFill>
              <a:srgbClr val="49759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7" name="Google Shape;947;p78"/>
            <p:cNvSpPr/>
            <p:nvPr/>
          </p:nvSpPr>
          <p:spPr>
            <a:xfrm>
              <a:off x="2986408" y="3327719"/>
              <a:ext cx="868101" cy="868101"/>
            </a:xfrm>
            <a:prstGeom prst="rect">
              <a:avLst/>
            </a:prstGeom>
            <a:solidFill>
              <a:srgbClr val="0B587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8" name="Google Shape;948;p78"/>
            <p:cNvSpPr/>
            <p:nvPr/>
          </p:nvSpPr>
          <p:spPr>
            <a:xfrm>
              <a:off x="3854509" y="3327719"/>
              <a:ext cx="868101" cy="86810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49" name="Google Shape;949;p78"/>
            <p:cNvSpPr txBox="1"/>
            <p:nvPr/>
          </p:nvSpPr>
          <p:spPr>
            <a:xfrm>
              <a:off x="382104"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950" name="Google Shape;950;p78"/>
            <p:cNvSpPr txBox="1"/>
            <p:nvPr/>
          </p:nvSpPr>
          <p:spPr>
            <a:xfrm>
              <a:off x="12502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951" name="Google Shape;951;p78"/>
            <p:cNvSpPr txBox="1"/>
            <p:nvPr/>
          </p:nvSpPr>
          <p:spPr>
            <a:xfrm>
              <a:off x="2106732"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952" name="Google Shape;952;p78"/>
            <p:cNvSpPr txBox="1"/>
            <p:nvPr/>
          </p:nvSpPr>
          <p:spPr>
            <a:xfrm>
              <a:off x="297483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953" name="Google Shape;953;p78"/>
            <p:cNvSpPr txBox="1"/>
            <p:nvPr/>
          </p:nvSpPr>
          <p:spPr>
            <a:xfrm>
              <a:off x="3854509"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grpSp>
        <p:nvGrpSpPr>
          <p:cNvPr id="954" name="Google Shape;954;p78"/>
          <p:cNvGrpSpPr/>
          <p:nvPr/>
        </p:nvGrpSpPr>
        <p:grpSpPr>
          <a:xfrm>
            <a:off x="6971959" y="1900356"/>
            <a:ext cx="4340506" cy="868101"/>
            <a:chOff x="6794478" y="3327719"/>
            <a:chExt cx="4340506" cy="868101"/>
          </a:xfrm>
        </p:grpSpPr>
        <p:sp>
          <p:nvSpPr>
            <p:cNvPr id="955" name="Google Shape;955;p78"/>
            <p:cNvSpPr/>
            <p:nvPr/>
          </p:nvSpPr>
          <p:spPr>
            <a:xfrm>
              <a:off x="6794479" y="3327719"/>
              <a:ext cx="868101" cy="868101"/>
            </a:xfrm>
            <a:prstGeom prst="rect">
              <a:avLst/>
            </a:prstGeom>
            <a:solidFill>
              <a:srgbClr val="DBBFB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6" name="Google Shape;956;p78"/>
            <p:cNvSpPr/>
            <p:nvPr/>
          </p:nvSpPr>
          <p:spPr>
            <a:xfrm>
              <a:off x="7662580" y="3327719"/>
              <a:ext cx="868101" cy="868101"/>
            </a:xfrm>
            <a:prstGeom prst="rect">
              <a:avLst/>
            </a:prstGeom>
            <a:solidFill>
              <a:srgbClr val="C08D8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7" name="Google Shape;957;p78"/>
            <p:cNvSpPr/>
            <p:nvPr/>
          </p:nvSpPr>
          <p:spPr>
            <a:xfrm>
              <a:off x="8530681" y="3327719"/>
              <a:ext cx="868101" cy="868101"/>
            </a:xfrm>
            <a:prstGeom prst="rect">
              <a:avLst/>
            </a:prstGeom>
            <a:solidFill>
              <a:srgbClr val="A6626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8" name="Google Shape;958;p78"/>
            <p:cNvSpPr/>
            <p:nvPr/>
          </p:nvSpPr>
          <p:spPr>
            <a:xfrm>
              <a:off x="9398782" y="3327719"/>
              <a:ext cx="868101" cy="868101"/>
            </a:xfrm>
            <a:prstGeom prst="rect">
              <a:avLst/>
            </a:prstGeom>
            <a:solidFill>
              <a:srgbClr val="8D3B4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59" name="Google Shape;959;p78"/>
            <p:cNvSpPr/>
            <p:nvPr/>
          </p:nvSpPr>
          <p:spPr>
            <a:xfrm>
              <a:off x="10266883" y="3327719"/>
              <a:ext cx="868101" cy="868101"/>
            </a:xfrm>
            <a:prstGeom prst="rect">
              <a:avLst/>
            </a:prstGeom>
            <a:solidFill>
              <a:srgbClr val="77243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960" name="Google Shape;960;p78"/>
            <p:cNvSpPr txBox="1"/>
            <p:nvPr/>
          </p:nvSpPr>
          <p:spPr>
            <a:xfrm>
              <a:off x="6794478"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1</a:t>
              </a:r>
              <a:endParaRPr/>
            </a:p>
          </p:txBody>
        </p:sp>
        <p:sp>
          <p:nvSpPr>
            <p:cNvPr id="961" name="Google Shape;961;p78"/>
            <p:cNvSpPr txBox="1"/>
            <p:nvPr/>
          </p:nvSpPr>
          <p:spPr>
            <a:xfrm>
              <a:off x="7662580"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333333"/>
                </a:buClr>
                <a:buSzPts val="1800"/>
                <a:buFont typeface="Arial"/>
                <a:buNone/>
              </a:pPr>
              <a:r>
                <a:rPr b="1" lang="en-US" sz="1800">
                  <a:solidFill>
                    <a:srgbClr val="333333"/>
                  </a:solidFill>
                  <a:latin typeface="Arial"/>
                  <a:ea typeface="Arial"/>
                  <a:cs typeface="Arial"/>
                  <a:sym typeface="Arial"/>
                </a:rPr>
                <a:t>2</a:t>
              </a:r>
              <a:endParaRPr/>
            </a:p>
          </p:txBody>
        </p:sp>
        <p:sp>
          <p:nvSpPr>
            <p:cNvPr id="962" name="Google Shape;962;p78"/>
            <p:cNvSpPr txBox="1"/>
            <p:nvPr/>
          </p:nvSpPr>
          <p:spPr>
            <a:xfrm>
              <a:off x="8519106"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3</a:t>
              </a:r>
              <a:endParaRPr/>
            </a:p>
          </p:txBody>
        </p:sp>
        <p:sp>
          <p:nvSpPr>
            <p:cNvPr id="963" name="Google Shape;963;p78"/>
            <p:cNvSpPr txBox="1"/>
            <p:nvPr/>
          </p:nvSpPr>
          <p:spPr>
            <a:xfrm>
              <a:off x="9387207"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4</a:t>
              </a:r>
              <a:endParaRPr/>
            </a:p>
          </p:txBody>
        </p:sp>
        <p:sp>
          <p:nvSpPr>
            <p:cNvPr id="964" name="Google Shape;964;p78"/>
            <p:cNvSpPr txBox="1"/>
            <p:nvPr/>
          </p:nvSpPr>
          <p:spPr>
            <a:xfrm>
              <a:off x="10266883" y="3415147"/>
              <a:ext cx="868101" cy="68229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1800"/>
                <a:buFont typeface="Arial"/>
                <a:buNone/>
              </a:pPr>
              <a:r>
                <a:rPr b="1" lang="en-US" sz="1800">
                  <a:solidFill>
                    <a:schemeClr val="lt1"/>
                  </a:solidFill>
                  <a:latin typeface="Arial"/>
                  <a:ea typeface="Arial"/>
                  <a:cs typeface="Arial"/>
                  <a:sym typeface="Arial"/>
                </a:rPr>
                <a:t>5</a:t>
              </a:r>
              <a:endParaRPr/>
            </a:p>
          </p:txBody>
        </p:sp>
      </p:grpSp>
      <p:sp>
        <p:nvSpPr>
          <p:cNvPr id="965" name="Google Shape;965;p78"/>
          <p:cNvSpPr txBox="1"/>
          <p:nvPr/>
        </p:nvSpPr>
        <p:spPr>
          <a:xfrm>
            <a:off x="6971959" y="3097411"/>
            <a:ext cx="4340506" cy="276998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Arial"/>
              <a:buChar char="•"/>
            </a:pPr>
            <a:r>
              <a:rPr b="0" lang="en-US" sz="1800">
                <a:solidFill>
                  <a:schemeClr val="dk1"/>
                </a:solidFill>
                <a:latin typeface="Arial"/>
                <a:ea typeface="Arial"/>
                <a:cs typeface="Arial"/>
                <a:sym typeface="Arial"/>
              </a:rPr>
              <a:t>Minimum font size - </a:t>
            </a:r>
            <a:r>
              <a:rPr b="1" lang="en-US" sz="1800">
                <a:solidFill>
                  <a:schemeClr val="dk1"/>
                </a:solidFill>
                <a:latin typeface="Arial"/>
                <a:ea typeface="Arial"/>
                <a:cs typeface="Arial"/>
                <a:sym typeface="Arial"/>
              </a:rPr>
              <a:t>18pt</a:t>
            </a:r>
            <a:r>
              <a:rPr b="0" lang="en-US" sz="1800">
                <a:solidFill>
                  <a:schemeClr val="dk1"/>
                </a:solidFill>
                <a:latin typeface="Arial"/>
                <a:ea typeface="Arial"/>
                <a:cs typeface="Arial"/>
                <a:sym typeface="Arial"/>
              </a:rPr>
              <a:t>.</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Font weight - </a:t>
            </a:r>
            <a:r>
              <a:rPr b="1" lang="en-US" sz="1800">
                <a:solidFill>
                  <a:schemeClr val="dk1"/>
                </a:solidFill>
                <a:latin typeface="Arial"/>
                <a:ea typeface="Arial"/>
                <a:cs typeface="Arial"/>
                <a:sym typeface="Arial"/>
              </a:rPr>
              <a:t>Bold </a:t>
            </a:r>
            <a:r>
              <a:rPr b="0" lang="en-US" sz="1800">
                <a:solidFill>
                  <a:schemeClr val="dk1"/>
                </a:solidFill>
                <a:latin typeface="Arial"/>
                <a:ea typeface="Arial"/>
                <a:cs typeface="Arial"/>
                <a:sym typeface="Arial"/>
              </a:rPr>
              <a:t>(when used on background colors, for best accessibility).</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Dark Gray </a:t>
            </a:r>
            <a:r>
              <a:rPr b="1" i="0" lang="en-US" sz="1800">
                <a:solidFill>
                  <a:schemeClr val="dk1"/>
                </a:solidFill>
                <a:latin typeface="Arial"/>
                <a:ea typeface="Arial"/>
                <a:cs typeface="Arial"/>
                <a:sym typeface="Arial"/>
              </a:rPr>
              <a:t>#333333 </a:t>
            </a:r>
            <a:r>
              <a:rPr b="0" lang="en-US" sz="1800">
                <a:solidFill>
                  <a:schemeClr val="dk1"/>
                </a:solidFill>
                <a:latin typeface="Arial"/>
                <a:ea typeface="Arial"/>
                <a:cs typeface="Arial"/>
                <a:sym typeface="Arial"/>
              </a:rPr>
              <a:t>Text color on Accent 1 and Accent 2. </a:t>
            </a:r>
            <a:endParaRPr/>
          </a:p>
          <a:p>
            <a:pPr indent="-285750" lvl="0" marL="285750" marR="0" rtl="0" algn="l">
              <a:lnSpc>
                <a:spcPct val="100000"/>
              </a:lnSpc>
              <a:spcBef>
                <a:spcPts val="1200"/>
              </a:spcBef>
              <a:spcAft>
                <a:spcPts val="0"/>
              </a:spcAft>
              <a:buClr>
                <a:schemeClr val="dk1"/>
              </a:buClr>
              <a:buSzPts val="1800"/>
              <a:buFont typeface="Arial"/>
              <a:buChar char="•"/>
            </a:pPr>
            <a:r>
              <a:rPr b="0" lang="en-US" sz="1800">
                <a:solidFill>
                  <a:schemeClr val="dk1"/>
                </a:solidFill>
                <a:latin typeface="Arial"/>
                <a:ea typeface="Arial"/>
                <a:cs typeface="Arial"/>
                <a:sym typeface="Arial"/>
              </a:rPr>
              <a:t>Use the White </a:t>
            </a:r>
            <a:r>
              <a:rPr b="1" lang="en-US" sz="1800">
                <a:solidFill>
                  <a:schemeClr val="dk1"/>
                </a:solidFill>
                <a:latin typeface="Arial"/>
                <a:ea typeface="Arial"/>
                <a:cs typeface="Arial"/>
                <a:sym typeface="Arial"/>
              </a:rPr>
              <a:t>#FFFFFF </a:t>
            </a:r>
            <a:r>
              <a:rPr b="0" lang="en-US" sz="1800">
                <a:solidFill>
                  <a:schemeClr val="dk1"/>
                </a:solidFill>
                <a:latin typeface="Arial"/>
                <a:ea typeface="Arial"/>
                <a:cs typeface="Arial"/>
                <a:sym typeface="Arial"/>
              </a:rPr>
              <a:t>Text color </a:t>
            </a:r>
            <a:br>
              <a:rPr b="0" lang="en-US" sz="1800">
                <a:solidFill>
                  <a:schemeClr val="dk1"/>
                </a:solidFill>
                <a:latin typeface="Arial"/>
                <a:ea typeface="Arial"/>
                <a:cs typeface="Arial"/>
                <a:sym typeface="Arial"/>
              </a:rPr>
            </a:br>
            <a:r>
              <a:rPr b="0" lang="en-US" sz="1800">
                <a:solidFill>
                  <a:schemeClr val="dk1"/>
                </a:solidFill>
                <a:latin typeface="Arial"/>
                <a:ea typeface="Arial"/>
                <a:cs typeface="Arial"/>
                <a:sym typeface="Arial"/>
              </a:rPr>
              <a:t>on Accent 3, Accent 4, and Accent 5.</a:t>
            </a:r>
            <a:endParaRPr/>
          </a:p>
        </p:txBody>
      </p:sp>
      <p:sp>
        <p:nvSpPr>
          <p:cNvPr id="966" name="Google Shape;966;p78"/>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1" sz="1800">
                <a:solidFill>
                  <a:schemeClr val="lt1"/>
                </a:solidFill>
                <a:latin typeface="Arial"/>
                <a:ea typeface="Arial"/>
                <a:cs typeface="Arial"/>
                <a:sym typeface="Arial"/>
              </a:defRPr>
            </a:lvl1pPr>
            <a:lvl2pPr indent="0" lvl="1" marL="0" algn="r">
              <a:spcBef>
                <a:spcPts val="0"/>
              </a:spcBef>
              <a:buNone/>
              <a:defRPr b="1" sz="1800">
                <a:solidFill>
                  <a:schemeClr val="lt1"/>
                </a:solidFill>
                <a:latin typeface="Arial"/>
                <a:ea typeface="Arial"/>
                <a:cs typeface="Arial"/>
                <a:sym typeface="Arial"/>
              </a:defRPr>
            </a:lvl2pPr>
            <a:lvl3pPr indent="0" lvl="2" marL="0" algn="r">
              <a:spcBef>
                <a:spcPts val="0"/>
              </a:spcBef>
              <a:buNone/>
              <a:defRPr b="1" sz="1800">
                <a:solidFill>
                  <a:schemeClr val="lt1"/>
                </a:solidFill>
                <a:latin typeface="Arial"/>
                <a:ea typeface="Arial"/>
                <a:cs typeface="Arial"/>
                <a:sym typeface="Arial"/>
              </a:defRPr>
            </a:lvl3pPr>
            <a:lvl4pPr indent="0" lvl="3" marL="0" algn="r">
              <a:spcBef>
                <a:spcPts val="0"/>
              </a:spcBef>
              <a:buNone/>
              <a:defRPr b="1" sz="1800">
                <a:solidFill>
                  <a:schemeClr val="lt1"/>
                </a:solidFill>
                <a:latin typeface="Arial"/>
                <a:ea typeface="Arial"/>
                <a:cs typeface="Arial"/>
                <a:sym typeface="Arial"/>
              </a:defRPr>
            </a:lvl4pPr>
            <a:lvl5pPr indent="0" lvl="4" marL="0" algn="r">
              <a:spcBef>
                <a:spcPts val="0"/>
              </a:spcBef>
              <a:buNone/>
              <a:defRPr b="1" sz="1800">
                <a:solidFill>
                  <a:schemeClr val="lt1"/>
                </a:solidFill>
                <a:latin typeface="Arial"/>
                <a:ea typeface="Arial"/>
                <a:cs typeface="Arial"/>
                <a:sym typeface="Arial"/>
              </a:defRPr>
            </a:lvl5pPr>
            <a:lvl6pPr indent="0" lvl="5" marL="0" algn="r">
              <a:spcBef>
                <a:spcPts val="0"/>
              </a:spcBef>
              <a:buNone/>
              <a:defRPr b="1" sz="1800">
                <a:solidFill>
                  <a:schemeClr val="lt1"/>
                </a:solidFill>
                <a:latin typeface="Arial"/>
                <a:ea typeface="Arial"/>
                <a:cs typeface="Arial"/>
                <a:sym typeface="Arial"/>
              </a:defRPr>
            </a:lvl6pPr>
            <a:lvl7pPr indent="0" lvl="6" marL="0" algn="r">
              <a:spcBef>
                <a:spcPts val="0"/>
              </a:spcBef>
              <a:buNone/>
              <a:defRPr b="1" sz="1800">
                <a:solidFill>
                  <a:schemeClr val="lt1"/>
                </a:solidFill>
                <a:latin typeface="Arial"/>
                <a:ea typeface="Arial"/>
                <a:cs typeface="Arial"/>
                <a:sym typeface="Arial"/>
              </a:defRPr>
            </a:lvl7pPr>
            <a:lvl8pPr indent="0" lvl="7" marL="0" algn="r">
              <a:spcBef>
                <a:spcPts val="0"/>
              </a:spcBef>
              <a:buNone/>
              <a:defRPr b="1" sz="1800">
                <a:solidFill>
                  <a:schemeClr val="lt1"/>
                </a:solidFill>
                <a:latin typeface="Arial"/>
                <a:ea typeface="Arial"/>
                <a:cs typeface="Arial"/>
                <a:sym typeface="Arial"/>
              </a:defRPr>
            </a:lvl8pPr>
            <a:lvl9pPr indent="0" lvl="8" marL="0" algn="r">
              <a:spcBef>
                <a:spcPts val="0"/>
              </a:spcBef>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arge Image">
  <p:cSld name="1_Title and Large Image">
    <p:spTree>
      <p:nvGrpSpPr>
        <p:cNvPr id="967" name="Shape 967"/>
        <p:cNvGrpSpPr/>
        <p:nvPr/>
      </p:nvGrpSpPr>
      <p:grpSpPr>
        <a:xfrm>
          <a:off x="0" y="0"/>
          <a:ext cx="0" cy="0"/>
          <a:chOff x="0" y="0"/>
          <a:chExt cx="0" cy="0"/>
        </a:xfrm>
      </p:grpSpPr>
      <p:sp>
        <p:nvSpPr>
          <p:cNvPr id="968" name="Google Shape;968;p7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1pPr>
            <a:lvl2pPr indent="0" lvl="1"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2pPr>
            <a:lvl3pPr indent="0" lvl="2"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3pPr>
            <a:lvl4pPr indent="0" lvl="3"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4pPr>
            <a:lvl5pPr indent="0" lvl="4"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5pPr>
            <a:lvl6pPr indent="0" lvl="5"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6pPr>
            <a:lvl7pPr indent="0" lvl="6"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7pPr>
            <a:lvl8pPr indent="0" lvl="7"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8pPr>
            <a:lvl9pPr indent="0" lvl="8" marL="0" marR="0" algn="r">
              <a:spcBef>
                <a:spcPts val="0"/>
              </a:spcBef>
              <a:spcAft>
                <a:spcPts val="0"/>
              </a:spcAft>
              <a:buClr>
                <a:schemeClr val="lt1"/>
              </a:buClr>
              <a:buSzPts val="1800"/>
              <a:buFont typeface="Arial"/>
              <a:buNone/>
              <a:defRPr b="1" sz="1800">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969" name="Google Shape;969;p79"/>
          <p:cNvSpPr/>
          <p:nvPr>
            <p:ph idx="2" type="pic"/>
          </p:nvPr>
        </p:nvSpPr>
        <p:spPr>
          <a:xfrm>
            <a:off x="0" y="1142999"/>
            <a:ext cx="12192000" cy="5084065"/>
          </a:xfrm>
          <a:prstGeom prst="rect">
            <a:avLst/>
          </a:prstGeom>
          <a:noFill/>
          <a:ln>
            <a:noFill/>
          </a:ln>
        </p:spPr>
      </p:sp>
      <p:sp>
        <p:nvSpPr>
          <p:cNvPr id="970" name="Google Shape;970;p79"/>
          <p:cNvSpPr/>
          <p:nvPr/>
        </p:nvSpPr>
        <p:spPr>
          <a:xfrm>
            <a:off x="0" y="-1"/>
            <a:ext cx="12192000" cy="1143001"/>
          </a:xfrm>
          <a:prstGeom prst="rect">
            <a:avLst/>
          </a:prstGeom>
          <a:solidFill>
            <a:srgbClr val="F5F5F5"/>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71" name="Google Shape;971;p79"/>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3333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972" name="Google Shape;972;p79"/>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10" Type="http://schemas.openxmlformats.org/officeDocument/2006/relationships/slideLayout" Target="../slideLayouts/slideLayout9.xml"/><Relationship Id="rId21" Type="http://schemas.openxmlformats.org/officeDocument/2006/relationships/theme" Target="../theme/theme5.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9.xml"/><Relationship Id="rId10" Type="http://schemas.openxmlformats.org/officeDocument/2006/relationships/slideLayout" Target="../slideLayouts/slideLayout28.xml"/><Relationship Id="rId13" Type="http://schemas.openxmlformats.org/officeDocument/2006/relationships/slideLayout" Target="../slideLayouts/slideLayout31.xml"/><Relationship Id="rId12" Type="http://schemas.openxmlformats.org/officeDocument/2006/relationships/slideLayout" Target="../slideLayouts/slideLayout30.xml"/><Relationship Id="rId1" Type="http://schemas.openxmlformats.org/officeDocument/2006/relationships/image" Target="../media/image2.png"/><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5" Type="http://schemas.openxmlformats.org/officeDocument/2006/relationships/slideLayout" Target="../slideLayouts/slideLayout33.xml"/><Relationship Id="rId14" Type="http://schemas.openxmlformats.org/officeDocument/2006/relationships/slideLayout" Target="../slideLayouts/slideLayout32.xml"/><Relationship Id="rId17" Type="http://schemas.openxmlformats.org/officeDocument/2006/relationships/slideLayout" Target="../slideLayouts/slideLayout35.xml"/><Relationship Id="rId16" Type="http://schemas.openxmlformats.org/officeDocument/2006/relationships/slideLayout" Target="../slideLayouts/slideLayout34.xml"/><Relationship Id="rId5" Type="http://schemas.openxmlformats.org/officeDocument/2006/relationships/slideLayout" Target="../slideLayouts/slideLayout23.xml"/><Relationship Id="rId6" Type="http://schemas.openxmlformats.org/officeDocument/2006/relationships/slideLayout" Target="../slideLayouts/slideLayout24.xml"/><Relationship Id="rId18" Type="http://schemas.openxmlformats.org/officeDocument/2006/relationships/theme" Target="../theme/theme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53.xml"/><Relationship Id="rId22" Type="http://schemas.openxmlformats.org/officeDocument/2006/relationships/slideLayout" Target="../slideLayouts/slideLayout55.xml"/><Relationship Id="rId21" Type="http://schemas.openxmlformats.org/officeDocument/2006/relationships/slideLayout" Target="../slideLayouts/slideLayout54.xml"/><Relationship Id="rId24" Type="http://schemas.openxmlformats.org/officeDocument/2006/relationships/slideLayout" Target="../slideLayouts/slideLayout57.xml"/><Relationship Id="rId23" Type="http://schemas.openxmlformats.org/officeDocument/2006/relationships/slideLayout" Target="../slideLayouts/slideLayout56.xml"/><Relationship Id="rId1" Type="http://schemas.openxmlformats.org/officeDocument/2006/relationships/image" Target="../media/image4.jpg"/><Relationship Id="rId2" Type="http://schemas.openxmlformats.org/officeDocument/2006/relationships/image" Target="../media/image2.png"/><Relationship Id="rId3" Type="http://schemas.openxmlformats.org/officeDocument/2006/relationships/slideLayout" Target="../slideLayouts/slideLayout36.xml"/><Relationship Id="rId4" Type="http://schemas.openxmlformats.org/officeDocument/2006/relationships/slideLayout" Target="../slideLayouts/slideLayout37.xml"/><Relationship Id="rId9" Type="http://schemas.openxmlformats.org/officeDocument/2006/relationships/slideLayout" Target="../slideLayouts/slideLayout42.xml"/><Relationship Id="rId26" Type="http://schemas.openxmlformats.org/officeDocument/2006/relationships/slideLayout" Target="../slideLayouts/slideLayout59.xml"/><Relationship Id="rId25" Type="http://schemas.openxmlformats.org/officeDocument/2006/relationships/slideLayout" Target="../slideLayouts/slideLayout58.xml"/><Relationship Id="rId27" Type="http://schemas.openxmlformats.org/officeDocument/2006/relationships/theme" Target="../theme/theme3.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3" Type="http://schemas.openxmlformats.org/officeDocument/2006/relationships/slideLayout" Target="../slideLayouts/slideLayout46.xml"/><Relationship Id="rId12" Type="http://schemas.openxmlformats.org/officeDocument/2006/relationships/slideLayout" Target="../slideLayouts/slideLayout45.xml"/><Relationship Id="rId15" Type="http://schemas.openxmlformats.org/officeDocument/2006/relationships/slideLayout" Target="../slideLayouts/slideLayout48.xml"/><Relationship Id="rId14" Type="http://schemas.openxmlformats.org/officeDocument/2006/relationships/slideLayout" Target="../slideLayouts/slideLayout47.xml"/><Relationship Id="rId17" Type="http://schemas.openxmlformats.org/officeDocument/2006/relationships/slideLayout" Target="../slideLayouts/slideLayout50.xml"/><Relationship Id="rId16" Type="http://schemas.openxmlformats.org/officeDocument/2006/relationships/slideLayout" Target="../slideLayouts/slideLayout49.xml"/><Relationship Id="rId19" Type="http://schemas.openxmlformats.org/officeDocument/2006/relationships/slideLayout" Target="../slideLayouts/slideLayout52.xml"/><Relationship Id="rId18" Type="http://schemas.openxmlformats.org/officeDocument/2006/relationships/slideLayout" Target="../slideLayouts/slideLayout51.xml"/></Relationships>
</file>

<file path=ppt/slideMasters/_rels/slideMaster4.xml.rels><?xml version="1.0" encoding="UTF-8" standalone="yes"?><Relationships xmlns="http://schemas.openxmlformats.org/package/2006/relationships"><Relationship Id="rId20" Type="http://schemas.openxmlformats.org/officeDocument/2006/relationships/slideLayout" Target="../slideLayouts/slideLayout78.xml"/><Relationship Id="rId21" Type="http://schemas.openxmlformats.org/officeDocument/2006/relationships/theme" Target="../theme/theme8.xml"/><Relationship Id="rId1" Type="http://schemas.openxmlformats.org/officeDocument/2006/relationships/image" Target="../media/image2.png"/><Relationship Id="rId2" Type="http://schemas.openxmlformats.org/officeDocument/2006/relationships/slideLayout" Target="../slideLayouts/slideLayout60.xml"/><Relationship Id="rId3" Type="http://schemas.openxmlformats.org/officeDocument/2006/relationships/slideLayout" Target="../slideLayouts/slideLayout61.xml"/><Relationship Id="rId4" Type="http://schemas.openxmlformats.org/officeDocument/2006/relationships/slideLayout" Target="../slideLayouts/slideLayout62.xml"/><Relationship Id="rId9" Type="http://schemas.openxmlformats.org/officeDocument/2006/relationships/slideLayout" Target="../slideLayouts/slideLayout67.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3" Type="http://schemas.openxmlformats.org/officeDocument/2006/relationships/slideLayout" Target="../slideLayouts/slideLayout71.xml"/><Relationship Id="rId12" Type="http://schemas.openxmlformats.org/officeDocument/2006/relationships/slideLayout" Target="../slideLayouts/slideLayout70.xml"/><Relationship Id="rId15" Type="http://schemas.openxmlformats.org/officeDocument/2006/relationships/slideLayout" Target="../slideLayouts/slideLayout73.xml"/><Relationship Id="rId14" Type="http://schemas.openxmlformats.org/officeDocument/2006/relationships/slideLayout" Target="../slideLayouts/slideLayout72.xml"/><Relationship Id="rId17" Type="http://schemas.openxmlformats.org/officeDocument/2006/relationships/slideLayout" Target="../slideLayouts/slideLayout75.xml"/><Relationship Id="rId16" Type="http://schemas.openxmlformats.org/officeDocument/2006/relationships/slideLayout" Target="../slideLayouts/slideLayout74.xml"/><Relationship Id="rId19" Type="http://schemas.openxmlformats.org/officeDocument/2006/relationships/slideLayout" Target="../slideLayouts/slideLayout77.xml"/><Relationship Id="rId18" Type="http://schemas.openxmlformats.org/officeDocument/2006/relationships/slideLayout" Target="../slideLayouts/slideLayout76.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9.xml"/><Relationship Id="rId3" Type="http://schemas.openxmlformats.org/officeDocument/2006/relationships/slideLayout" Target="../slideLayouts/slideLayout80.xml"/><Relationship Id="rId4" Type="http://schemas.openxmlformats.org/officeDocument/2006/relationships/slideLayout" Target="../slideLayouts/slideLayout81.xml"/><Relationship Id="rId9" Type="http://schemas.openxmlformats.org/officeDocument/2006/relationships/slideLayout" Target="../slideLayouts/slideLayout86.xml"/><Relationship Id="rId5" Type="http://schemas.openxmlformats.org/officeDocument/2006/relationships/slideLayout" Target="../slideLayouts/slideLayout82.xml"/><Relationship Id="rId6" Type="http://schemas.openxmlformats.org/officeDocument/2006/relationships/slideLayout" Target="../slideLayouts/slideLayout83.xml"/><Relationship Id="rId7" Type="http://schemas.openxmlformats.org/officeDocument/2006/relationships/slideLayout" Target="../slideLayouts/slideLayout84.xml"/><Relationship Id="rId8" Type="http://schemas.openxmlformats.org/officeDocument/2006/relationships/slideLayout" Target="../slideLayouts/slideLayout85.xml"/><Relationship Id="rId11" Type="http://schemas.openxmlformats.org/officeDocument/2006/relationships/theme" Target="../theme/theme7.xml"/><Relationship Id="rId10" Type="http://schemas.openxmlformats.org/officeDocument/2006/relationships/slideLayout" Target="../slideLayouts/slideLayout87.xml"/></Relationships>
</file>

<file path=ppt/slideMasters/_rels/slideMaster6.xml.rels><?xml version="1.0" encoding="UTF-8" standalone="yes"?><Relationships xmlns="http://schemas.openxmlformats.org/package/2006/relationships"><Relationship Id="rId20" Type="http://schemas.openxmlformats.org/officeDocument/2006/relationships/slideLayout" Target="../slideLayouts/slideLayout106.xml"/><Relationship Id="rId22" Type="http://schemas.openxmlformats.org/officeDocument/2006/relationships/theme" Target="../theme/theme6.xml"/><Relationship Id="rId21" Type="http://schemas.openxmlformats.org/officeDocument/2006/relationships/slideLayout" Target="../slideLayouts/slideLayout107.xml"/><Relationship Id="rId1" Type="http://schemas.openxmlformats.org/officeDocument/2006/relationships/image" Target="../media/image1.png"/><Relationship Id="rId2" Type="http://schemas.openxmlformats.org/officeDocument/2006/relationships/slideLayout" Target="../slideLayouts/slideLayout88.xml"/><Relationship Id="rId3" Type="http://schemas.openxmlformats.org/officeDocument/2006/relationships/slideLayout" Target="../slideLayouts/slideLayout89.xml"/><Relationship Id="rId4" Type="http://schemas.openxmlformats.org/officeDocument/2006/relationships/slideLayout" Target="../slideLayouts/slideLayout90.xml"/><Relationship Id="rId9" Type="http://schemas.openxmlformats.org/officeDocument/2006/relationships/slideLayout" Target="../slideLayouts/slideLayout95.xml"/><Relationship Id="rId5" Type="http://schemas.openxmlformats.org/officeDocument/2006/relationships/slideLayout" Target="../slideLayouts/slideLayout91.xml"/><Relationship Id="rId6" Type="http://schemas.openxmlformats.org/officeDocument/2006/relationships/slideLayout" Target="../slideLayouts/slideLayout92.xml"/><Relationship Id="rId7" Type="http://schemas.openxmlformats.org/officeDocument/2006/relationships/slideLayout" Target="../slideLayouts/slideLayout93.xml"/><Relationship Id="rId8" Type="http://schemas.openxmlformats.org/officeDocument/2006/relationships/slideLayout" Target="../slideLayouts/slideLayout94.xml"/><Relationship Id="rId11" Type="http://schemas.openxmlformats.org/officeDocument/2006/relationships/slideLayout" Target="../slideLayouts/slideLayout97.xml"/><Relationship Id="rId10" Type="http://schemas.openxmlformats.org/officeDocument/2006/relationships/slideLayout" Target="../slideLayouts/slideLayout96.xml"/><Relationship Id="rId13" Type="http://schemas.openxmlformats.org/officeDocument/2006/relationships/slideLayout" Target="../slideLayouts/slideLayout99.xml"/><Relationship Id="rId12" Type="http://schemas.openxmlformats.org/officeDocument/2006/relationships/slideLayout" Target="../slideLayouts/slideLayout98.xml"/><Relationship Id="rId15" Type="http://schemas.openxmlformats.org/officeDocument/2006/relationships/slideLayout" Target="../slideLayouts/slideLayout101.xml"/><Relationship Id="rId14" Type="http://schemas.openxmlformats.org/officeDocument/2006/relationships/slideLayout" Target="../slideLayouts/slideLayout100.xml"/><Relationship Id="rId17" Type="http://schemas.openxmlformats.org/officeDocument/2006/relationships/slideLayout" Target="../slideLayouts/slideLayout103.xml"/><Relationship Id="rId16" Type="http://schemas.openxmlformats.org/officeDocument/2006/relationships/slideLayout" Target="../slideLayouts/slideLayout102.xml"/><Relationship Id="rId19" Type="http://schemas.openxmlformats.org/officeDocument/2006/relationships/slideLayout" Target="../slideLayouts/slideLayout105.xml"/><Relationship Id="rId18" Type="http://schemas.openxmlformats.org/officeDocument/2006/relationships/slideLayout" Target="../slideLayouts/slideLayout104.xml"/></Relationships>
</file>

<file path=ppt/slideMasters/_rels/slideMaster7.xml.rels><?xml version="1.0" encoding="UTF-8" standalone="yes"?><Relationships xmlns="http://schemas.openxmlformats.org/package/2006/relationships"><Relationship Id="rId20" Type="http://schemas.openxmlformats.org/officeDocument/2006/relationships/slideLayout" Target="../slideLayouts/slideLayout126.xml"/><Relationship Id="rId21" Type="http://schemas.openxmlformats.org/officeDocument/2006/relationships/theme" Target="../theme/theme1.xml"/><Relationship Id="rId1" Type="http://schemas.openxmlformats.org/officeDocument/2006/relationships/image" Target="../media/image1.png"/><Relationship Id="rId2" Type="http://schemas.openxmlformats.org/officeDocument/2006/relationships/slideLayout" Target="../slideLayouts/slideLayout108.xml"/><Relationship Id="rId3" Type="http://schemas.openxmlformats.org/officeDocument/2006/relationships/slideLayout" Target="../slideLayouts/slideLayout109.xml"/><Relationship Id="rId4" Type="http://schemas.openxmlformats.org/officeDocument/2006/relationships/slideLayout" Target="../slideLayouts/slideLayout110.xml"/><Relationship Id="rId9" Type="http://schemas.openxmlformats.org/officeDocument/2006/relationships/slideLayout" Target="../slideLayouts/slideLayout115.xml"/><Relationship Id="rId5" Type="http://schemas.openxmlformats.org/officeDocument/2006/relationships/slideLayout" Target="../slideLayouts/slideLayout111.xml"/><Relationship Id="rId6" Type="http://schemas.openxmlformats.org/officeDocument/2006/relationships/slideLayout" Target="../slideLayouts/slideLayout112.xml"/><Relationship Id="rId7" Type="http://schemas.openxmlformats.org/officeDocument/2006/relationships/slideLayout" Target="../slideLayouts/slideLayout113.xml"/><Relationship Id="rId8" Type="http://schemas.openxmlformats.org/officeDocument/2006/relationships/slideLayout" Target="../slideLayouts/slideLayout114.xml"/><Relationship Id="rId11" Type="http://schemas.openxmlformats.org/officeDocument/2006/relationships/slideLayout" Target="../slideLayouts/slideLayout117.xml"/><Relationship Id="rId10" Type="http://schemas.openxmlformats.org/officeDocument/2006/relationships/slideLayout" Target="../slideLayouts/slideLayout116.xml"/><Relationship Id="rId13" Type="http://schemas.openxmlformats.org/officeDocument/2006/relationships/slideLayout" Target="../slideLayouts/slideLayout119.xml"/><Relationship Id="rId12" Type="http://schemas.openxmlformats.org/officeDocument/2006/relationships/slideLayout" Target="../slideLayouts/slideLayout118.xml"/><Relationship Id="rId15" Type="http://schemas.openxmlformats.org/officeDocument/2006/relationships/slideLayout" Target="../slideLayouts/slideLayout121.xml"/><Relationship Id="rId14" Type="http://schemas.openxmlformats.org/officeDocument/2006/relationships/slideLayout" Target="../slideLayouts/slideLayout120.xml"/><Relationship Id="rId17" Type="http://schemas.openxmlformats.org/officeDocument/2006/relationships/slideLayout" Target="../slideLayouts/slideLayout123.xml"/><Relationship Id="rId16" Type="http://schemas.openxmlformats.org/officeDocument/2006/relationships/slideLayout" Target="../slideLayouts/slideLayout122.xml"/><Relationship Id="rId19" Type="http://schemas.openxmlformats.org/officeDocument/2006/relationships/slideLayout" Target="../slideLayouts/slideLayout125.xml"/><Relationship Id="rId18" Type="http://schemas.openxmlformats.org/officeDocument/2006/relationships/slideLayout" Target="../slideLayouts/slideLayout1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9" name="Shape 9"/>
        <p:cNvGrpSpPr/>
        <p:nvPr/>
      </p:nvGrpSpPr>
      <p:grpSpPr>
        <a:xfrm>
          <a:off x="0" y="0"/>
          <a:ext cx="0" cy="0"/>
          <a:chOff x="0" y="0"/>
          <a:chExt cx="0" cy="0"/>
        </a:xfrm>
      </p:grpSpPr>
      <p:sp>
        <p:nvSpPr>
          <p:cNvPr id="10" name="Google Shape;10;p27"/>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Toastmasters International" id="11" name="Google Shape;11;p27"/>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12" name="Google Shape;12;p27"/>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3" name="Google Shape;13;p27"/>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 name="Google Shape;14;p2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lt1"/>
                </a:solidFill>
                <a:latin typeface="Arial"/>
                <a:ea typeface="Arial"/>
                <a:cs typeface="Arial"/>
                <a:sym typeface="Arial"/>
              </a:defRPr>
            </a:lvl1pPr>
            <a:lvl2pPr indent="0" lvl="1" marL="0" marR="0" rtl="0" algn="r">
              <a:spcBef>
                <a:spcPts val="0"/>
              </a:spcBef>
              <a:buNone/>
              <a:defRPr b="1" i="0" sz="1800" u="none" cap="none" strike="noStrike">
                <a:solidFill>
                  <a:schemeClr val="lt1"/>
                </a:solidFill>
                <a:latin typeface="Arial"/>
                <a:ea typeface="Arial"/>
                <a:cs typeface="Arial"/>
                <a:sym typeface="Arial"/>
              </a:defRPr>
            </a:lvl2pPr>
            <a:lvl3pPr indent="0" lvl="2" marL="0" marR="0" rtl="0" algn="r">
              <a:spcBef>
                <a:spcPts val="0"/>
              </a:spcBef>
              <a:buNone/>
              <a:defRPr b="1" i="0" sz="1800" u="none" cap="none" strike="noStrike">
                <a:solidFill>
                  <a:schemeClr val="lt1"/>
                </a:solidFill>
                <a:latin typeface="Arial"/>
                <a:ea typeface="Arial"/>
                <a:cs typeface="Arial"/>
                <a:sym typeface="Arial"/>
              </a:defRPr>
            </a:lvl3pPr>
            <a:lvl4pPr indent="0" lvl="3" marL="0" marR="0" rtl="0" algn="r">
              <a:spcBef>
                <a:spcPts val="0"/>
              </a:spcBef>
              <a:buNone/>
              <a:defRPr b="1" i="0" sz="1800" u="none" cap="none" strike="noStrike">
                <a:solidFill>
                  <a:schemeClr val="lt1"/>
                </a:solidFill>
                <a:latin typeface="Arial"/>
                <a:ea typeface="Arial"/>
                <a:cs typeface="Arial"/>
                <a:sym typeface="Arial"/>
              </a:defRPr>
            </a:lvl4pPr>
            <a:lvl5pPr indent="0" lvl="4" marL="0" marR="0" rtl="0" algn="r">
              <a:spcBef>
                <a:spcPts val="0"/>
              </a:spcBef>
              <a:buNone/>
              <a:defRPr b="1" i="0" sz="1800" u="none" cap="none" strike="noStrike">
                <a:solidFill>
                  <a:schemeClr val="lt1"/>
                </a:solidFill>
                <a:latin typeface="Arial"/>
                <a:ea typeface="Arial"/>
                <a:cs typeface="Arial"/>
                <a:sym typeface="Arial"/>
              </a:defRPr>
            </a:lvl5pPr>
            <a:lvl6pPr indent="0" lvl="5" marL="0" marR="0" rtl="0" algn="r">
              <a:spcBef>
                <a:spcPts val="0"/>
              </a:spcBef>
              <a:buNone/>
              <a:defRPr b="1" i="0" sz="1800" u="none" cap="none" strike="noStrike">
                <a:solidFill>
                  <a:schemeClr val="lt1"/>
                </a:solidFill>
                <a:latin typeface="Arial"/>
                <a:ea typeface="Arial"/>
                <a:cs typeface="Arial"/>
                <a:sym typeface="Arial"/>
              </a:defRPr>
            </a:lvl6pPr>
            <a:lvl7pPr indent="0" lvl="6" marL="0" marR="0" rtl="0" algn="r">
              <a:spcBef>
                <a:spcPts val="0"/>
              </a:spcBef>
              <a:buNone/>
              <a:defRPr b="1" i="0" sz="1800" u="none" cap="none" strike="noStrike">
                <a:solidFill>
                  <a:schemeClr val="lt1"/>
                </a:solidFill>
                <a:latin typeface="Arial"/>
                <a:ea typeface="Arial"/>
                <a:cs typeface="Arial"/>
                <a:sym typeface="Arial"/>
              </a:defRPr>
            </a:lvl7pPr>
            <a:lvl8pPr indent="0" lvl="7" marL="0" marR="0" rtl="0" algn="r">
              <a:spcBef>
                <a:spcPts val="0"/>
              </a:spcBef>
              <a:buNone/>
              <a:defRPr b="1" i="0" sz="1800" u="none" cap="none" strike="noStrike">
                <a:solidFill>
                  <a:schemeClr val="lt1"/>
                </a:solidFill>
                <a:latin typeface="Arial"/>
                <a:ea typeface="Arial"/>
                <a:cs typeface="Arial"/>
                <a:sym typeface="Arial"/>
              </a:defRPr>
            </a:lvl8pPr>
            <a:lvl9pPr indent="0" lvl="8" marL="0" marR="0" rt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5" name="Google Shape;15;p27"/>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166" name="Shape 166"/>
        <p:cNvGrpSpPr/>
        <p:nvPr/>
      </p:nvGrpSpPr>
      <p:grpSpPr>
        <a:xfrm>
          <a:off x="0" y="0"/>
          <a:ext cx="0" cy="0"/>
          <a:chOff x="0" y="0"/>
          <a:chExt cx="0" cy="0"/>
        </a:xfrm>
      </p:grpSpPr>
      <p:sp>
        <p:nvSpPr>
          <p:cNvPr id="167" name="Google Shape;167;p29"/>
          <p:cNvSpPr/>
          <p:nvPr/>
        </p:nvSpPr>
        <p:spPr>
          <a:xfrm rot="10800000">
            <a:off x="-2" y="0"/>
            <a:ext cx="12192001" cy="6858000"/>
          </a:xfrm>
          <a:prstGeom prst="rect">
            <a:avLst/>
          </a:prstGeom>
          <a:gradFill>
            <a:gsLst>
              <a:gs pos="0">
                <a:schemeClr val="dk2"/>
              </a:gs>
              <a:gs pos="74000">
                <a:srgbClr val="004165"/>
              </a:gs>
              <a:gs pos="100000">
                <a:srgbClr val="004165"/>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8" name="Google Shape;168;p29"/>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69" name="Google Shape;169;p29"/>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170" name="Google Shape;170;p29"/>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EE9F"/>
              </a:buClr>
              <a:buSzPts val="3600"/>
              <a:buFont typeface="Arial"/>
              <a:buNone/>
              <a:defRPr b="1" i="0" sz="3600" u="none" cap="none" strike="noStrike">
                <a:solidFill>
                  <a:srgbClr val="FEEE9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1" name="Google Shape;171;p2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dk1"/>
                </a:solidFill>
                <a:latin typeface="Arial"/>
                <a:ea typeface="Arial"/>
                <a:cs typeface="Arial"/>
                <a:sym typeface="Arial"/>
              </a:defRPr>
            </a:lvl1pPr>
            <a:lvl2pPr indent="0" lvl="1" marL="0" marR="0" rtl="0" algn="r">
              <a:spcBef>
                <a:spcPts val="0"/>
              </a:spcBef>
              <a:buNone/>
              <a:defRPr b="1" i="0" sz="1800" u="none" cap="none" strike="noStrike">
                <a:solidFill>
                  <a:schemeClr val="dk1"/>
                </a:solidFill>
                <a:latin typeface="Arial"/>
                <a:ea typeface="Arial"/>
                <a:cs typeface="Arial"/>
                <a:sym typeface="Arial"/>
              </a:defRPr>
            </a:lvl2pPr>
            <a:lvl3pPr indent="0" lvl="2" marL="0" marR="0" rtl="0" algn="r">
              <a:spcBef>
                <a:spcPts val="0"/>
              </a:spcBef>
              <a:buNone/>
              <a:defRPr b="1" i="0" sz="1800" u="none" cap="none" strike="noStrike">
                <a:solidFill>
                  <a:schemeClr val="dk1"/>
                </a:solidFill>
                <a:latin typeface="Arial"/>
                <a:ea typeface="Arial"/>
                <a:cs typeface="Arial"/>
                <a:sym typeface="Arial"/>
              </a:defRPr>
            </a:lvl3pPr>
            <a:lvl4pPr indent="0" lvl="3" marL="0" marR="0" rtl="0" algn="r">
              <a:spcBef>
                <a:spcPts val="0"/>
              </a:spcBef>
              <a:buNone/>
              <a:defRPr b="1" i="0" sz="1800" u="none" cap="none" strike="noStrike">
                <a:solidFill>
                  <a:schemeClr val="dk1"/>
                </a:solidFill>
                <a:latin typeface="Arial"/>
                <a:ea typeface="Arial"/>
                <a:cs typeface="Arial"/>
                <a:sym typeface="Arial"/>
              </a:defRPr>
            </a:lvl4pPr>
            <a:lvl5pPr indent="0" lvl="4" marL="0" marR="0" rtl="0" algn="r">
              <a:spcBef>
                <a:spcPts val="0"/>
              </a:spcBef>
              <a:buNone/>
              <a:defRPr b="1" i="0" sz="1800" u="none" cap="none" strike="noStrike">
                <a:solidFill>
                  <a:schemeClr val="dk1"/>
                </a:solidFill>
                <a:latin typeface="Arial"/>
                <a:ea typeface="Arial"/>
                <a:cs typeface="Arial"/>
                <a:sym typeface="Arial"/>
              </a:defRPr>
            </a:lvl5pPr>
            <a:lvl6pPr indent="0" lvl="5" marL="0" marR="0" rtl="0" algn="r">
              <a:spcBef>
                <a:spcPts val="0"/>
              </a:spcBef>
              <a:buNone/>
              <a:defRPr b="1" i="0" sz="1800" u="none" cap="none" strike="noStrike">
                <a:solidFill>
                  <a:schemeClr val="dk1"/>
                </a:solidFill>
                <a:latin typeface="Arial"/>
                <a:ea typeface="Arial"/>
                <a:cs typeface="Arial"/>
                <a:sym typeface="Arial"/>
              </a:defRPr>
            </a:lvl6pPr>
            <a:lvl7pPr indent="0" lvl="6" marL="0" marR="0" rtl="0" algn="r">
              <a:spcBef>
                <a:spcPts val="0"/>
              </a:spcBef>
              <a:buNone/>
              <a:defRPr b="1" i="0" sz="1800" u="none" cap="none" strike="noStrike">
                <a:solidFill>
                  <a:schemeClr val="dk1"/>
                </a:solidFill>
                <a:latin typeface="Arial"/>
                <a:ea typeface="Arial"/>
                <a:cs typeface="Arial"/>
                <a:sym typeface="Arial"/>
              </a:defRPr>
            </a:lvl7pPr>
            <a:lvl8pPr indent="0" lvl="7" marL="0" marR="0" rtl="0" algn="r">
              <a:spcBef>
                <a:spcPts val="0"/>
              </a:spcBef>
              <a:buNone/>
              <a:defRPr b="1" i="0" sz="1800" u="none" cap="none" strike="noStrike">
                <a:solidFill>
                  <a:schemeClr val="dk1"/>
                </a:solidFill>
                <a:latin typeface="Arial"/>
                <a:ea typeface="Arial"/>
                <a:cs typeface="Arial"/>
                <a:sym typeface="Arial"/>
              </a:defRPr>
            </a:lvl8pPr>
            <a:lvl9pPr indent="0" lvl="8" marL="0" marR="0" rtl="0" algn="r">
              <a:spcBef>
                <a:spcPts val="0"/>
              </a:spcBef>
              <a:buNone/>
              <a:defRPr b="1"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72" name="Google Shape;172;p29"/>
          <p:cNvCxnSpPr/>
          <p:nvPr/>
        </p:nvCxnSpPr>
        <p:spPr>
          <a:xfrm>
            <a:off x="406400" y="989880"/>
            <a:ext cx="711200" cy="0"/>
          </a:xfrm>
          <a:prstGeom prst="straightConnector1">
            <a:avLst/>
          </a:prstGeom>
          <a:noFill/>
          <a:ln cap="flat" cmpd="sng" w="28575">
            <a:solidFill>
              <a:schemeClr val="lt1"/>
            </a:solidFill>
            <a:prstDash val="solid"/>
            <a:miter lim="8000"/>
            <a:headEnd len="sm" w="sm" type="none"/>
            <a:tailEnd len="sm" w="sm" type="none"/>
          </a:ln>
        </p:spPr>
      </p:cxnSp>
      <p:pic>
        <p:nvPicPr>
          <p:cNvPr id="173" name="Google Shape;173;p29"/>
          <p:cNvPicPr preferRelativeResize="0"/>
          <p:nvPr/>
        </p:nvPicPr>
        <p:blipFill rotWithShape="1">
          <a:blip r:embed="rId1">
            <a:alphaModFix/>
          </a:blip>
          <a:srcRect b="0" l="0" r="0" t="0"/>
          <a:stretch/>
        </p:blipFill>
        <p:spPr>
          <a:xfrm>
            <a:off x="392430" y="6410997"/>
            <a:ext cx="1607820" cy="2489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100000" ty="0" sy="100000"/>
        </a:blipFill>
      </p:bgPr>
    </p:bg>
    <p:spTree>
      <p:nvGrpSpPr>
        <p:cNvPr id="284" name="Shape 284"/>
        <p:cNvGrpSpPr/>
        <p:nvPr/>
      </p:nvGrpSpPr>
      <p:grpSpPr>
        <a:xfrm>
          <a:off x="0" y="0"/>
          <a:ext cx="0" cy="0"/>
          <a:chOff x="0" y="0"/>
          <a:chExt cx="0" cy="0"/>
        </a:xfrm>
      </p:grpSpPr>
      <p:sp>
        <p:nvSpPr>
          <p:cNvPr id="285" name="Google Shape;285;p31"/>
          <p:cNvSpPr/>
          <p:nvPr/>
        </p:nvSpPr>
        <p:spPr>
          <a:xfrm>
            <a:off x="-2" y="6212926"/>
            <a:ext cx="12192001" cy="64507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286" name="Google Shape;286;p31"/>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Arial"/>
                <a:ea typeface="Arial"/>
                <a:cs typeface="Arial"/>
                <a:sym typeface="Arial"/>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Arial"/>
                <a:ea typeface="Arial"/>
                <a:cs typeface="Arial"/>
                <a:sym typeface="Arial"/>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Arial"/>
                <a:ea typeface="Arial"/>
                <a:cs typeface="Arial"/>
                <a:sym typeface="Arial"/>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rial"/>
                <a:ea typeface="Arial"/>
                <a:cs typeface="Arial"/>
                <a:sym typeface="Arial"/>
              </a:defRPr>
            </a:lvl9pPr>
          </a:lstStyle>
          <a:p/>
        </p:txBody>
      </p:sp>
      <p:sp>
        <p:nvSpPr>
          <p:cNvPr id="287" name="Google Shape;287;p31"/>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FEEE9F"/>
              </a:buClr>
              <a:buSzPts val="3600"/>
              <a:buFont typeface="Arial"/>
              <a:buNone/>
              <a:defRPr b="1" i="0" sz="3600" u="none" cap="none" strike="noStrike">
                <a:solidFill>
                  <a:srgbClr val="FEEE9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8" name="Google Shape;288;p31"/>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dk1"/>
                </a:solidFill>
                <a:latin typeface="Arial"/>
                <a:ea typeface="Arial"/>
                <a:cs typeface="Arial"/>
                <a:sym typeface="Arial"/>
              </a:defRPr>
            </a:lvl1pPr>
            <a:lvl2pPr indent="0" lvl="1" marL="0" marR="0" rtl="0" algn="r">
              <a:spcBef>
                <a:spcPts val="0"/>
              </a:spcBef>
              <a:buNone/>
              <a:defRPr b="1" i="0" sz="1800" u="none" cap="none" strike="noStrike">
                <a:solidFill>
                  <a:schemeClr val="dk1"/>
                </a:solidFill>
                <a:latin typeface="Arial"/>
                <a:ea typeface="Arial"/>
                <a:cs typeface="Arial"/>
                <a:sym typeface="Arial"/>
              </a:defRPr>
            </a:lvl2pPr>
            <a:lvl3pPr indent="0" lvl="2" marL="0" marR="0" rtl="0" algn="r">
              <a:spcBef>
                <a:spcPts val="0"/>
              </a:spcBef>
              <a:buNone/>
              <a:defRPr b="1" i="0" sz="1800" u="none" cap="none" strike="noStrike">
                <a:solidFill>
                  <a:schemeClr val="dk1"/>
                </a:solidFill>
                <a:latin typeface="Arial"/>
                <a:ea typeface="Arial"/>
                <a:cs typeface="Arial"/>
                <a:sym typeface="Arial"/>
              </a:defRPr>
            </a:lvl3pPr>
            <a:lvl4pPr indent="0" lvl="3" marL="0" marR="0" rtl="0" algn="r">
              <a:spcBef>
                <a:spcPts val="0"/>
              </a:spcBef>
              <a:buNone/>
              <a:defRPr b="1" i="0" sz="1800" u="none" cap="none" strike="noStrike">
                <a:solidFill>
                  <a:schemeClr val="dk1"/>
                </a:solidFill>
                <a:latin typeface="Arial"/>
                <a:ea typeface="Arial"/>
                <a:cs typeface="Arial"/>
                <a:sym typeface="Arial"/>
              </a:defRPr>
            </a:lvl4pPr>
            <a:lvl5pPr indent="0" lvl="4" marL="0" marR="0" rtl="0" algn="r">
              <a:spcBef>
                <a:spcPts val="0"/>
              </a:spcBef>
              <a:buNone/>
              <a:defRPr b="1" i="0" sz="1800" u="none" cap="none" strike="noStrike">
                <a:solidFill>
                  <a:schemeClr val="dk1"/>
                </a:solidFill>
                <a:latin typeface="Arial"/>
                <a:ea typeface="Arial"/>
                <a:cs typeface="Arial"/>
                <a:sym typeface="Arial"/>
              </a:defRPr>
            </a:lvl5pPr>
            <a:lvl6pPr indent="0" lvl="5" marL="0" marR="0" rtl="0" algn="r">
              <a:spcBef>
                <a:spcPts val="0"/>
              </a:spcBef>
              <a:buNone/>
              <a:defRPr b="1" i="0" sz="1800" u="none" cap="none" strike="noStrike">
                <a:solidFill>
                  <a:schemeClr val="dk1"/>
                </a:solidFill>
                <a:latin typeface="Arial"/>
                <a:ea typeface="Arial"/>
                <a:cs typeface="Arial"/>
                <a:sym typeface="Arial"/>
              </a:defRPr>
            </a:lvl6pPr>
            <a:lvl7pPr indent="0" lvl="6" marL="0" marR="0" rtl="0" algn="r">
              <a:spcBef>
                <a:spcPts val="0"/>
              </a:spcBef>
              <a:buNone/>
              <a:defRPr b="1" i="0" sz="1800" u="none" cap="none" strike="noStrike">
                <a:solidFill>
                  <a:schemeClr val="dk1"/>
                </a:solidFill>
                <a:latin typeface="Arial"/>
                <a:ea typeface="Arial"/>
                <a:cs typeface="Arial"/>
                <a:sym typeface="Arial"/>
              </a:defRPr>
            </a:lvl7pPr>
            <a:lvl8pPr indent="0" lvl="7" marL="0" marR="0" rtl="0" algn="r">
              <a:spcBef>
                <a:spcPts val="0"/>
              </a:spcBef>
              <a:buNone/>
              <a:defRPr b="1" i="0" sz="1800" u="none" cap="none" strike="noStrike">
                <a:solidFill>
                  <a:schemeClr val="dk1"/>
                </a:solidFill>
                <a:latin typeface="Arial"/>
                <a:ea typeface="Arial"/>
                <a:cs typeface="Arial"/>
                <a:sym typeface="Arial"/>
              </a:defRPr>
            </a:lvl8pPr>
            <a:lvl9pPr indent="0" lvl="8" marL="0" marR="0" rtl="0" algn="r">
              <a:spcBef>
                <a:spcPts val="0"/>
              </a:spcBef>
              <a:buNone/>
              <a:defRPr b="1" i="0" sz="18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289" name="Google Shape;289;p31"/>
          <p:cNvPicPr preferRelativeResize="0"/>
          <p:nvPr/>
        </p:nvPicPr>
        <p:blipFill rotWithShape="1">
          <a:blip r:embed="rId2">
            <a:alphaModFix/>
          </a:blip>
          <a:srcRect b="0" l="0" r="0" t="0"/>
          <a:stretch/>
        </p:blipFill>
        <p:spPr>
          <a:xfrm>
            <a:off x="392430" y="6410997"/>
            <a:ext cx="1607820" cy="24892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449" name="Shape 449"/>
        <p:cNvGrpSpPr/>
        <p:nvPr/>
      </p:nvGrpSpPr>
      <p:grpSpPr>
        <a:xfrm>
          <a:off x="0" y="0"/>
          <a:ext cx="0" cy="0"/>
          <a:chOff x="0" y="0"/>
          <a:chExt cx="0" cy="0"/>
        </a:xfrm>
      </p:grpSpPr>
      <p:sp>
        <p:nvSpPr>
          <p:cNvPr id="450" name="Google Shape;450;p33"/>
          <p:cNvSpPr/>
          <p:nvPr/>
        </p:nvSpPr>
        <p:spPr>
          <a:xfrm>
            <a:off x="0" y="6212926"/>
            <a:ext cx="12192000" cy="64507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451" name="Google Shape;451;p33"/>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52" name="Google Shape;452;p33"/>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53" name="Google Shape;453;p33"/>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lt1"/>
                </a:solidFill>
                <a:latin typeface="Arial"/>
                <a:ea typeface="Arial"/>
                <a:cs typeface="Arial"/>
                <a:sym typeface="Arial"/>
              </a:defRPr>
            </a:lvl1pPr>
            <a:lvl2pPr indent="0" lvl="1" marL="0" marR="0" rtl="0" algn="r">
              <a:spcBef>
                <a:spcPts val="0"/>
              </a:spcBef>
              <a:buNone/>
              <a:defRPr b="1" i="0" sz="1800" u="none" cap="none" strike="noStrike">
                <a:solidFill>
                  <a:schemeClr val="lt1"/>
                </a:solidFill>
                <a:latin typeface="Arial"/>
                <a:ea typeface="Arial"/>
                <a:cs typeface="Arial"/>
                <a:sym typeface="Arial"/>
              </a:defRPr>
            </a:lvl2pPr>
            <a:lvl3pPr indent="0" lvl="2" marL="0" marR="0" rtl="0" algn="r">
              <a:spcBef>
                <a:spcPts val="0"/>
              </a:spcBef>
              <a:buNone/>
              <a:defRPr b="1" i="0" sz="1800" u="none" cap="none" strike="noStrike">
                <a:solidFill>
                  <a:schemeClr val="lt1"/>
                </a:solidFill>
                <a:latin typeface="Arial"/>
                <a:ea typeface="Arial"/>
                <a:cs typeface="Arial"/>
                <a:sym typeface="Arial"/>
              </a:defRPr>
            </a:lvl3pPr>
            <a:lvl4pPr indent="0" lvl="3" marL="0" marR="0" rtl="0" algn="r">
              <a:spcBef>
                <a:spcPts val="0"/>
              </a:spcBef>
              <a:buNone/>
              <a:defRPr b="1" i="0" sz="1800" u="none" cap="none" strike="noStrike">
                <a:solidFill>
                  <a:schemeClr val="lt1"/>
                </a:solidFill>
                <a:latin typeface="Arial"/>
                <a:ea typeface="Arial"/>
                <a:cs typeface="Arial"/>
                <a:sym typeface="Arial"/>
              </a:defRPr>
            </a:lvl4pPr>
            <a:lvl5pPr indent="0" lvl="4" marL="0" marR="0" rtl="0" algn="r">
              <a:spcBef>
                <a:spcPts val="0"/>
              </a:spcBef>
              <a:buNone/>
              <a:defRPr b="1" i="0" sz="1800" u="none" cap="none" strike="noStrike">
                <a:solidFill>
                  <a:schemeClr val="lt1"/>
                </a:solidFill>
                <a:latin typeface="Arial"/>
                <a:ea typeface="Arial"/>
                <a:cs typeface="Arial"/>
                <a:sym typeface="Arial"/>
              </a:defRPr>
            </a:lvl5pPr>
            <a:lvl6pPr indent="0" lvl="5" marL="0" marR="0" rtl="0" algn="r">
              <a:spcBef>
                <a:spcPts val="0"/>
              </a:spcBef>
              <a:buNone/>
              <a:defRPr b="1" i="0" sz="1800" u="none" cap="none" strike="noStrike">
                <a:solidFill>
                  <a:schemeClr val="lt1"/>
                </a:solidFill>
                <a:latin typeface="Arial"/>
                <a:ea typeface="Arial"/>
                <a:cs typeface="Arial"/>
                <a:sym typeface="Arial"/>
              </a:defRPr>
            </a:lvl6pPr>
            <a:lvl7pPr indent="0" lvl="6" marL="0" marR="0" rtl="0" algn="r">
              <a:spcBef>
                <a:spcPts val="0"/>
              </a:spcBef>
              <a:buNone/>
              <a:defRPr b="1" i="0" sz="1800" u="none" cap="none" strike="noStrike">
                <a:solidFill>
                  <a:schemeClr val="lt1"/>
                </a:solidFill>
                <a:latin typeface="Arial"/>
                <a:ea typeface="Arial"/>
                <a:cs typeface="Arial"/>
                <a:sym typeface="Arial"/>
              </a:defRPr>
            </a:lvl7pPr>
            <a:lvl8pPr indent="0" lvl="7" marL="0" marR="0" rtl="0" algn="r">
              <a:spcBef>
                <a:spcPts val="0"/>
              </a:spcBef>
              <a:buNone/>
              <a:defRPr b="1" i="0" sz="1800" u="none" cap="none" strike="noStrike">
                <a:solidFill>
                  <a:schemeClr val="lt1"/>
                </a:solidFill>
                <a:latin typeface="Arial"/>
                <a:ea typeface="Arial"/>
                <a:cs typeface="Arial"/>
                <a:sym typeface="Arial"/>
              </a:defRPr>
            </a:lvl8pPr>
            <a:lvl9pPr indent="0" lvl="8" marL="0" marR="0" rt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Toastmasters International" id="454" name="Google Shape;454;p33"/>
          <p:cNvPicPr preferRelativeResize="0"/>
          <p:nvPr/>
        </p:nvPicPr>
        <p:blipFill rotWithShape="1">
          <a:blip r:embed="rId1">
            <a:alphaModFix/>
          </a:blip>
          <a:srcRect b="0" l="0" r="0" t="0"/>
          <a:stretch/>
        </p:blipFill>
        <p:spPr>
          <a:xfrm>
            <a:off x="277932" y="6368208"/>
            <a:ext cx="1815115" cy="28102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 id="2147483723" r:id="rId14"/>
    <p:sldLayoutId id="2147483724" r:id="rId15"/>
    <p:sldLayoutId id="2147483725" r:id="rId16"/>
    <p:sldLayoutId id="2147483726" r:id="rId17"/>
    <p:sldLayoutId id="2147483727" r:id="rId18"/>
    <p:sldLayoutId id="2147483728" r:id="rId19"/>
    <p:sldLayoutId id="2147483729"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606" name="Shape 606"/>
        <p:cNvGrpSpPr/>
        <p:nvPr/>
      </p:nvGrpSpPr>
      <p:grpSpPr>
        <a:xfrm>
          <a:off x="0" y="0"/>
          <a:ext cx="0" cy="0"/>
          <a:chOff x="0" y="0"/>
          <a:chExt cx="0" cy="0"/>
        </a:xfrm>
      </p:grpSpPr>
      <p:sp>
        <p:nvSpPr>
          <p:cNvPr id="607" name="Google Shape;607;p35"/>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608" name="Google Shape;608;p35"/>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Lst>
  <p:transition p14:dur="100">
    <p:cut/>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54" name="Shape 654"/>
        <p:cNvGrpSpPr/>
        <p:nvPr/>
      </p:nvGrpSpPr>
      <p:grpSpPr>
        <a:xfrm>
          <a:off x="0" y="0"/>
          <a:ext cx="0" cy="0"/>
          <a:chOff x="0" y="0"/>
          <a:chExt cx="0" cy="0"/>
        </a:xfrm>
      </p:grpSpPr>
      <p:sp>
        <p:nvSpPr>
          <p:cNvPr id="655" name="Google Shape;655;p37"/>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Toastmasters International" id="656" name="Google Shape;656;p37"/>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657" name="Google Shape;657;p37"/>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58" name="Google Shape;658;p37"/>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9" name="Google Shape;659;p37"/>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lt1"/>
                </a:solidFill>
                <a:latin typeface="Arial"/>
                <a:ea typeface="Arial"/>
                <a:cs typeface="Arial"/>
                <a:sym typeface="Arial"/>
              </a:defRPr>
            </a:lvl1pPr>
            <a:lvl2pPr indent="0" lvl="1" marL="0" marR="0" rtl="0" algn="r">
              <a:spcBef>
                <a:spcPts val="0"/>
              </a:spcBef>
              <a:buNone/>
              <a:defRPr b="1" i="0" sz="1800" u="none" cap="none" strike="noStrike">
                <a:solidFill>
                  <a:schemeClr val="lt1"/>
                </a:solidFill>
                <a:latin typeface="Arial"/>
                <a:ea typeface="Arial"/>
                <a:cs typeface="Arial"/>
                <a:sym typeface="Arial"/>
              </a:defRPr>
            </a:lvl2pPr>
            <a:lvl3pPr indent="0" lvl="2" marL="0" marR="0" rtl="0" algn="r">
              <a:spcBef>
                <a:spcPts val="0"/>
              </a:spcBef>
              <a:buNone/>
              <a:defRPr b="1" i="0" sz="1800" u="none" cap="none" strike="noStrike">
                <a:solidFill>
                  <a:schemeClr val="lt1"/>
                </a:solidFill>
                <a:latin typeface="Arial"/>
                <a:ea typeface="Arial"/>
                <a:cs typeface="Arial"/>
                <a:sym typeface="Arial"/>
              </a:defRPr>
            </a:lvl3pPr>
            <a:lvl4pPr indent="0" lvl="3" marL="0" marR="0" rtl="0" algn="r">
              <a:spcBef>
                <a:spcPts val="0"/>
              </a:spcBef>
              <a:buNone/>
              <a:defRPr b="1" i="0" sz="1800" u="none" cap="none" strike="noStrike">
                <a:solidFill>
                  <a:schemeClr val="lt1"/>
                </a:solidFill>
                <a:latin typeface="Arial"/>
                <a:ea typeface="Arial"/>
                <a:cs typeface="Arial"/>
                <a:sym typeface="Arial"/>
              </a:defRPr>
            </a:lvl4pPr>
            <a:lvl5pPr indent="0" lvl="4" marL="0" marR="0" rtl="0" algn="r">
              <a:spcBef>
                <a:spcPts val="0"/>
              </a:spcBef>
              <a:buNone/>
              <a:defRPr b="1" i="0" sz="1800" u="none" cap="none" strike="noStrike">
                <a:solidFill>
                  <a:schemeClr val="lt1"/>
                </a:solidFill>
                <a:latin typeface="Arial"/>
                <a:ea typeface="Arial"/>
                <a:cs typeface="Arial"/>
                <a:sym typeface="Arial"/>
              </a:defRPr>
            </a:lvl5pPr>
            <a:lvl6pPr indent="0" lvl="5" marL="0" marR="0" rtl="0" algn="r">
              <a:spcBef>
                <a:spcPts val="0"/>
              </a:spcBef>
              <a:buNone/>
              <a:defRPr b="1" i="0" sz="1800" u="none" cap="none" strike="noStrike">
                <a:solidFill>
                  <a:schemeClr val="lt1"/>
                </a:solidFill>
                <a:latin typeface="Arial"/>
                <a:ea typeface="Arial"/>
                <a:cs typeface="Arial"/>
                <a:sym typeface="Arial"/>
              </a:defRPr>
            </a:lvl6pPr>
            <a:lvl7pPr indent="0" lvl="6" marL="0" marR="0" rtl="0" algn="r">
              <a:spcBef>
                <a:spcPts val="0"/>
              </a:spcBef>
              <a:buNone/>
              <a:defRPr b="1" i="0" sz="1800" u="none" cap="none" strike="noStrike">
                <a:solidFill>
                  <a:schemeClr val="lt1"/>
                </a:solidFill>
                <a:latin typeface="Arial"/>
                <a:ea typeface="Arial"/>
                <a:cs typeface="Arial"/>
                <a:sym typeface="Arial"/>
              </a:defRPr>
            </a:lvl7pPr>
            <a:lvl8pPr indent="0" lvl="7" marL="0" marR="0" rtl="0" algn="r">
              <a:spcBef>
                <a:spcPts val="0"/>
              </a:spcBef>
              <a:buNone/>
              <a:defRPr b="1" i="0" sz="1800" u="none" cap="none" strike="noStrike">
                <a:solidFill>
                  <a:schemeClr val="lt1"/>
                </a:solidFill>
                <a:latin typeface="Arial"/>
                <a:ea typeface="Arial"/>
                <a:cs typeface="Arial"/>
                <a:sym typeface="Arial"/>
              </a:defRPr>
            </a:lvl8pPr>
            <a:lvl9pPr indent="0" lvl="8" marL="0" marR="0" rt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660" name="Google Shape;660;p37"/>
          <p:cNvCxnSpPr/>
          <p:nvPr/>
        </p:nvCxnSpPr>
        <p:spPr>
          <a:xfrm>
            <a:off x="406400" y="989880"/>
            <a:ext cx="711200" cy="0"/>
          </a:xfrm>
          <a:prstGeom prst="straightConnector1">
            <a:avLst/>
          </a:prstGeom>
          <a:noFill/>
          <a:ln cap="flat" cmpd="sng" w="28575">
            <a:solidFill>
              <a:srgbClr val="800000"/>
            </a:solidFill>
            <a:prstDash val="solid"/>
            <a:miter lim="8000"/>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816" name="Shape 816"/>
        <p:cNvGrpSpPr/>
        <p:nvPr/>
      </p:nvGrpSpPr>
      <p:grpSpPr>
        <a:xfrm>
          <a:off x="0" y="0"/>
          <a:ext cx="0" cy="0"/>
          <a:chOff x="0" y="0"/>
          <a:chExt cx="0" cy="0"/>
        </a:xfrm>
      </p:grpSpPr>
      <p:sp>
        <p:nvSpPr>
          <p:cNvPr id="817" name="Google Shape;817;p39"/>
          <p:cNvSpPr/>
          <p:nvPr/>
        </p:nvSpPr>
        <p:spPr>
          <a:xfrm>
            <a:off x="0" y="6212926"/>
            <a:ext cx="12192000" cy="645074"/>
          </a:xfrm>
          <a:prstGeom prst="rect">
            <a:avLst/>
          </a:prstGeom>
          <a:solidFill>
            <a:srgbClr val="00416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descr="Toastmasters International" id="818" name="Google Shape;818;p39"/>
          <p:cNvPicPr preferRelativeResize="0"/>
          <p:nvPr/>
        </p:nvPicPr>
        <p:blipFill rotWithShape="1">
          <a:blip r:embed="rId1">
            <a:alphaModFix/>
          </a:blip>
          <a:srcRect b="0" l="0" r="0" t="0"/>
          <a:stretch/>
        </p:blipFill>
        <p:spPr>
          <a:xfrm>
            <a:off x="313559" y="6316627"/>
            <a:ext cx="1773873" cy="404848"/>
          </a:xfrm>
          <a:prstGeom prst="rect">
            <a:avLst/>
          </a:prstGeom>
          <a:noFill/>
          <a:ln>
            <a:noFill/>
          </a:ln>
        </p:spPr>
      </p:pic>
      <p:sp>
        <p:nvSpPr>
          <p:cNvPr id="819" name="Google Shape;819;p39"/>
          <p:cNvSpPr txBox="1"/>
          <p:nvPr>
            <p:ph idx="1" type="body"/>
          </p:nvPr>
        </p:nvSpPr>
        <p:spPr>
          <a:xfrm>
            <a:off x="272316" y="1598532"/>
            <a:ext cx="11647368" cy="4269584"/>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20" name="Google Shape;820;p39"/>
          <p:cNvSpPr txBox="1"/>
          <p:nvPr>
            <p:ph type="title"/>
          </p:nvPr>
        </p:nvSpPr>
        <p:spPr>
          <a:xfrm>
            <a:off x="277932" y="295773"/>
            <a:ext cx="11647367" cy="6450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333333"/>
              </a:buClr>
              <a:buSzPts val="3600"/>
              <a:buFont typeface="Arial"/>
              <a:buNone/>
              <a:defRPr b="1" i="0" sz="3600" u="none" cap="none" strike="noStrike">
                <a:solidFill>
                  <a:srgbClr val="333333"/>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1" name="Google Shape;821;p39"/>
          <p:cNvSpPr txBox="1"/>
          <p:nvPr>
            <p:ph idx="12" type="sldNum"/>
          </p:nvPr>
        </p:nvSpPr>
        <p:spPr>
          <a:xfrm>
            <a:off x="90678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800" u="none" cap="none" strike="noStrike">
                <a:solidFill>
                  <a:schemeClr val="lt1"/>
                </a:solidFill>
                <a:latin typeface="Arial"/>
                <a:ea typeface="Arial"/>
                <a:cs typeface="Arial"/>
                <a:sym typeface="Arial"/>
              </a:defRPr>
            </a:lvl1pPr>
            <a:lvl2pPr indent="0" lvl="1" marL="0" marR="0" rtl="0" algn="r">
              <a:spcBef>
                <a:spcPts val="0"/>
              </a:spcBef>
              <a:buNone/>
              <a:defRPr b="1" i="0" sz="1800" u="none" cap="none" strike="noStrike">
                <a:solidFill>
                  <a:schemeClr val="lt1"/>
                </a:solidFill>
                <a:latin typeface="Arial"/>
                <a:ea typeface="Arial"/>
                <a:cs typeface="Arial"/>
                <a:sym typeface="Arial"/>
              </a:defRPr>
            </a:lvl2pPr>
            <a:lvl3pPr indent="0" lvl="2" marL="0" marR="0" rtl="0" algn="r">
              <a:spcBef>
                <a:spcPts val="0"/>
              </a:spcBef>
              <a:buNone/>
              <a:defRPr b="1" i="0" sz="1800" u="none" cap="none" strike="noStrike">
                <a:solidFill>
                  <a:schemeClr val="lt1"/>
                </a:solidFill>
                <a:latin typeface="Arial"/>
                <a:ea typeface="Arial"/>
                <a:cs typeface="Arial"/>
                <a:sym typeface="Arial"/>
              </a:defRPr>
            </a:lvl3pPr>
            <a:lvl4pPr indent="0" lvl="3" marL="0" marR="0" rtl="0" algn="r">
              <a:spcBef>
                <a:spcPts val="0"/>
              </a:spcBef>
              <a:buNone/>
              <a:defRPr b="1" i="0" sz="1800" u="none" cap="none" strike="noStrike">
                <a:solidFill>
                  <a:schemeClr val="lt1"/>
                </a:solidFill>
                <a:latin typeface="Arial"/>
                <a:ea typeface="Arial"/>
                <a:cs typeface="Arial"/>
                <a:sym typeface="Arial"/>
              </a:defRPr>
            </a:lvl4pPr>
            <a:lvl5pPr indent="0" lvl="4" marL="0" marR="0" rtl="0" algn="r">
              <a:spcBef>
                <a:spcPts val="0"/>
              </a:spcBef>
              <a:buNone/>
              <a:defRPr b="1" i="0" sz="1800" u="none" cap="none" strike="noStrike">
                <a:solidFill>
                  <a:schemeClr val="lt1"/>
                </a:solidFill>
                <a:latin typeface="Arial"/>
                <a:ea typeface="Arial"/>
                <a:cs typeface="Arial"/>
                <a:sym typeface="Arial"/>
              </a:defRPr>
            </a:lvl5pPr>
            <a:lvl6pPr indent="0" lvl="5" marL="0" marR="0" rtl="0" algn="r">
              <a:spcBef>
                <a:spcPts val="0"/>
              </a:spcBef>
              <a:buNone/>
              <a:defRPr b="1" i="0" sz="1800" u="none" cap="none" strike="noStrike">
                <a:solidFill>
                  <a:schemeClr val="lt1"/>
                </a:solidFill>
                <a:latin typeface="Arial"/>
                <a:ea typeface="Arial"/>
                <a:cs typeface="Arial"/>
                <a:sym typeface="Arial"/>
              </a:defRPr>
            </a:lvl6pPr>
            <a:lvl7pPr indent="0" lvl="6" marL="0" marR="0" rtl="0" algn="r">
              <a:spcBef>
                <a:spcPts val="0"/>
              </a:spcBef>
              <a:buNone/>
              <a:defRPr b="1" i="0" sz="1800" u="none" cap="none" strike="noStrike">
                <a:solidFill>
                  <a:schemeClr val="lt1"/>
                </a:solidFill>
                <a:latin typeface="Arial"/>
                <a:ea typeface="Arial"/>
                <a:cs typeface="Arial"/>
                <a:sym typeface="Arial"/>
              </a:defRPr>
            </a:lvl7pPr>
            <a:lvl8pPr indent="0" lvl="7" marL="0" marR="0" rtl="0" algn="r">
              <a:spcBef>
                <a:spcPts val="0"/>
              </a:spcBef>
              <a:buNone/>
              <a:defRPr b="1" i="0" sz="1800" u="none" cap="none" strike="noStrike">
                <a:solidFill>
                  <a:schemeClr val="lt1"/>
                </a:solidFill>
                <a:latin typeface="Arial"/>
                <a:ea typeface="Arial"/>
                <a:cs typeface="Arial"/>
                <a:sym typeface="Arial"/>
              </a:defRPr>
            </a:lvl8pPr>
            <a:lvl9pPr indent="0" lvl="8" marL="0" marR="0" rtl="0" algn="r">
              <a:spcBef>
                <a:spcPts val="0"/>
              </a:spcBef>
              <a:buNone/>
              <a:defRPr b="1" i="0" sz="1800" u="none" cap="none" strike="noStrike">
                <a:solidFill>
                  <a:schemeClr val="l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 id="2147483772" r:id="rId12"/>
    <p:sldLayoutId id="2147483773" r:id="rId13"/>
    <p:sldLayoutId id="2147483774" r:id="rId14"/>
    <p:sldLayoutId id="2147483775" r:id="rId15"/>
    <p:sldLayoutId id="2147483776" r:id="rId16"/>
    <p:sldLayoutId id="2147483777" r:id="rId17"/>
    <p:sldLayoutId id="2147483778" r:id="rId18"/>
    <p:sldLayoutId id="2147483779" r:id="rId19"/>
    <p:sldLayoutId id="2147483780"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240">
          <p15:clr>
            <a:srgbClr val="F26B43"/>
          </p15:clr>
        </p15:guide>
        <p15:guide id="3" pos="7440">
          <p15:clr>
            <a:srgbClr val="F26B43"/>
          </p15:clr>
        </p15:guide>
        <p15:guide id="4" orient="horz" pos="264">
          <p15:clr>
            <a:srgbClr val="F26B43"/>
          </p15:clr>
        </p15:guide>
        <p15:guide id="5" pos="3840">
          <p15:clr>
            <a:srgbClr val="F26B43"/>
          </p15:clr>
        </p15:guide>
        <p15:guide id="6" orient="horz" pos="1008">
          <p15:clr>
            <a:srgbClr val="F26B43"/>
          </p15:clr>
        </p15:guide>
        <p15:guide id="7" pos="168">
          <p15:clr>
            <a:srgbClr val="F26B43"/>
          </p15:clr>
        </p15:guide>
        <p15:guide id="8" pos="7512">
          <p15:clr>
            <a:srgbClr val="F26B43"/>
          </p15:clr>
        </p15:guide>
        <p15:guide id="9" orient="horz" pos="3768">
          <p15:clr>
            <a:srgbClr val="F26B43"/>
          </p15:clr>
        </p15:guide>
        <p15:guide id="10" orient="horz" pos="3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xml"/><Relationship Id="rId3" Type="http://schemas.openxmlformats.org/officeDocument/2006/relationships/image" Target="../media/image10.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0.xml"/><Relationship Id="rId3" Type="http://schemas.openxmlformats.org/officeDocument/2006/relationships/image" Target="../media/image1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1.xml"/><Relationship Id="rId3"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2.xml"/><Relationship Id="rId3" Type="http://schemas.openxmlformats.org/officeDocument/2006/relationships/image" Target="../media/image14.jp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3.xml"/><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4.xml"/><Relationship Id="rId3"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5.xml"/><Relationship Id="rId3" Type="http://schemas.openxmlformats.org/officeDocument/2006/relationships/image" Target="../media/image1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7.xml"/><Relationship Id="rId3" Type="http://schemas.openxmlformats.org/officeDocument/2006/relationships/image" Target="../media/image2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8.xml"/><Relationship Id="rId3" Type="http://schemas.openxmlformats.org/officeDocument/2006/relationships/image" Target="../media/image26.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19.xml"/><Relationship Id="rId3" Type="http://schemas.openxmlformats.org/officeDocument/2006/relationships/image" Target="../media/image2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0.xml"/><Relationship Id="rId3" Type="http://schemas.openxmlformats.org/officeDocument/2006/relationships/image" Target="../media/image2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9.xml"/><Relationship Id="rId2" Type="http://schemas.openxmlformats.org/officeDocument/2006/relationships/notesSlide" Target="../notesSlides/notesSlide21.xml"/><Relationship Id="rId3"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2.xml"/><Relationship Id="rId3" Type="http://schemas.openxmlformats.org/officeDocument/2006/relationships/image" Target="../media/image1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3.xml"/><Relationship Id="rId3" Type="http://schemas.openxmlformats.org/officeDocument/2006/relationships/image" Target="../media/image2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24.xml"/><Relationship Id="rId3" Type="http://schemas.openxmlformats.org/officeDocument/2006/relationships/image" Target="../media/image28.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9.xml"/><Relationship Id="rId2" Type="http://schemas.openxmlformats.org/officeDocument/2006/relationships/notesSlide" Target="../notesSlides/notesSlide25.xml"/><Relationship Id="rId3" Type="http://schemas.openxmlformats.org/officeDocument/2006/relationships/image" Target="../media/image2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7" name="Shape 977"/>
        <p:cNvGrpSpPr/>
        <p:nvPr/>
      </p:nvGrpSpPr>
      <p:grpSpPr>
        <a:xfrm>
          <a:off x="0" y="0"/>
          <a:ext cx="0" cy="0"/>
          <a:chOff x="0" y="0"/>
          <a:chExt cx="0" cy="0"/>
        </a:xfrm>
      </p:grpSpPr>
      <p:sp>
        <p:nvSpPr>
          <p:cNvPr id="978" name="Google Shape;978;p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3600"/>
              <a:buNone/>
            </a:pPr>
            <a:r>
              <a:rPr lang="en-US"/>
              <a:t>Facilitator Instructions </a:t>
            </a:r>
            <a:r>
              <a:rPr lang="en-US">
                <a:solidFill>
                  <a:srgbClr val="C00000"/>
                </a:solidFill>
              </a:rPr>
              <a:t>(not for presentation)</a:t>
            </a:r>
            <a:endParaRPr>
              <a:solidFill>
                <a:srgbClr val="C00000"/>
              </a:solidFill>
            </a:endParaRPr>
          </a:p>
        </p:txBody>
      </p:sp>
      <p:sp>
        <p:nvSpPr>
          <p:cNvPr id="979" name="Google Shape;979;p1"/>
          <p:cNvSpPr txBox="1"/>
          <p:nvPr>
            <p:ph idx="1" type="body"/>
          </p:nvPr>
        </p:nvSpPr>
        <p:spPr>
          <a:xfrm>
            <a:off x="277933" y="1156997"/>
            <a:ext cx="11768924" cy="4907901"/>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chemeClr val="dk1"/>
              </a:buClr>
              <a:buSzPts val="2000"/>
              <a:buChar char="•"/>
            </a:pPr>
            <a:r>
              <a:rPr b="1" lang="en-US" sz="2000"/>
              <a:t>Session</a:t>
            </a:r>
            <a:r>
              <a:rPr lang="en-US" sz="2000"/>
              <a:t>: This presentation is the one-hour Club Sergeant at Arms breakout session for Round 1: New Year Club Officer Training. The order of presentations for the full Club Officer Training: Hall of Fame slides shown before the training starts, Round 1: New Year General Session Part 1 followed by the individual club officer breakout sessions and ending with Round 1: New Year General Session Part 2. The Round 1: New Year General Session Parts 1 and 2 are presented to all club officers. </a:t>
            </a:r>
            <a:endParaRPr/>
          </a:p>
          <a:p>
            <a:pPr indent="-228600" lvl="0" marL="228600" rtl="0" algn="l">
              <a:lnSpc>
                <a:spcPct val="100000"/>
              </a:lnSpc>
              <a:spcBef>
                <a:spcPts val="600"/>
              </a:spcBef>
              <a:spcAft>
                <a:spcPts val="0"/>
              </a:spcAft>
              <a:buClr>
                <a:schemeClr val="dk1"/>
              </a:buClr>
              <a:buSzPts val="2000"/>
              <a:buChar char="•"/>
            </a:pPr>
            <a:r>
              <a:rPr b="1" lang="en-US" sz="2000"/>
              <a:t>Facilitator notes on each slide</a:t>
            </a:r>
            <a:r>
              <a:rPr lang="en-US" sz="2000"/>
              <a:t>: These notes begin with the estimated time to present the individual slide and then the overall elapsed session time. It is essential that you review the facilitator notes on each slide and practice delivering the presentation to familiarize yourself with the material and stay on time. Facilitator notes should be used as a guide rather than a script that must be stated “word-for-word”. Parentheses denote instructions for facilitators – what facilitators should “do”. </a:t>
            </a:r>
            <a:endParaRPr/>
          </a:p>
          <a:p>
            <a:pPr indent="-228600" lvl="0" marL="228600" rtl="0" algn="l">
              <a:lnSpc>
                <a:spcPct val="100000"/>
              </a:lnSpc>
              <a:spcBef>
                <a:spcPts val="600"/>
              </a:spcBef>
              <a:spcAft>
                <a:spcPts val="0"/>
              </a:spcAft>
              <a:buClr>
                <a:schemeClr val="dk1"/>
              </a:buClr>
              <a:buSzPts val="2000"/>
              <a:buChar char="•"/>
            </a:pPr>
            <a:r>
              <a:rPr b="1" lang="en-US" sz="2000">
                <a:latin typeface="Arial"/>
                <a:ea typeface="Arial"/>
                <a:cs typeface="Arial"/>
                <a:sym typeface="Arial"/>
              </a:rPr>
              <a:t>Interaction</a:t>
            </a:r>
            <a:r>
              <a:rPr b="0" lang="en-US" sz="2000">
                <a:latin typeface="Arial"/>
                <a:ea typeface="Arial"/>
                <a:cs typeface="Arial"/>
                <a:sym typeface="Arial"/>
              </a:rPr>
              <a:t>: To interact in online training, ask participants to enter their responses in the chat. Ask the Chat Master to share a few of the responses. If the training is physically in-person, ask a few of the participants to share their responses verbally. For interaction in a hybrid training, do both. </a:t>
            </a:r>
            <a:endParaRPr/>
          </a:p>
          <a:p>
            <a:pPr indent="-228600" lvl="0" marL="228600" rtl="0" algn="l">
              <a:lnSpc>
                <a:spcPct val="100000"/>
              </a:lnSpc>
              <a:spcBef>
                <a:spcPts val="600"/>
              </a:spcBef>
              <a:spcAft>
                <a:spcPts val="0"/>
              </a:spcAft>
              <a:buClr>
                <a:schemeClr val="dk1"/>
              </a:buClr>
              <a:buSzPts val="2000"/>
              <a:buChar char="•"/>
            </a:pPr>
            <a:r>
              <a:rPr b="1" lang="en-US" sz="2000"/>
              <a:t>Zoom/Chat Masters</a:t>
            </a:r>
            <a:r>
              <a:rPr lang="en-US" sz="2000"/>
              <a:t>: For online training, it is critical to have sufficient District technical support to manage the training. To facilitate interaction, please assign a Zoom/Chat Master to each session. </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2"/>
          <p:cNvSpPr txBox="1"/>
          <p:nvPr>
            <p:ph type="ctrTitle"/>
          </p:nvPr>
        </p:nvSpPr>
        <p:spPr>
          <a:xfrm>
            <a:off x="1524000" y="2922813"/>
            <a:ext cx="9144000" cy="1502229"/>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EEE9F"/>
              </a:buClr>
              <a:buSzPts val="4400"/>
              <a:buNone/>
            </a:pPr>
            <a:r>
              <a:rPr lang="en-US" sz="4400"/>
              <a:t>Sergeant at Arms </a:t>
            </a:r>
            <a:r>
              <a:rPr lang="en-US" sz="3600"/>
              <a:t>(SAA)</a:t>
            </a:r>
            <a:br>
              <a:rPr lang="en-US" sz="4400"/>
            </a:br>
            <a:r>
              <a:rPr lang="en-US" sz="3600"/>
              <a:t>Club Officer Training (COT)</a:t>
            </a:r>
            <a:endParaRPr sz="3600"/>
          </a:p>
        </p:txBody>
      </p:sp>
      <p:sp>
        <p:nvSpPr>
          <p:cNvPr id="986" name="Google Shape;986;p2"/>
          <p:cNvSpPr txBox="1"/>
          <p:nvPr/>
        </p:nvSpPr>
        <p:spPr>
          <a:xfrm>
            <a:off x="1524000" y="4506686"/>
            <a:ext cx="9144000" cy="60328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2400"/>
              <a:buFont typeface="Arial"/>
              <a:buNone/>
            </a:pPr>
            <a:r>
              <a:rPr b="0" i="0" lang="en-US" sz="2400" u="none" cap="none" strike="noStrike">
                <a:solidFill>
                  <a:schemeClr val="lt1"/>
                </a:solidFill>
                <a:latin typeface="Arial"/>
                <a:ea typeface="Arial"/>
                <a:cs typeface="Arial"/>
                <a:sym typeface="Arial"/>
              </a:rPr>
              <a:t>Round 1: New Year Training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1" name="Shape 991"/>
        <p:cNvGrpSpPr/>
        <p:nvPr/>
      </p:nvGrpSpPr>
      <p:grpSpPr>
        <a:xfrm>
          <a:off x="0" y="0"/>
          <a:ext cx="0" cy="0"/>
          <a:chOff x="0" y="0"/>
          <a:chExt cx="0" cy="0"/>
        </a:xfrm>
      </p:grpSpPr>
      <p:sp>
        <p:nvSpPr>
          <p:cNvPr id="992" name="Google Shape;992;p3"/>
          <p:cNvSpPr txBox="1"/>
          <p:nvPr/>
        </p:nvSpPr>
        <p:spPr>
          <a:xfrm>
            <a:off x="7010400" y="1828800"/>
            <a:ext cx="4410010" cy="3539388"/>
          </a:xfrm>
          <a:prstGeom prst="rect">
            <a:avLst/>
          </a:prstGeom>
          <a:solidFill>
            <a:srgbClr val="000000">
              <a:alpha val="25098"/>
            </a:srgbClr>
          </a:solidFill>
          <a:ln>
            <a:noFill/>
          </a:ln>
        </p:spPr>
        <p:txBody>
          <a:bodyPr anchorCtr="0" anchor="t" bIns="45675" lIns="360000" spcFirstLastPara="1" rIns="45675" wrap="square" tIns="45675">
            <a:spAutoFit/>
          </a:bodyPr>
          <a:lstStyle/>
          <a:p>
            <a:pPr indent="-285750" lvl="0" marL="285750" marR="0" rtl="0" algn="l">
              <a:spcBef>
                <a:spcPts val="0"/>
              </a:spcBef>
              <a:spcAft>
                <a:spcPts val="0"/>
              </a:spcAft>
              <a:buClr>
                <a:schemeClr val="lt1"/>
              </a:buClr>
              <a:buSzPts val="2800"/>
              <a:buFont typeface="Arial"/>
              <a:buChar char="•"/>
            </a:pPr>
            <a:r>
              <a:rPr b="0" i="0" lang="en-US" sz="2800" u="none" cap="none" strike="noStrike">
                <a:solidFill>
                  <a:schemeClr val="lt1"/>
                </a:solidFill>
                <a:latin typeface="Arial"/>
                <a:ea typeface="Arial"/>
                <a:cs typeface="Arial"/>
                <a:sym typeface="Arial"/>
              </a:rPr>
              <a:t>Why SAA?</a:t>
            </a:r>
            <a:endParaRPr/>
          </a:p>
          <a:p>
            <a:pPr indent="-285750" lvl="0" marL="285750" marR="0" rtl="0" algn="l">
              <a:spcBef>
                <a:spcPts val="0"/>
              </a:spcBef>
              <a:spcAft>
                <a:spcPts val="0"/>
              </a:spcAft>
              <a:buClr>
                <a:schemeClr val="lt1"/>
              </a:buClr>
              <a:buSzPts val="2800"/>
              <a:buFont typeface="Arial"/>
              <a:buChar char="•"/>
            </a:pPr>
            <a:r>
              <a:rPr b="0" i="0" lang="en-US" sz="2800" u="none" cap="none" strike="noStrike">
                <a:solidFill>
                  <a:schemeClr val="lt1"/>
                </a:solidFill>
                <a:latin typeface="Arial"/>
                <a:ea typeface="Arial"/>
                <a:cs typeface="Arial"/>
                <a:sym typeface="Arial"/>
              </a:rPr>
              <a:t>Club Success Cycle </a:t>
            </a:r>
            <a:endParaRPr/>
          </a:p>
          <a:p>
            <a:pPr indent="-285750" lvl="0" marL="285750" marR="0" rtl="0" algn="l">
              <a:spcBef>
                <a:spcPts val="0"/>
              </a:spcBef>
              <a:spcAft>
                <a:spcPts val="0"/>
              </a:spcAft>
              <a:buClr>
                <a:schemeClr val="lt1"/>
              </a:buClr>
              <a:buSzPts val="2800"/>
              <a:buFont typeface="Arial"/>
              <a:buChar char="•"/>
            </a:pPr>
            <a:r>
              <a:rPr b="0" i="0" lang="en-US" sz="2800" u="none" cap="none" strike="noStrike">
                <a:solidFill>
                  <a:schemeClr val="lt1"/>
                </a:solidFill>
                <a:latin typeface="Arial"/>
                <a:ea typeface="Arial"/>
                <a:cs typeface="Arial"/>
                <a:sym typeface="Arial"/>
              </a:rPr>
              <a:t>Transferable Skills</a:t>
            </a:r>
            <a:endParaRPr/>
          </a:p>
          <a:p>
            <a:pPr indent="-285750" lvl="0" marL="285750" marR="0" rtl="0" algn="l">
              <a:spcBef>
                <a:spcPts val="0"/>
              </a:spcBef>
              <a:spcAft>
                <a:spcPts val="0"/>
              </a:spcAft>
              <a:buClr>
                <a:schemeClr val="lt1"/>
              </a:buClr>
              <a:buSzPts val="2800"/>
              <a:buFont typeface="Arial"/>
              <a:buChar char="•"/>
            </a:pPr>
            <a:r>
              <a:rPr b="0" i="0" lang="en-US" sz="2800" u="none" cap="none" strike="noStrike">
                <a:solidFill>
                  <a:schemeClr val="lt1"/>
                </a:solidFill>
                <a:latin typeface="Arial"/>
                <a:ea typeface="Arial"/>
                <a:cs typeface="Arial"/>
                <a:sym typeface="Arial"/>
              </a:rPr>
              <a:t>Sergeant at Arms Responsibilities</a:t>
            </a:r>
            <a:endParaRPr b="0" i="0" sz="2800" u="none" cap="none" strike="noStrike">
              <a:solidFill>
                <a:schemeClr val="lt1"/>
              </a:solidFill>
              <a:latin typeface="Arial"/>
              <a:ea typeface="Arial"/>
              <a:cs typeface="Arial"/>
              <a:sym typeface="Arial"/>
            </a:endParaRPr>
          </a:p>
          <a:p>
            <a:pPr indent="-285750" lvl="0" marL="285750" marR="0" rtl="0" algn="l">
              <a:spcBef>
                <a:spcPts val="0"/>
              </a:spcBef>
              <a:spcAft>
                <a:spcPts val="0"/>
              </a:spcAft>
              <a:buClr>
                <a:schemeClr val="lt1"/>
              </a:buClr>
              <a:buSzPts val="2800"/>
              <a:buFont typeface="Arial"/>
              <a:buChar char="•"/>
            </a:pPr>
            <a:r>
              <a:rPr b="0" i="0" lang="en-US" sz="2800" u="none" cap="none" strike="noStrike">
                <a:solidFill>
                  <a:schemeClr val="lt1"/>
                </a:solidFill>
                <a:latin typeface="Arial"/>
                <a:ea typeface="Arial"/>
                <a:cs typeface="Arial"/>
                <a:sym typeface="Arial"/>
              </a:rPr>
              <a:t>Best Practices </a:t>
            </a:r>
            <a:endParaRPr b="0" i="0" sz="2800" u="none" cap="none" strike="noStrike">
              <a:solidFill>
                <a:schemeClr val="lt1"/>
              </a:solidFill>
              <a:latin typeface="Arial"/>
              <a:ea typeface="Arial"/>
              <a:cs typeface="Arial"/>
              <a:sym typeface="Arial"/>
            </a:endParaRPr>
          </a:p>
          <a:p>
            <a:pPr indent="-285750" lvl="0" marL="285750" marR="0" rtl="0" algn="l">
              <a:spcBef>
                <a:spcPts val="0"/>
              </a:spcBef>
              <a:spcAft>
                <a:spcPts val="0"/>
              </a:spcAft>
              <a:buClr>
                <a:schemeClr val="lt1"/>
              </a:buClr>
              <a:buSzPts val="2800"/>
              <a:buFont typeface="Arial"/>
              <a:buChar char="•"/>
            </a:pPr>
            <a:r>
              <a:rPr b="0" i="0" lang="en-US" sz="2800" u="none" cap="none" strike="noStrike">
                <a:solidFill>
                  <a:schemeClr val="lt1"/>
                </a:solidFill>
                <a:latin typeface="Arial"/>
                <a:ea typeface="Arial"/>
                <a:cs typeface="Arial"/>
                <a:sym typeface="Arial"/>
              </a:rPr>
              <a:t>Q&amp;A</a:t>
            </a:r>
            <a:endParaRPr/>
          </a:p>
          <a:p>
            <a:pPr indent="-285750" lvl="0" marL="285750" marR="0" rtl="0" algn="l">
              <a:spcBef>
                <a:spcPts val="0"/>
              </a:spcBef>
              <a:spcAft>
                <a:spcPts val="0"/>
              </a:spcAft>
              <a:buClr>
                <a:schemeClr val="lt1"/>
              </a:buClr>
              <a:buSzPts val="2800"/>
              <a:buFont typeface="Arial"/>
              <a:buChar char="•"/>
            </a:pPr>
            <a:r>
              <a:rPr b="0" i="0" lang="en-US" sz="2800" u="none" cap="none" strike="noStrike">
                <a:solidFill>
                  <a:schemeClr val="lt1"/>
                </a:solidFill>
                <a:latin typeface="Arial"/>
                <a:ea typeface="Arial"/>
                <a:cs typeface="Arial"/>
                <a:sym typeface="Arial"/>
              </a:rPr>
              <a:t>Next Steps</a:t>
            </a:r>
            <a:endParaRPr b="0" i="0" sz="28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7" name="Shape 997"/>
        <p:cNvGrpSpPr/>
        <p:nvPr/>
      </p:nvGrpSpPr>
      <p:grpSpPr>
        <a:xfrm>
          <a:off x="0" y="0"/>
          <a:ext cx="0" cy="0"/>
          <a:chOff x="0" y="0"/>
          <a:chExt cx="0" cy="0"/>
        </a:xfrm>
      </p:grpSpPr>
      <p:sp>
        <p:nvSpPr>
          <p:cNvPr id="998" name="Google Shape;998;p4"/>
          <p:cNvSpPr txBox="1"/>
          <p:nvPr>
            <p:ph type="title"/>
          </p:nvPr>
        </p:nvSpPr>
        <p:spPr>
          <a:xfrm>
            <a:off x="277934" y="295773"/>
            <a:ext cx="9969652" cy="649224"/>
          </a:xfrm>
          <a:prstGeom prst="rect">
            <a:avLst/>
          </a:prstGeom>
          <a:solidFill>
            <a:srgbClr val="547183">
              <a:alpha val="89804"/>
            </a:srgbClr>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EEE9F"/>
              </a:buClr>
              <a:buSzPts val="3600"/>
              <a:buNone/>
            </a:pPr>
            <a:r>
              <a:rPr lang="en-US">
                <a:solidFill>
                  <a:srgbClr val="FEEE9F"/>
                </a:solidFill>
              </a:rPr>
              <a:t>Why is the Sergeant at Arms role important?</a:t>
            </a:r>
            <a:endParaRPr/>
          </a:p>
        </p:txBody>
      </p:sp>
      <p:sp>
        <p:nvSpPr>
          <p:cNvPr id="999" name="Google Shape;999;p4"/>
          <p:cNvSpPr txBox="1"/>
          <p:nvPr>
            <p:ph idx="1" type="body"/>
          </p:nvPr>
        </p:nvSpPr>
        <p:spPr>
          <a:xfrm>
            <a:off x="277933" y="1805796"/>
            <a:ext cx="6602645" cy="313768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Font typeface="Noto Sans Symbols"/>
              <a:buChar char="▪"/>
            </a:pPr>
            <a:r>
              <a:rPr lang="en-US">
                <a:solidFill>
                  <a:schemeClr val="lt1"/>
                </a:solidFill>
              </a:rPr>
              <a:t>Sets the tone of the meeting</a:t>
            </a:r>
            <a:endParaRPr/>
          </a:p>
          <a:p>
            <a:pPr indent="-228600" lvl="0" marL="228600" rtl="0" algn="l">
              <a:lnSpc>
                <a:spcPct val="90000"/>
              </a:lnSpc>
              <a:spcBef>
                <a:spcPts val="1000"/>
              </a:spcBef>
              <a:spcAft>
                <a:spcPts val="0"/>
              </a:spcAft>
              <a:buClr>
                <a:schemeClr val="lt1"/>
              </a:buClr>
              <a:buSzPts val="2800"/>
              <a:buFont typeface="Noto Sans Symbols"/>
              <a:buChar char="▪"/>
            </a:pPr>
            <a:r>
              <a:rPr lang="en-US">
                <a:solidFill>
                  <a:schemeClr val="lt1"/>
                </a:solidFill>
              </a:rPr>
              <a:t>Foundation for a professional experience</a:t>
            </a:r>
            <a:endParaRPr/>
          </a:p>
          <a:p>
            <a:pPr indent="-228600" lvl="0" marL="228600" rtl="0" algn="l">
              <a:lnSpc>
                <a:spcPct val="90000"/>
              </a:lnSpc>
              <a:spcBef>
                <a:spcPts val="1000"/>
              </a:spcBef>
              <a:spcAft>
                <a:spcPts val="0"/>
              </a:spcAft>
              <a:buClr>
                <a:schemeClr val="lt1"/>
              </a:buClr>
              <a:buSzPts val="2800"/>
              <a:buFont typeface="Noto Sans Symbols"/>
              <a:buChar char="▪"/>
            </a:pPr>
            <a:r>
              <a:rPr lang="en-US">
                <a:solidFill>
                  <a:schemeClr val="lt1"/>
                </a:solidFill>
              </a:rPr>
              <a:t>Creates a welcoming environment</a:t>
            </a:r>
            <a:endParaRPr/>
          </a:p>
          <a:p>
            <a:pPr indent="-228600" lvl="0" marL="228600" rtl="0" algn="l">
              <a:lnSpc>
                <a:spcPct val="90000"/>
              </a:lnSpc>
              <a:spcBef>
                <a:spcPts val="1000"/>
              </a:spcBef>
              <a:spcAft>
                <a:spcPts val="0"/>
              </a:spcAft>
              <a:buClr>
                <a:schemeClr val="lt1"/>
              </a:buClr>
              <a:buSzPts val="2800"/>
              <a:buFont typeface="Noto Sans Symbols"/>
              <a:buChar char="▪"/>
            </a:pPr>
            <a:r>
              <a:rPr lang="en-US">
                <a:solidFill>
                  <a:schemeClr val="lt1"/>
                </a:solidFill>
              </a:rPr>
              <a:t>Keeps meetings on track</a:t>
            </a:r>
            <a:endParaRPr/>
          </a:p>
          <a:p>
            <a:pPr indent="-228600" lvl="0" marL="228600" rtl="0" algn="l">
              <a:lnSpc>
                <a:spcPct val="90000"/>
              </a:lnSpc>
              <a:spcBef>
                <a:spcPts val="1000"/>
              </a:spcBef>
              <a:spcAft>
                <a:spcPts val="0"/>
              </a:spcAft>
              <a:buClr>
                <a:schemeClr val="lt1"/>
              </a:buClr>
              <a:buSzPts val="2800"/>
              <a:buFont typeface="Noto Sans Symbols"/>
              <a:buChar char="▪"/>
            </a:pPr>
            <a:r>
              <a:rPr lang="en-US">
                <a:solidFill>
                  <a:schemeClr val="lt1"/>
                </a:solidFill>
              </a:rPr>
              <a:t>Embodies the Toastmasters brand</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0" st="0"/>
                                            </p:txEl>
                                          </p:spTgt>
                                        </p:tgtEl>
                                        <p:attrNameLst>
                                          <p:attrName>style.visibility</p:attrName>
                                        </p:attrNameLst>
                                      </p:cBhvr>
                                      <p:to>
                                        <p:strVal val="visible"/>
                                      </p:to>
                                    </p:set>
                                    <p:animEffect filter="fade" transition="in">
                                      <p:cBhvr>
                                        <p:cTn dur="500"/>
                                        <p:tgtEl>
                                          <p:spTgt spid="9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1" st="1"/>
                                            </p:txEl>
                                          </p:spTgt>
                                        </p:tgtEl>
                                        <p:attrNameLst>
                                          <p:attrName>style.visibility</p:attrName>
                                        </p:attrNameLst>
                                      </p:cBhvr>
                                      <p:to>
                                        <p:strVal val="visible"/>
                                      </p:to>
                                    </p:set>
                                    <p:animEffect filter="fade" transition="in">
                                      <p:cBhvr>
                                        <p:cTn dur="500"/>
                                        <p:tgtEl>
                                          <p:spTgt spid="9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2" st="2"/>
                                            </p:txEl>
                                          </p:spTgt>
                                        </p:tgtEl>
                                        <p:attrNameLst>
                                          <p:attrName>style.visibility</p:attrName>
                                        </p:attrNameLst>
                                      </p:cBhvr>
                                      <p:to>
                                        <p:strVal val="visible"/>
                                      </p:to>
                                    </p:set>
                                    <p:animEffect filter="fade" transition="in">
                                      <p:cBhvr>
                                        <p:cTn dur="500"/>
                                        <p:tgtEl>
                                          <p:spTgt spid="9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3" st="3"/>
                                            </p:txEl>
                                          </p:spTgt>
                                        </p:tgtEl>
                                        <p:attrNameLst>
                                          <p:attrName>style.visibility</p:attrName>
                                        </p:attrNameLst>
                                      </p:cBhvr>
                                      <p:to>
                                        <p:strVal val="visible"/>
                                      </p:to>
                                    </p:set>
                                    <p:animEffect filter="fade" transition="in">
                                      <p:cBhvr>
                                        <p:cTn dur="500"/>
                                        <p:tgtEl>
                                          <p:spTgt spid="9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4" st="4"/>
                                            </p:txEl>
                                          </p:spTgt>
                                        </p:tgtEl>
                                        <p:attrNameLst>
                                          <p:attrName>style.visibility</p:attrName>
                                        </p:attrNameLst>
                                      </p:cBhvr>
                                      <p:to>
                                        <p:strVal val="visible"/>
                                      </p:to>
                                    </p:set>
                                    <p:animEffect filter="fade" transition="in">
                                      <p:cBhvr>
                                        <p:cTn dur="500"/>
                                        <p:tgtEl>
                                          <p:spTgt spid="9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5" st="5"/>
                                            </p:txEl>
                                          </p:spTgt>
                                        </p:tgtEl>
                                        <p:attrNameLst>
                                          <p:attrName>style.visibility</p:attrName>
                                        </p:attrNameLst>
                                      </p:cBhvr>
                                      <p:to>
                                        <p:strVal val="visible"/>
                                      </p:to>
                                    </p:set>
                                    <p:animEffect filter="fade" transition="in">
                                      <p:cBhvr>
                                        <p:cTn dur="500"/>
                                        <p:tgtEl>
                                          <p:spTgt spid="9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6" st="6"/>
                                            </p:txEl>
                                          </p:spTgt>
                                        </p:tgtEl>
                                        <p:attrNameLst>
                                          <p:attrName>style.visibility</p:attrName>
                                        </p:attrNameLst>
                                      </p:cBhvr>
                                      <p:to>
                                        <p:strVal val="visible"/>
                                      </p:to>
                                    </p:set>
                                    <p:animEffect filter="fade" transition="in">
                                      <p:cBhvr>
                                        <p:cTn dur="500"/>
                                        <p:tgtEl>
                                          <p:spTgt spid="9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9">
                                            <p:txEl>
                                              <p:pRg end="7" st="7"/>
                                            </p:txEl>
                                          </p:spTgt>
                                        </p:tgtEl>
                                        <p:attrNameLst>
                                          <p:attrName>style.visibility</p:attrName>
                                        </p:attrNameLst>
                                      </p:cBhvr>
                                      <p:to>
                                        <p:strVal val="visible"/>
                                      </p:to>
                                    </p:set>
                                    <p:animEffect filter="fade" transition="in">
                                      <p:cBhvr>
                                        <p:cTn dur="500"/>
                                        <p:tgtEl>
                                          <p:spTgt spid="999">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5"/>
          <p:cNvSpPr txBox="1"/>
          <p:nvPr/>
        </p:nvSpPr>
        <p:spPr>
          <a:xfrm>
            <a:off x="277934" y="1809302"/>
            <a:ext cx="4646260" cy="4176890"/>
          </a:xfrm>
          <a:prstGeom prst="rect">
            <a:avLst/>
          </a:prstGeom>
          <a:noFill/>
          <a:ln>
            <a:noFill/>
          </a:ln>
        </p:spPr>
        <p:txBody>
          <a:bodyPr anchorCtr="0" anchor="t" bIns="45700" lIns="91425" spcFirstLastPara="1" rIns="91425" wrap="square" tIns="45700">
            <a:noAutofit/>
          </a:bodyPr>
          <a:lstStyle/>
          <a:p>
            <a:pPr indent="-228600" lvl="0" marL="228600" marR="0" rtl="0" algn="l">
              <a:lnSpc>
                <a:spcPct val="100000"/>
              </a:lnSpc>
              <a:spcBef>
                <a:spcPts val="0"/>
              </a:spcBef>
              <a:spcAft>
                <a:spcPts val="0"/>
              </a:spcAft>
              <a:buClr>
                <a:srgbClr val="0070C0"/>
              </a:buClr>
              <a:buSzPts val="2800"/>
              <a:buFont typeface="Noto Sans Symbols"/>
              <a:buChar char="▪"/>
            </a:pPr>
            <a:r>
              <a:rPr b="1" i="0" lang="en-US" sz="2800" u="none" cap="none" strike="noStrike">
                <a:solidFill>
                  <a:srgbClr val="0070C0"/>
                </a:solidFill>
                <a:latin typeface="Arial"/>
                <a:ea typeface="Arial"/>
                <a:cs typeface="Arial"/>
                <a:sym typeface="Arial"/>
              </a:rPr>
              <a:t>VPPR</a:t>
            </a:r>
            <a:endParaRPr/>
          </a:p>
          <a:p>
            <a:pPr indent="-228600" lvl="0" marL="228600" marR="0" rtl="0" algn="l">
              <a:lnSpc>
                <a:spcPct val="100000"/>
              </a:lnSpc>
              <a:spcBef>
                <a:spcPts val="600"/>
              </a:spcBef>
              <a:spcAft>
                <a:spcPts val="0"/>
              </a:spcAft>
              <a:buClr>
                <a:srgbClr val="3E3A2D"/>
              </a:buClr>
              <a:buSzPts val="2800"/>
              <a:buFont typeface="Noto Sans Symbols"/>
              <a:buChar char="▪"/>
            </a:pPr>
            <a:r>
              <a:rPr b="1" i="0" lang="en-US" sz="2800" u="none" cap="none" strike="noStrike">
                <a:solidFill>
                  <a:srgbClr val="3E3A2D"/>
                </a:solidFill>
                <a:latin typeface="Arial"/>
                <a:ea typeface="Arial"/>
                <a:cs typeface="Arial"/>
                <a:sym typeface="Arial"/>
              </a:rPr>
              <a:t>Sergeant at Arms</a:t>
            </a:r>
            <a:endParaRPr/>
          </a:p>
          <a:p>
            <a:pPr indent="-228600" lvl="0" marL="228600" marR="0" rtl="0" algn="l">
              <a:lnSpc>
                <a:spcPct val="100000"/>
              </a:lnSpc>
              <a:spcBef>
                <a:spcPts val="600"/>
              </a:spcBef>
              <a:spcAft>
                <a:spcPts val="0"/>
              </a:spcAft>
              <a:buClr>
                <a:srgbClr val="00B050"/>
              </a:buClr>
              <a:buSzPts val="2800"/>
              <a:buFont typeface="Noto Sans Symbols"/>
              <a:buChar char="▪"/>
            </a:pPr>
            <a:r>
              <a:rPr b="1" i="0" lang="en-US" sz="2800" u="none" cap="none" strike="noStrike">
                <a:solidFill>
                  <a:srgbClr val="00B050"/>
                </a:solidFill>
                <a:latin typeface="Arial"/>
                <a:ea typeface="Arial"/>
                <a:cs typeface="Arial"/>
                <a:sym typeface="Arial"/>
              </a:rPr>
              <a:t>VPM</a:t>
            </a:r>
            <a:endParaRPr/>
          </a:p>
          <a:p>
            <a:pPr indent="-228600" lvl="0" marL="228600" marR="0" rtl="0" algn="l">
              <a:lnSpc>
                <a:spcPct val="100000"/>
              </a:lnSpc>
              <a:spcBef>
                <a:spcPts val="600"/>
              </a:spcBef>
              <a:spcAft>
                <a:spcPts val="0"/>
              </a:spcAft>
              <a:buClr>
                <a:srgbClr val="FFC000"/>
              </a:buClr>
              <a:buSzPts val="2800"/>
              <a:buFont typeface="Noto Sans Symbols"/>
              <a:buChar char="▪"/>
            </a:pPr>
            <a:r>
              <a:rPr b="1" i="0" lang="en-US" sz="2800" u="none" cap="none" strike="noStrike">
                <a:solidFill>
                  <a:srgbClr val="FFC000"/>
                </a:solidFill>
                <a:latin typeface="Arial"/>
                <a:ea typeface="Arial"/>
                <a:cs typeface="Arial"/>
                <a:sym typeface="Arial"/>
              </a:rPr>
              <a:t>VPE</a:t>
            </a:r>
            <a:endParaRPr/>
          </a:p>
          <a:p>
            <a:pPr indent="-228600" lvl="0" marL="228600" marR="0" rtl="0" algn="l">
              <a:lnSpc>
                <a:spcPct val="100000"/>
              </a:lnSpc>
              <a:spcBef>
                <a:spcPts val="600"/>
              </a:spcBef>
              <a:spcAft>
                <a:spcPts val="0"/>
              </a:spcAft>
              <a:buClr>
                <a:srgbClr val="C00000"/>
              </a:buClr>
              <a:buSzPts val="2800"/>
              <a:buFont typeface="Noto Sans Symbols"/>
              <a:buChar char="▪"/>
            </a:pPr>
            <a:r>
              <a:rPr b="1" i="0" lang="en-US" sz="2800" u="none" cap="none" strike="noStrike">
                <a:solidFill>
                  <a:srgbClr val="C00000"/>
                </a:solidFill>
                <a:latin typeface="Arial"/>
                <a:ea typeface="Arial"/>
                <a:cs typeface="Arial"/>
                <a:sym typeface="Arial"/>
              </a:rPr>
              <a:t>President</a:t>
            </a:r>
            <a:endParaRPr/>
          </a:p>
          <a:p>
            <a:pPr indent="-228600" lvl="0" marL="228600" marR="0" rtl="0" algn="l">
              <a:lnSpc>
                <a:spcPct val="100000"/>
              </a:lnSpc>
              <a:spcBef>
                <a:spcPts val="600"/>
              </a:spcBef>
              <a:spcAft>
                <a:spcPts val="0"/>
              </a:spcAft>
              <a:buClr>
                <a:srgbClr val="3E3A2D"/>
              </a:buClr>
              <a:buSzPts val="2800"/>
              <a:buFont typeface="Noto Sans Symbols"/>
              <a:buChar char="▪"/>
            </a:pPr>
            <a:r>
              <a:rPr b="1" i="0" lang="en-US" sz="2800" u="none" cap="none" strike="noStrike">
                <a:solidFill>
                  <a:srgbClr val="3E3A2D"/>
                </a:solidFill>
                <a:latin typeface="Arial"/>
                <a:ea typeface="Arial"/>
                <a:cs typeface="Arial"/>
                <a:sym typeface="Arial"/>
              </a:rPr>
              <a:t>Secretary</a:t>
            </a:r>
            <a:endParaRPr/>
          </a:p>
          <a:p>
            <a:pPr indent="-228600" lvl="0" marL="228600" marR="0" rtl="0" algn="l">
              <a:lnSpc>
                <a:spcPct val="100000"/>
              </a:lnSpc>
              <a:spcBef>
                <a:spcPts val="600"/>
              </a:spcBef>
              <a:spcAft>
                <a:spcPts val="0"/>
              </a:spcAft>
              <a:buClr>
                <a:srgbClr val="3E3A2D"/>
              </a:buClr>
              <a:buSzPts val="2800"/>
              <a:buFont typeface="Noto Sans Symbols"/>
              <a:buChar char="▪"/>
            </a:pPr>
            <a:r>
              <a:rPr b="1" i="0" lang="en-US" sz="2800" u="none" cap="none" strike="noStrike">
                <a:solidFill>
                  <a:srgbClr val="3E3A2D"/>
                </a:solidFill>
                <a:latin typeface="Arial"/>
                <a:ea typeface="Arial"/>
                <a:cs typeface="Arial"/>
                <a:sym typeface="Arial"/>
              </a:rPr>
              <a:t>Treasurer</a:t>
            </a:r>
            <a:endParaRPr/>
          </a:p>
          <a:p>
            <a:pPr indent="-228600" lvl="0" marL="228600" marR="0" rtl="0" algn="l">
              <a:lnSpc>
                <a:spcPct val="100000"/>
              </a:lnSpc>
              <a:spcBef>
                <a:spcPts val="600"/>
              </a:spcBef>
              <a:spcAft>
                <a:spcPts val="0"/>
              </a:spcAft>
              <a:buClr>
                <a:srgbClr val="D86CCC"/>
              </a:buClr>
              <a:buSzPts val="2800"/>
              <a:buFont typeface="Noto Sans Symbols"/>
              <a:buChar char="▪"/>
            </a:pPr>
            <a:r>
              <a:rPr b="1" i="0" lang="en-US" sz="2800" u="none" cap="none" strike="noStrike">
                <a:solidFill>
                  <a:srgbClr val="D86CCC"/>
                </a:solidFill>
                <a:latin typeface="Arial"/>
                <a:ea typeface="Arial"/>
                <a:cs typeface="Arial"/>
                <a:sym typeface="Arial"/>
              </a:rPr>
              <a:t>Advocate – All Members</a:t>
            </a:r>
            <a:endParaRPr b="1" i="0" sz="2200" u="none" cap="none" strike="noStrike">
              <a:solidFill>
                <a:srgbClr val="D86CCC"/>
              </a:solidFill>
              <a:latin typeface="Arial"/>
              <a:ea typeface="Arial"/>
              <a:cs typeface="Arial"/>
              <a:sym typeface="Arial"/>
            </a:endParaRPr>
          </a:p>
        </p:txBody>
      </p:sp>
      <p:sp>
        <p:nvSpPr>
          <p:cNvPr id="1006" name="Google Shape;1006;p5"/>
          <p:cNvSpPr/>
          <p:nvPr/>
        </p:nvSpPr>
        <p:spPr>
          <a:xfrm>
            <a:off x="7896127" y="19115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Guest Interest</a:t>
            </a:r>
            <a:endParaRPr/>
          </a:p>
        </p:txBody>
      </p:sp>
      <p:sp>
        <p:nvSpPr>
          <p:cNvPr id="1007" name="Google Shape;1007;p5"/>
          <p:cNvSpPr/>
          <p:nvPr/>
        </p:nvSpPr>
        <p:spPr>
          <a:xfrm rot="1200000">
            <a:off x="9187437" y="900642"/>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08" name="Google Shape;1008;p5"/>
          <p:cNvSpPr/>
          <p:nvPr/>
        </p:nvSpPr>
        <p:spPr>
          <a:xfrm>
            <a:off x="9605774" y="81341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Research</a:t>
            </a:r>
            <a:r>
              <a:rPr b="0" i="0" lang="en-US" sz="1100" u="none" cap="none" strike="noStrike">
                <a:solidFill>
                  <a:srgbClr val="FFFFFF"/>
                </a:solidFill>
                <a:latin typeface="Arial"/>
                <a:ea typeface="Arial"/>
                <a:cs typeface="Arial"/>
                <a:sym typeface="Arial"/>
              </a:rPr>
              <a:t> </a:t>
            </a:r>
            <a:endParaRPr/>
          </a:p>
        </p:txBody>
      </p:sp>
      <p:sp>
        <p:nvSpPr>
          <p:cNvPr id="1009" name="Google Shape;1009;p5"/>
          <p:cNvSpPr/>
          <p:nvPr/>
        </p:nvSpPr>
        <p:spPr>
          <a:xfrm rot="3600000">
            <a:off x="10501108" y="1994807"/>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10" name="Google Shape;1010;p5"/>
          <p:cNvSpPr/>
          <p:nvPr/>
        </p:nvSpPr>
        <p:spPr>
          <a:xfrm>
            <a:off x="10515459" y="2389031"/>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0070C0"/>
              </a:gs>
              <a:gs pos="50000">
                <a:srgbClr val="005EAB"/>
              </a:gs>
              <a:gs pos="100000">
                <a:srgbClr val="00B050"/>
              </a:gs>
            </a:gsLst>
            <a:lin ang="5400000" scaled="0"/>
          </a:gra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Meeting</a:t>
            </a:r>
            <a:endParaRPr b="1" i="0" sz="1100" u="none" cap="none" strike="noStrike">
              <a:solidFill>
                <a:srgbClr val="FFFFFF"/>
              </a:solidFill>
              <a:latin typeface="Arial"/>
              <a:ea typeface="Arial"/>
              <a:cs typeface="Arial"/>
              <a:sym typeface="Arial"/>
            </a:endParaRPr>
          </a:p>
        </p:txBody>
      </p:sp>
      <p:sp>
        <p:nvSpPr>
          <p:cNvPr id="1011" name="Google Shape;1011;p5"/>
          <p:cNvSpPr/>
          <p:nvPr/>
        </p:nvSpPr>
        <p:spPr>
          <a:xfrm rot="-4800000">
            <a:off x="10804123" y="3677398"/>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12" name="Google Shape;1012;p5"/>
          <p:cNvSpPr/>
          <p:nvPr/>
        </p:nvSpPr>
        <p:spPr>
          <a:xfrm>
            <a:off x="10199528" y="4180760"/>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Member-ship</a:t>
            </a:r>
            <a:r>
              <a:rPr b="0" i="0" lang="en-US" sz="1200" u="none" cap="none" strike="noStrike">
                <a:solidFill>
                  <a:srgbClr val="FFFFFF"/>
                </a:solidFill>
                <a:latin typeface="Arial"/>
                <a:ea typeface="Arial"/>
                <a:cs typeface="Arial"/>
                <a:sym typeface="Arial"/>
              </a:rPr>
              <a:t> </a:t>
            </a:r>
            <a:endParaRPr/>
          </a:p>
        </p:txBody>
      </p:sp>
      <p:sp>
        <p:nvSpPr>
          <p:cNvPr id="1013" name="Google Shape;1013;p5"/>
          <p:cNvSpPr/>
          <p:nvPr/>
        </p:nvSpPr>
        <p:spPr>
          <a:xfrm rot="-2400000">
            <a:off x="9954697" y="5161111"/>
            <a:ext cx="321906"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14" name="Google Shape;1014;p5"/>
          <p:cNvSpPr/>
          <p:nvPr/>
        </p:nvSpPr>
        <p:spPr>
          <a:xfrm>
            <a:off x="8805812"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Orientation</a:t>
            </a:r>
            <a:r>
              <a:rPr b="0" i="0" lang="en-US" sz="1100" u="none" cap="none" strike="noStrike">
                <a:solidFill>
                  <a:srgbClr val="FFFFFF"/>
                </a:solidFill>
                <a:latin typeface="Arial"/>
                <a:ea typeface="Arial"/>
                <a:cs typeface="Arial"/>
                <a:sym typeface="Arial"/>
              </a:rPr>
              <a:t> </a:t>
            </a:r>
            <a:endParaRPr/>
          </a:p>
        </p:txBody>
      </p:sp>
      <p:sp>
        <p:nvSpPr>
          <p:cNvPr id="1015" name="Google Shape;1015;p5"/>
          <p:cNvSpPr/>
          <p:nvPr/>
        </p:nvSpPr>
        <p:spPr>
          <a:xfrm>
            <a:off x="8350285" y="5751701"/>
            <a:ext cx="321905"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16" name="Google Shape;1016;p5"/>
          <p:cNvSpPr/>
          <p:nvPr/>
        </p:nvSpPr>
        <p:spPr>
          <a:xfrm>
            <a:off x="6986443"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00BD4E"/>
              </a:gs>
            </a:gsLst>
            <a:lin ang="27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Mentoring</a:t>
            </a:r>
            <a:r>
              <a:rPr b="0" i="0" lang="en-US" sz="1100" u="none" cap="none" strike="noStrike">
                <a:solidFill>
                  <a:srgbClr val="FFFFFF"/>
                </a:solidFill>
                <a:latin typeface="Arial"/>
                <a:ea typeface="Arial"/>
                <a:cs typeface="Arial"/>
                <a:sym typeface="Arial"/>
              </a:rPr>
              <a:t> </a:t>
            </a:r>
            <a:endParaRPr/>
          </a:p>
        </p:txBody>
      </p:sp>
      <p:sp>
        <p:nvSpPr>
          <p:cNvPr id="1017" name="Google Shape;1017;p5"/>
          <p:cNvSpPr/>
          <p:nvPr/>
        </p:nvSpPr>
        <p:spPr>
          <a:xfrm rot="2400000">
            <a:off x="6741611" y="5172824"/>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18" name="Google Shape;1018;p5"/>
          <p:cNvSpPr/>
          <p:nvPr/>
        </p:nvSpPr>
        <p:spPr>
          <a:xfrm>
            <a:off x="5592727" y="4180760"/>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C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Pathways</a:t>
            </a:r>
            <a:r>
              <a:rPr b="0" i="0" lang="en-US" sz="1100" u="none" cap="none" strike="noStrike">
                <a:solidFill>
                  <a:srgbClr val="FFFFFF"/>
                </a:solidFill>
                <a:latin typeface="Arial"/>
                <a:ea typeface="Arial"/>
                <a:cs typeface="Arial"/>
                <a:sym typeface="Arial"/>
              </a:rPr>
              <a:t>   </a:t>
            </a:r>
            <a:endParaRPr/>
          </a:p>
        </p:txBody>
      </p:sp>
      <p:sp>
        <p:nvSpPr>
          <p:cNvPr id="1019" name="Google Shape;1019;p5"/>
          <p:cNvSpPr/>
          <p:nvPr/>
        </p:nvSpPr>
        <p:spPr>
          <a:xfrm rot="4800000">
            <a:off x="5881391" y="3695343"/>
            <a:ext cx="321905"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AAAEB6"/>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20" name="Google Shape;1020;p5"/>
          <p:cNvSpPr/>
          <p:nvPr/>
        </p:nvSpPr>
        <p:spPr>
          <a:xfrm>
            <a:off x="5276796" y="2389031"/>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C00000"/>
              </a:gs>
            </a:gsLst>
            <a:lin ang="189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Engage-ment</a:t>
            </a:r>
            <a:endParaRPr/>
          </a:p>
        </p:txBody>
      </p:sp>
      <p:sp>
        <p:nvSpPr>
          <p:cNvPr id="1021" name="Google Shape;1021;p5"/>
          <p:cNvSpPr/>
          <p:nvPr/>
        </p:nvSpPr>
        <p:spPr>
          <a:xfrm rot="-3600000">
            <a:off x="6172131" y="2010587"/>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22" name="Google Shape;1022;p5"/>
          <p:cNvSpPr/>
          <p:nvPr/>
        </p:nvSpPr>
        <p:spPr>
          <a:xfrm>
            <a:off x="6186481" y="81341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C0000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Leadership</a:t>
            </a:r>
            <a:endParaRPr/>
          </a:p>
        </p:txBody>
      </p:sp>
      <p:sp>
        <p:nvSpPr>
          <p:cNvPr id="1023" name="Google Shape;1023;p5"/>
          <p:cNvSpPr/>
          <p:nvPr/>
        </p:nvSpPr>
        <p:spPr>
          <a:xfrm rot="-1200000">
            <a:off x="7477790" y="906873"/>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AAAEB6"/>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24" name="Google Shape;1024;p5"/>
          <p:cNvSpPr/>
          <p:nvPr/>
        </p:nvSpPr>
        <p:spPr>
          <a:xfrm>
            <a:off x="7861941" y="2668800"/>
            <a:ext cx="1482956" cy="15204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66FF"/>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Advocate</a:t>
            </a:r>
            <a:r>
              <a:rPr b="0" i="0" lang="en-US" sz="1600" u="none" cap="none" strike="noStrike">
                <a:solidFill>
                  <a:srgbClr val="FFFFFF"/>
                </a:solidFill>
                <a:latin typeface="Arial"/>
                <a:ea typeface="Arial"/>
                <a:cs typeface="Arial"/>
                <a:sym typeface="Arial"/>
              </a:rPr>
              <a:t> </a:t>
            </a:r>
            <a:endParaRPr/>
          </a:p>
        </p:txBody>
      </p:sp>
      <p:sp>
        <p:nvSpPr>
          <p:cNvPr id="1025" name="Google Shape;1025;p5"/>
          <p:cNvSpPr txBox="1"/>
          <p:nvPr>
            <p:ph type="title"/>
          </p:nvPr>
        </p:nvSpPr>
        <p:spPr>
          <a:xfrm>
            <a:off x="304800" y="356938"/>
            <a:ext cx="5700720" cy="145236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solidFill>
                  <a:schemeClr val="dk1"/>
                </a:solidFill>
              </a:rPr>
              <a:t>Club Success Cycle – Sergeant at Arms (SAA)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0" name="Shape 1030"/>
        <p:cNvGrpSpPr/>
        <p:nvPr/>
      </p:nvGrpSpPr>
      <p:grpSpPr>
        <a:xfrm>
          <a:off x="0" y="0"/>
          <a:ext cx="0" cy="0"/>
          <a:chOff x="0" y="0"/>
          <a:chExt cx="0" cy="0"/>
        </a:xfrm>
      </p:grpSpPr>
      <p:sp>
        <p:nvSpPr>
          <p:cNvPr id="1031" name="Google Shape;1031;p6"/>
          <p:cNvSpPr txBox="1"/>
          <p:nvPr>
            <p:ph type="title"/>
          </p:nvPr>
        </p:nvSpPr>
        <p:spPr>
          <a:xfrm>
            <a:off x="304800" y="356938"/>
            <a:ext cx="11484000" cy="6450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lang="en-US">
                <a:solidFill>
                  <a:schemeClr val="dk1"/>
                </a:solidFill>
              </a:rPr>
              <a:t>Club Success Cycle – SAA</a:t>
            </a:r>
            <a:endParaRPr/>
          </a:p>
        </p:txBody>
      </p:sp>
      <p:grpSp>
        <p:nvGrpSpPr>
          <p:cNvPr id="1032" name="Google Shape;1032;p6"/>
          <p:cNvGrpSpPr/>
          <p:nvPr/>
        </p:nvGrpSpPr>
        <p:grpSpPr>
          <a:xfrm>
            <a:off x="5229726" y="162087"/>
            <a:ext cx="6559073" cy="6338975"/>
            <a:chOff x="5276796" y="191152"/>
            <a:chExt cx="6450663" cy="6371075"/>
          </a:xfrm>
        </p:grpSpPr>
        <p:sp>
          <p:nvSpPr>
            <p:cNvPr id="1033" name="Google Shape;1033;p6"/>
            <p:cNvSpPr/>
            <p:nvPr/>
          </p:nvSpPr>
          <p:spPr>
            <a:xfrm>
              <a:off x="7896127" y="19115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Guest Interest</a:t>
              </a:r>
              <a:endParaRPr/>
            </a:p>
          </p:txBody>
        </p:sp>
        <p:sp>
          <p:nvSpPr>
            <p:cNvPr id="1034" name="Google Shape;1034;p6"/>
            <p:cNvSpPr/>
            <p:nvPr/>
          </p:nvSpPr>
          <p:spPr>
            <a:xfrm rot="1200000">
              <a:off x="9187437" y="900642"/>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35" name="Google Shape;1035;p6"/>
            <p:cNvSpPr/>
            <p:nvPr/>
          </p:nvSpPr>
          <p:spPr>
            <a:xfrm>
              <a:off x="9605774" y="81341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70C0">
                <a:alpha val="20000"/>
              </a:srgbClr>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Research</a:t>
              </a:r>
              <a:r>
                <a:rPr b="0" i="0" lang="en-US" sz="1100" u="none" cap="none" strike="noStrike">
                  <a:solidFill>
                    <a:srgbClr val="FFFFFF"/>
                  </a:solidFill>
                  <a:latin typeface="Arial"/>
                  <a:ea typeface="Arial"/>
                  <a:cs typeface="Arial"/>
                  <a:sym typeface="Arial"/>
                </a:rPr>
                <a:t> </a:t>
              </a:r>
              <a:endParaRPr/>
            </a:p>
          </p:txBody>
        </p:sp>
        <p:sp>
          <p:nvSpPr>
            <p:cNvPr id="1036" name="Google Shape;1036;p6"/>
            <p:cNvSpPr/>
            <p:nvPr/>
          </p:nvSpPr>
          <p:spPr>
            <a:xfrm rot="3600000">
              <a:off x="10501108" y="1994807"/>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37" name="Google Shape;1037;p6"/>
            <p:cNvSpPr/>
            <p:nvPr/>
          </p:nvSpPr>
          <p:spPr>
            <a:xfrm>
              <a:off x="10515459" y="2389031"/>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0070C0"/>
                </a:gs>
                <a:gs pos="50000">
                  <a:srgbClr val="005EAB"/>
                </a:gs>
                <a:gs pos="100000">
                  <a:srgbClr val="00B050"/>
                </a:gs>
              </a:gsLst>
              <a:lin ang="5400000" scaled="0"/>
            </a:gra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Meeting</a:t>
              </a:r>
              <a:endParaRPr b="1" i="0" sz="1100" u="none" cap="none" strike="noStrike">
                <a:solidFill>
                  <a:srgbClr val="FFFFFF"/>
                </a:solidFill>
                <a:latin typeface="Arial"/>
                <a:ea typeface="Arial"/>
                <a:cs typeface="Arial"/>
                <a:sym typeface="Arial"/>
              </a:endParaRPr>
            </a:p>
          </p:txBody>
        </p:sp>
        <p:sp>
          <p:nvSpPr>
            <p:cNvPr id="1038" name="Google Shape;1038;p6"/>
            <p:cNvSpPr/>
            <p:nvPr/>
          </p:nvSpPr>
          <p:spPr>
            <a:xfrm rot="-4800000">
              <a:off x="10804123" y="3677398"/>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39" name="Google Shape;1039;p6"/>
            <p:cNvSpPr/>
            <p:nvPr/>
          </p:nvSpPr>
          <p:spPr>
            <a:xfrm>
              <a:off x="10199528" y="4180760"/>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Member-ship</a:t>
              </a:r>
              <a:r>
                <a:rPr b="0" i="0" lang="en-US" sz="1200" u="none" cap="none" strike="noStrike">
                  <a:solidFill>
                    <a:srgbClr val="FFFFFF"/>
                  </a:solidFill>
                  <a:latin typeface="Arial"/>
                  <a:ea typeface="Arial"/>
                  <a:cs typeface="Arial"/>
                  <a:sym typeface="Arial"/>
                </a:rPr>
                <a:t> </a:t>
              </a:r>
              <a:endParaRPr/>
            </a:p>
          </p:txBody>
        </p:sp>
        <p:sp>
          <p:nvSpPr>
            <p:cNvPr id="1040" name="Google Shape;1040;p6"/>
            <p:cNvSpPr/>
            <p:nvPr/>
          </p:nvSpPr>
          <p:spPr>
            <a:xfrm rot="-2400000">
              <a:off x="9954697" y="5161111"/>
              <a:ext cx="321906"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41" name="Google Shape;1041;p6"/>
            <p:cNvSpPr/>
            <p:nvPr/>
          </p:nvSpPr>
          <p:spPr>
            <a:xfrm>
              <a:off x="8805812"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00B050"/>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Orientation</a:t>
              </a:r>
              <a:r>
                <a:rPr b="0" i="0" lang="en-US" sz="1100" u="none" cap="none" strike="noStrike">
                  <a:solidFill>
                    <a:srgbClr val="FFFFFF"/>
                  </a:solidFill>
                  <a:latin typeface="Arial"/>
                  <a:ea typeface="Arial"/>
                  <a:cs typeface="Arial"/>
                  <a:sym typeface="Arial"/>
                </a:rPr>
                <a:t> </a:t>
              </a:r>
              <a:endParaRPr/>
            </a:p>
          </p:txBody>
        </p:sp>
        <p:sp>
          <p:nvSpPr>
            <p:cNvPr id="1042" name="Google Shape;1042;p6"/>
            <p:cNvSpPr/>
            <p:nvPr/>
          </p:nvSpPr>
          <p:spPr>
            <a:xfrm>
              <a:off x="8350285" y="5751701"/>
              <a:ext cx="321905" cy="409050"/>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43" name="Google Shape;1043;p6"/>
            <p:cNvSpPr/>
            <p:nvPr/>
          </p:nvSpPr>
          <p:spPr>
            <a:xfrm>
              <a:off x="6986443" y="5350227"/>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00BD4E"/>
                </a:gs>
              </a:gsLst>
              <a:lin ang="27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Mentoring</a:t>
              </a:r>
              <a:r>
                <a:rPr b="0" i="0" lang="en-US" sz="1100" u="none" cap="none" strike="noStrike">
                  <a:solidFill>
                    <a:srgbClr val="FFFFFF"/>
                  </a:solidFill>
                  <a:latin typeface="Arial"/>
                  <a:ea typeface="Arial"/>
                  <a:cs typeface="Arial"/>
                  <a:sym typeface="Arial"/>
                </a:rPr>
                <a:t> </a:t>
              </a:r>
              <a:endParaRPr/>
            </a:p>
          </p:txBody>
        </p:sp>
        <p:sp>
          <p:nvSpPr>
            <p:cNvPr id="1044" name="Google Shape;1044;p6"/>
            <p:cNvSpPr/>
            <p:nvPr/>
          </p:nvSpPr>
          <p:spPr>
            <a:xfrm rot="2400000">
              <a:off x="6741611" y="5172824"/>
              <a:ext cx="321906"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45" name="Google Shape;1045;p6"/>
            <p:cNvSpPr/>
            <p:nvPr/>
          </p:nvSpPr>
          <p:spPr>
            <a:xfrm>
              <a:off x="5592727" y="4180760"/>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C000">
                <a:alpha val="20000"/>
              </a:srgbClr>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Pathways</a:t>
              </a:r>
              <a:r>
                <a:rPr b="0" i="0" lang="en-US" sz="1100" u="none" cap="none" strike="noStrike">
                  <a:solidFill>
                    <a:srgbClr val="FFFFFF"/>
                  </a:solidFill>
                  <a:latin typeface="Arial"/>
                  <a:ea typeface="Arial"/>
                  <a:cs typeface="Arial"/>
                  <a:sym typeface="Arial"/>
                </a:rPr>
                <a:t>   </a:t>
              </a:r>
              <a:endParaRPr/>
            </a:p>
          </p:txBody>
        </p:sp>
        <p:sp>
          <p:nvSpPr>
            <p:cNvPr id="1046" name="Google Shape;1046;p6"/>
            <p:cNvSpPr/>
            <p:nvPr/>
          </p:nvSpPr>
          <p:spPr>
            <a:xfrm rot="4800000">
              <a:off x="5881391" y="3695343"/>
              <a:ext cx="321905" cy="409049"/>
            </a:xfrm>
            <a:custGeom>
              <a:rect b="b" l="l" r="r" t="t"/>
              <a:pathLst>
                <a:path extrusionOk="0" h="441764" w="347650">
                  <a:moveTo>
                    <a:pt x="347650" y="353411"/>
                  </a:moveTo>
                  <a:lnTo>
                    <a:pt x="173825" y="353411"/>
                  </a:lnTo>
                  <a:lnTo>
                    <a:pt x="173825" y="441764"/>
                  </a:lnTo>
                  <a:lnTo>
                    <a:pt x="0" y="220882"/>
                  </a:lnTo>
                  <a:lnTo>
                    <a:pt x="173825" y="0"/>
                  </a:lnTo>
                  <a:lnTo>
                    <a:pt x="173825" y="88353"/>
                  </a:lnTo>
                  <a:lnTo>
                    <a:pt x="347650" y="88353"/>
                  </a:lnTo>
                  <a:lnTo>
                    <a:pt x="347650" y="353411"/>
                  </a:lnTo>
                  <a:close/>
                </a:path>
              </a:pathLst>
            </a:custGeom>
            <a:solidFill>
              <a:srgbClr val="D3DDE5"/>
            </a:solidFill>
            <a:ln>
              <a:noFill/>
            </a:ln>
          </p:spPr>
          <p:txBody>
            <a:bodyPr anchorCtr="0" anchor="ctr" bIns="88350" lIns="104275" spcFirstLastPara="1" rIns="0"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47" name="Google Shape;1047;p6"/>
            <p:cNvSpPr/>
            <p:nvPr/>
          </p:nvSpPr>
          <p:spPr>
            <a:xfrm>
              <a:off x="5276796" y="2389031"/>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gradFill>
              <a:gsLst>
                <a:gs pos="0">
                  <a:srgbClr val="FFC000"/>
                </a:gs>
                <a:gs pos="100000">
                  <a:srgbClr val="C00000"/>
                </a:gs>
              </a:gsLst>
              <a:lin ang="18900000" scaled="0"/>
            </a:gra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200"/>
                <a:buFont typeface="Arial"/>
                <a:buNone/>
              </a:pPr>
              <a:r>
                <a:rPr b="1" i="0" lang="en-US" sz="1200" u="none" cap="none" strike="noStrike">
                  <a:solidFill>
                    <a:srgbClr val="FFFFFF"/>
                  </a:solidFill>
                  <a:latin typeface="Arial"/>
                  <a:ea typeface="Arial"/>
                  <a:cs typeface="Arial"/>
                  <a:sym typeface="Arial"/>
                </a:rPr>
                <a:t>Engage-ment</a:t>
              </a:r>
              <a:endParaRPr/>
            </a:p>
          </p:txBody>
        </p:sp>
        <p:sp>
          <p:nvSpPr>
            <p:cNvPr id="1048" name="Google Shape;1048;p6"/>
            <p:cNvSpPr/>
            <p:nvPr/>
          </p:nvSpPr>
          <p:spPr>
            <a:xfrm rot="-3600000">
              <a:off x="6172131" y="2010587"/>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49" name="Google Shape;1049;p6"/>
            <p:cNvSpPr/>
            <p:nvPr/>
          </p:nvSpPr>
          <p:spPr>
            <a:xfrm>
              <a:off x="6186481" y="813412"/>
              <a:ext cx="1212000" cy="12120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C00000">
                <a:alpha val="20000"/>
              </a:srgbClr>
            </a:solidFill>
            <a:ln>
              <a:noFill/>
            </a:ln>
          </p:spPr>
          <p:txBody>
            <a:bodyPr anchorCtr="0" anchor="ctr" bIns="206925" lIns="206925" spcFirstLastPara="1" rIns="206925" wrap="square" tIns="206925">
              <a:noAutofit/>
            </a:bodyPr>
            <a:lstStyle/>
            <a:p>
              <a:pPr indent="0" lvl="0" marL="0" marR="0" rtl="0" algn="ctr">
                <a:lnSpc>
                  <a:spcPct val="90000"/>
                </a:lnSpc>
                <a:spcBef>
                  <a:spcPts val="0"/>
                </a:spcBef>
                <a:spcAft>
                  <a:spcPts val="0"/>
                </a:spcAft>
                <a:buClr>
                  <a:srgbClr val="FFFFFF"/>
                </a:buClr>
                <a:buSzPts val="1100"/>
                <a:buFont typeface="Arial"/>
                <a:buNone/>
              </a:pPr>
              <a:r>
                <a:rPr b="1" i="0" lang="en-US" sz="1100" u="none" cap="none" strike="noStrike">
                  <a:solidFill>
                    <a:srgbClr val="FFFFFF"/>
                  </a:solidFill>
                  <a:latin typeface="Arial"/>
                  <a:ea typeface="Arial"/>
                  <a:cs typeface="Arial"/>
                  <a:sym typeface="Arial"/>
                </a:rPr>
                <a:t>Leadership</a:t>
              </a:r>
              <a:endParaRPr/>
            </a:p>
          </p:txBody>
        </p:sp>
        <p:sp>
          <p:nvSpPr>
            <p:cNvPr id="1050" name="Google Shape;1050;p6"/>
            <p:cNvSpPr/>
            <p:nvPr/>
          </p:nvSpPr>
          <p:spPr>
            <a:xfrm rot="-1200000">
              <a:off x="7477790" y="906873"/>
              <a:ext cx="321905" cy="409049"/>
            </a:xfrm>
            <a:custGeom>
              <a:rect b="b" l="l" r="r" t="t"/>
              <a:pathLst>
                <a:path extrusionOk="0" h="441764" w="347650">
                  <a:moveTo>
                    <a:pt x="0" y="88353"/>
                  </a:moveTo>
                  <a:lnTo>
                    <a:pt x="173825" y="88353"/>
                  </a:lnTo>
                  <a:lnTo>
                    <a:pt x="173825" y="0"/>
                  </a:lnTo>
                  <a:lnTo>
                    <a:pt x="347650" y="220882"/>
                  </a:lnTo>
                  <a:lnTo>
                    <a:pt x="173825" y="441764"/>
                  </a:lnTo>
                  <a:lnTo>
                    <a:pt x="173825" y="353411"/>
                  </a:lnTo>
                  <a:lnTo>
                    <a:pt x="0" y="353411"/>
                  </a:lnTo>
                  <a:lnTo>
                    <a:pt x="0" y="88353"/>
                  </a:lnTo>
                  <a:close/>
                </a:path>
              </a:pathLst>
            </a:custGeom>
            <a:solidFill>
              <a:srgbClr val="D3DDE5"/>
            </a:solidFill>
            <a:ln>
              <a:noFill/>
            </a:ln>
          </p:spPr>
          <p:txBody>
            <a:bodyPr anchorCtr="0" anchor="ctr" bIns="88350" lIns="0" spcFirstLastPara="1" rIns="104275" wrap="square" tIns="88350">
              <a:noAutofit/>
            </a:bodyPr>
            <a:lstStyle/>
            <a:p>
              <a:pPr indent="0" lvl="0" marL="0" marR="0" rtl="0" algn="ctr">
                <a:lnSpc>
                  <a:spcPct val="90000"/>
                </a:lnSpc>
                <a:spcBef>
                  <a:spcPts val="0"/>
                </a:spcBef>
                <a:spcAft>
                  <a:spcPts val="0"/>
                </a:spcAft>
                <a:buClr>
                  <a:schemeClr val="lt1"/>
                </a:buClr>
                <a:buSzPts val="1100"/>
                <a:buFont typeface="Arial"/>
                <a:buNone/>
              </a:pPr>
              <a:r>
                <a:t/>
              </a:r>
              <a:endParaRPr b="0" i="0" sz="1100" u="none" cap="none" strike="noStrike">
                <a:solidFill>
                  <a:srgbClr val="FFFFFF"/>
                </a:solidFill>
                <a:latin typeface="Arial"/>
                <a:ea typeface="Arial"/>
                <a:cs typeface="Arial"/>
                <a:sym typeface="Arial"/>
              </a:endParaRPr>
            </a:p>
          </p:txBody>
        </p:sp>
        <p:sp>
          <p:nvSpPr>
            <p:cNvPr id="1051" name="Google Shape;1051;p6"/>
            <p:cNvSpPr/>
            <p:nvPr/>
          </p:nvSpPr>
          <p:spPr>
            <a:xfrm>
              <a:off x="7861941" y="2668800"/>
              <a:ext cx="1482956" cy="1520400"/>
            </a:xfrm>
            <a:custGeom>
              <a:rect b="b" l="l" r="r" t="t"/>
              <a:pathLst>
                <a:path extrusionOk="0" h="1308933" w="1308933">
                  <a:moveTo>
                    <a:pt x="0" y="654467"/>
                  </a:moveTo>
                  <a:cubicBezTo>
                    <a:pt x="0" y="293015"/>
                    <a:pt x="293015" y="0"/>
                    <a:pt x="654467" y="0"/>
                  </a:cubicBezTo>
                  <a:cubicBezTo>
                    <a:pt x="1015919" y="0"/>
                    <a:pt x="1308934" y="293015"/>
                    <a:pt x="1308934" y="654467"/>
                  </a:cubicBezTo>
                  <a:cubicBezTo>
                    <a:pt x="1308934" y="1015919"/>
                    <a:pt x="1015919" y="1308934"/>
                    <a:pt x="654467" y="1308934"/>
                  </a:cubicBezTo>
                  <a:cubicBezTo>
                    <a:pt x="293015" y="1308934"/>
                    <a:pt x="0" y="1015919"/>
                    <a:pt x="0" y="654467"/>
                  </a:cubicBezTo>
                  <a:close/>
                </a:path>
              </a:pathLst>
            </a:custGeom>
            <a:solidFill>
              <a:srgbClr val="FF66FF"/>
            </a:solidFill>
            <a:ln>
              <a:noFill/>
            </a:ln>
          </p:spPr>
          <p:txBody>
            <a:bodyPr anchorCtr="0" anchor="ctr" bIns="209450" lIns="209450" spcFirstLastPara="1" rIns="209450" wrap="square" tIns="209450">
              <a:noAutofit/>
            </a:bodyPr>
            <a:lstStyle/>
            <a:p>
              <a:pPr indent="0" lvl="0" marL="0" marR="0" rtl="0" algn="ctr">
                <a:lnSpc>
                  <a:spcPct val="90000"/>
                </a:lnSpc>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Advocate</a:t>
              </a:r>
              <a:r>
                <a:rPr b="0" i="0" lang="en-US" sz="1600" u="none" cap="none" strike="noStrike">
                  <a:solidFill>
                    <a:srgbClr val="FFFFFF"/>
                  </a:solidFill>
                  <a:latin typeface="Arial"/>
                  <a:ea typeface="Arial"/>
                  <a:cs typeface="Arial"/>
                  <a:sym typeface="Arial"/>
                </a:rPr>
                <a:t> </a:t>
              </a:r>
              <a:endParaRPr/>
            </a:p>
          </p:txBody>
        </p:sp>
        <p:sp>
          <p:nvSpPr>
            <p:cNvPr id="1052" name="Google Shape;1052;p6"/>
            <p:cNvSpPr/>
            <p:nvPr/>
          </p:nvSpPr>
          <p:spPr>
            <a:xfrm>
              <a:off x="6973518" y="5357590"/>
              <a:ext cx="1230221" cy="1169468"/>
            </a:xfrm>
            <a:prstGeom prst="ellipse">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grpSp>
      <p:sp>
        <p:nvSpPr>
          <p:cNvPr id="1053" name="Google Shape;1053;p6"/>
          <p:cNvSpPr txBox="1"/>
          <p:nvPr/>
        </p:nvSpPr>
        <p:spPr>
          <a:xfrm>
            <a:off x="277934" y="1765712"/>
            <a:ext cx="5088263" cy="3845169"/>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800000"/>
              </a:buClr>
              <a:buSzPts val="2436"/>
              <a:buFont typeface="Noto Sans Symbols"/>
              <a:buChar char="▪"/>
            </a:pPr>
            <a:r>
              <a:rPr b="0" i="0" lang="en-US" sz="2800" u="none" cap="none" strike="noStrike">
                <a:solidFill>
                  <a:schemeClr val="dk1"/>
                </a:solidFill>
                <a:latin typeface="Arial"/>
                <a:ea typeface="Arial"/>
                <a:cs typeface="Arial"/>
                <a:sym typeface="Arial"/>
              </a:rPr>
              <a:t>Creates a welcoming meeting environment</a:t>
            </a:r>
            <a:endParaRPr/>
          </a:p>
          <a:p>
            <a:pPr indent="-342900" lvl="0" marL="342900" marR="0" rtl="0" algn="l">
              <a:spcBef>
                <a:spcPts val="560"/>
              </a:spcBef>
              <a:spcAft>
                <a:spcPts val="0"/>
              </a:spcAft>
              <a:buClr>
                <a:srgbClr val="800000"/>
              </a:buClr>
              <a:buSzPts val="2436"/>
              <a:buFont typeface="Noto Sans Symbols"/>
              <a:buChar char="▪"/>
            </a:pPr>
            <a:r>
              <a:rPr b="0" i="0" lang="en-US" sz="2800" u="none" cap="none" strike="noStrike">
                <a:solidFill>
                  <a:schemeClr val="dk1"/>
                </a:solidFill>
                <a:latin typeface="Arial"/>
                <a:ea typeface="Arial"/>
                <a:cs typeface="Arial"/>
                <a:sym typeface="Arial"/>
              </a:rPr>
              <a:t>Greets guests</a:t>
            </a:r>
            <a:endParaRPr/>
          </a:p>
          <a:p>
            <a:pPr indent="-342900" lvl="0" marL="342900" marR="0" rtl="0" algn="l">
              <a:spcBef>
                <a:spcPts val="560"/>
              </a:spcBef>
              <a:spcAft>
                <a:spcPts val="0"/>
              </a:spcAft>
              <a:buClr>
                <a:srgbClr val="800000"/>
              </a:buClr>
              <a:buSzPts val="2436"/>
              <a:buFont typeface="Noto Sans Symbols"/>
              <a:buChar char="▪"/>
            </a:pPr>
            <a:r>
              <a:rPr b="0" i="0" lang="en-US" sz="2800" u="none" cap="none" strike="noStrike">
                <a:solidFill>
                  <a:schemeClr val="dk1"/>
                </a:solidFill>
                <a:latin typeface="Arial"/>
                <a:ea typeface="Arial"/>
                <a:cs typeface="Arial"/>
                <a:sym typeface="Arial"/>
              </a:rPr>
              <a:t>Provides sign-in </a:t>
            </a:r>
            <a:endParaRPr/>
          </a:p>
          <a:p>
            <a:pPr indent="-342900" lvl="0" marL="342900" marR="0" rtl="0" algn="l">
              <a:spcBef>
                <a:spcPts val="560"/>
              </a:spcBef>
              <a:spcAft>
                <a:spcPts val="0"/>
              </a:spcAft>
              <a:buClr>
                <a:srgbClr val="800000"/>
              </a:buClr>
              <a:buSzPts val="2436"/>
              <a:buFont typeface="Noto Sans Symbols"/>
              <a:buChar char="▪"/>
            </a:pPr>
            <a:r>
              <a:rPr b="0" i="0" lang="en-US" sz="2800" u="none" cap="none" strike="noStrike">
                <a:solidFill>
                  <a:schemeClr val="dk1"/>
                </a:solidFill>
                <a:latin typeface="Arial"/>
                <a:ea typeface="Arial"/>
                <a:cs typeface="Arial"/>
                <a:sym typeface="Arial"/>
              </a:rPr>
              <a:t>Prepares materials for induction ceremonies</a:t>
            </a:r>
            <a:endParaRPr/>
          </a:p>
          <a:p>
            <a:pPr indent="-342900" lvl="0" marL="342900" marR="0" rtl="0" algn="l">
              <a:spcBef>
                <a:spcPts val="560"/>
              </a:spcBef>
              <a:spcAft>
                <a:spcPts val="0"/>
              </a:spcAft>
              <a:buClr>
                <a:srgbClr val="800000"/>
              </a:buClr>
              <a:buSzPts val="2436"/>
              <a:buFont typeface="Noto Sans Symbols"/>
              <a:buChar char="▪"/>
            </a:pPr>
            <a:r>
              <a:rPr b="0" i="0" lang="en-US" sz="2800" u="none" cap="none" strike="noStrike">
                <a:solidFill>
                  <a:schemeClr val="dk1"/>
                </a:solidFill>
                <a:latin typeface="Arial"/>
                <a:ea typeface="Arial"/>
                <a:cs typeface="Arial"/>
                <a:sym typeface="Arial"/>
              </a:rPr>
              <a:t>Sets up recognition events</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58" name="Shape 1058"/>
        <p:cNvGrpSpPr/>
        <p:nvPr/>
      </p:nvGrpSpPr>
      <p:grpSpPr>
        <a:xfrm>
          <a:off x="0" y="0"/>
          <a:ext cx="0" cy="0"/>
          <a:chOff x="0" y="0"/>
          <a:chExt cx="0" cy="0"/>
        </a:xfrm>
      </p:grpSpPr>
      <p:sp>
        <p:nvSpPr>
          <p:cNvPr id="1059" name="Google Shape;1059;p7"/>
          <p:cNvSpPr txBox="1"/>
          <p:nvPr>
            <p:ph type="title"/>
          </p:nvPr>
        </p:nvSpPr>
        <p:spPr>
          <a:xfrm>
            <a:off x="548862" y="295773"/>
            <a:ext cx="4954471"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None/>
            </a:pPr>
            <a:r>
              <a:rPr lang="en-US">
                <a:solidFill>
                  <a:schemeClr val="lt1"/>
                </a:solidFill>
              </a:rPr>
              <a:t>Transferable Skills </a:t>
            </a:r>
            <a:endParaRPr/>
          </a:p>
        </p:txBody>
      </p:sp>
      <p:sp>
        <p:nvSpPr>
          <p:cNvPr id="1060" name="Google Shape;1060;p7"/>
          <p:cNvSpPr txBox="1"/>
          <p:nvPr>
            <p:ph idx="1" type="body"/>
          </p:nvPr>
        </p:nvSpPr>
        <p:spPr>
          <a:xfrm>
            <a:off x="548862" y="1520042"/>
            <a:ext cx="4367450" cy="4358244"/>
          </a:xfrm>
          <a:prstGeom prst="rect">
            <a:avLst/>
          </a:prstGeom>
          <a:noFill/>
          <a:ln>
            <a:noFill/>
          </a:ln>
        </p:spPr>
        <p:txBody>
          <a:bodyPr anchorCtr="0" anchor="t" bIns="45700" lIns="91425" spcFirstLastPara="1" rIns="91425" wrap="square" tIns="45700">
            <a:normAutofit/>
          </a:bodyPr>
          <a:lstStyle/>
          <a:p>
            <a:pPr indent="-346075" lvl="0" marL="346075" rtl="0" algn="l">
              <a:lnSpc>
                <a:spcPct val="90000"/>
              </a:lnSpc>
              <a:spcBef>
                <a:spcPts val="0"/>
              </a:spcBef>
              <a:spcAft>
                <a:spcPts val="0"/>
              </a:spcAft>
              <a:buClr>
                <a:schemeClr val="lt1"/>
              </a:buClr>
              <a:buSzPts val="2800"/>
              <a:buFont typeface="Noto Sans Symbols"/>
              <a:buChar char="▪"/>
            </a:pPr>
            <a:r>
              <a:rPr lang="en-US">
                <a:solidFill>
                  <a:schemeClr val="lt1"/>
                </a:solidFill>
              </a:rPr>
              <a:t>IT skills</a:t>
            </a:r>
            <a:endParaRPr/>
          </a:p>
          <a:p>
            <a:pPr indent="-346075" lvl="0" marL="346075" rtl="0" algn="l">
              <a:lnSpc>
                <a:spcPct val="90000"/>
              </a:lnSpc>
              <a:spcBef>
                <a:spcPts val="1000"/>
              </a:spcBef>
              <a:spcAft>
                <a:spcPts val="0"/>
              </a:spcAft>
              <a:buClr>
                <a:schemeClr val="lt1"/>
              </a:buClr>
              <a:buSzPts val="2800"/>
              <a:buFont typeface="Noto Sans Symbols"/>
              <a:buChar char="▪"/>
            </a:pPr>
            <a:r>
              <a:rPr lang="en-US">
                <a:solidFill>
                  <a:schemeClr val="lt1"/>
                </a:solidFill>
              </a:rPr>
              <a:t>Problem solving</a:t>
            </a:r>
            <a:endParaRPr/>
          </a:p>
          <a:p>
            <a:pPr indent="-346075" lvl="0" marL="346075" rtl="0" algn="l">
              <a:lnSpc>
                <a:spcPct val="90000"/>
              </a:lnSpc>
              <a:spcBef>
                <a:spcPts val="1000"/>
              </a:spcBef>
              <a:spcAft>
                <a:spcPts val="0"/>
              </a:spcAft>
              <a:buClr>
                <a:schemeClr val="lt1"/>
              </a:buClr>
              <a:buSzPts val="2800"/>
              <a:buFont typeface="Noto Sans Symbols"/>
              <a:buChar char="▪"/>
            </a:pPr>
            <a:r>
              <a:rPr lang="en-US">
                <a:solidFill>
                  <a:schemeClr val="lt1"/>
                </a:solidFill>
              </a:rPr>
              <a:t>Organization</a:t>
            </a:r>
            <a:endParaRPr/>
          </a:p>
          <a:p>
            <a:pPr indent="-346075" lvl="0" marL="346075" rtl="0" algn="l">
              <a:lnSpc>
                <a:spcPct val="90000"/>
              </a:lnSpc>
              <a:spcBef>
                <a:spcPts val="1000"/>
              </a:spcBef>
              <a:spcAft>
                <a:spcPts val="0"/>
              </a:spcAft>
              <a:buClr>
                <a:schemeClr val="lt1"/>
              </a:buClr>
              <a:buSzPts val="2800"/>
              <a:buFont typeface="Noto Sans Symbols"/>
              <a:buChar char="▪"/>
            </a:pPr>
            <a:r>
              <a:rPr lang="en-US">
                <a:solidFill>
                  <a:schemeClr val="lt1"/>
                </a:solidFill>
              </a:rPr>
              <a:t>Inventory control</a:t>
            </a:r>
            <a:endParaRPr/>
          </a:p>
          <a:p>
            <a:pPr indent="-346075" lvl="0" marL="346075" rtl="0" algn="l">
              <a:lnSpc>
                <a:spcPct val="90000"/>
              </a:lnSpc>
              <a:spcBef>
                <a:spcPts val="1000"/>
              </a:spcBef>
              <a:spcAft>
                <a:spcPts val="0"/>
              </a:spcAft>
              <a:buClr>
                <a:schemeClr val="lt1"/>
              </a:buClr>
              <a:buSzPts val="2800"/>
              <a:buFont typeface="Noto Sans Symbols"/>
              <a:buChar char="▪"/>
            </a:pPr>
            <a:r>
              <a:rPr lang="en-US">
                <a:solidFill>
                  <a:schemeClr val="lt1"/>
                </a:solidFill>
              </a:rPr>
              <a:t>Record maintenance</a:t>
            </a:r>
            <a:endParaRPr/>
          </a:p>
          <a:p>
            <a:pPr indent="-346075" lvl="0" marL="346075" rtl="0" algn="l">
              <a:lnSpc>
                <a:spcPct val="90000"/>
              </a:lnSpc>
              <a:spcBef>
                <a:spcPts val="1000"/>
              </a:spcBef>
              <a:spcAft>
                <a:spcPts val="0"/>
              </a:spcAft>
              <a:buClr>
                <a:schemeClr val="lt1"/>
              </a:buClr>
              <a:buSzPts val="2800"/>
              <a:buFont typeface="Noto Sans Symbols"/>
              <a:buChar char="▪"/>
            </a:pPr>
            <a:r>
              <a:rPr lang="en-US">
                <a:solidFill>
                  <a:schemeClr val="lt1"/>
                </a:solidFill>
              </a:rPr>
              <a:t>Meeting management</a:t>
            </a:r>
            <a:endParaRPr/>
          </a:p>
          <a:p>
            <a:pPr indent="-346075" lvl="0" marL="346075" rtl="0" algn="l">
              <a:lnSpc>
                <a:spcPct val="90000"/>
              </a:lnSpc>
              <a:spcBef>
                <a:spcPts val="1000"/>
              </a:spcBef>
              <a:spcAft>
                <a:spcPts val="0"/>
              </a:spcAft>
              <a:buClr>
                <a:schemeClr val="lt1"/>
              </a:buClr>
              <a:buSzPts val="2800"/>
              <a:buFont typeface="Noto Sans Symbols"/>
              <a:buChar char="▪"/>
            </a:pPr>
            <a:r>
              <a:rPr lang="en-US">
                <a:solidFill>
                  <a:schemeClr val="lt1"/>
                </a:solidFill>
              </a:rPr>
              <a:t>Hospitality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xEl>
                                              <p:pRg end="0" st="0"/>
                                            </p:txEl>
                                          </p:spTgt>
                                        </p:tgtEl>
                                        <p:attrNameLst>
                                          <p:attrName>style.visibility</p:attrName>
                                        </p:attrNameLst>
                                      </p:cBhvr>
                                      <p:to>
                                        <p:strVal val="visible"/>
                                      </p:to>
                                    </p:set>
                                    <p:animEffect filter="fade" transition="in">
                                      <p:cBhvr>
                                        <p:cTn dur="500"/>
                                        <p:tgtEl>
                                          <p:spTgt spid="106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xEl>
                                              <p:pRg end="1" st="1"/>
                                            </p:txEl>
                                          </p:spTgt>
                                        </p:tgtEl>
                                        <p:attrNameLst>
                                          <p:attrName>style.visibility</p:attrName>
                                        </p:attrNameLst>
                                      </p:cBhvr>
                                      <p:to>
                                        <p:strVal val="visible"/>
                                      </p:to>
                                    </p:set>
                                    <p:animEffect filter="fade" transition="in">
                                      <p:cBhvr>
                                        <p:cTn dur="500"/>
                                        <p:tgtEl>
                                          <p:spTgt spid="106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xEl>
                                              <p:pRg end="2" st="2"/>
                                            </p:txEl>
                                          </p:spTgt>
                                        </p:tgtEl>
                                        <p:attrNameLst>
                                          <p:attrName>style.visibility</p:attrName>
                                        </p:attrNameLst>
                                      </p:cBhvr>
                                      <p:to>
                                        <p:strVal val="visible"/>
                                      </p:to>
                                    </p:set>
                                    <p:animEffect filter="fade" transition="in">
                                      <p:cBhvr>
                                        <p:cTn dur="500"/>
                                        <p:tgtEl>
                                          <p:spTgt spid="106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xEl>
                                              <p:pRg end="3" st="3"/>
                                            </p:txEl>
                                          </p:spTgt>
                                        </p:tgtEl>
                                        <p:attrNameLst>
                                          <p:attrName>style.visibility</p:attrName>
                                        </p:attrNameLst>
                                      </p:cBhvr>
                                      <p:to>
                                        <p:strVal val="visible"/>
                                      </p:to>
                                    </p:set>
                                    <p:animEffect filter="fade" transition="in">
                                      <p:cBhvr>
                                        <p:cTn dur="500"/>
                                        <p:tgtEl>
                                          <p:spTgt spid="106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xEl>
                                              <p:pRg end="4" st="4"/>
                                            </p:txEl>
                                          </p:spTgt>
                                        </p:tgtEl>
                                        <p:attrNameLst>
                                          <p:attrName>style.visibility</p:attrName>
                                        </p:attrNameLst>
                                      </p:cBhvr>
                                      <p:to>
                                        <p:strVal val="visible"/>
                                      </p:to>
                                    </p:set>
                                    <p:animEffect filter="fade" transition="in">
                                      <p:cBhvr>
                                        <p:cTn dur="500"/>
                                        <p:tgtEl>
                                          <p:spTgt spid="106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xEl>
                                              <p:pRg end="5" st="5"/>
                                            </p:txEl>
                                          </p:spTgt>
                                        </p:tgtEl>
                                        <p:attrNameLst>
                                          <p:attrName>style.visibility</p:attrName>
                                        </p:attrNameLst>
                                      </p:cBhvr>
                                      <p:to>
                                        <p:strVal val="visible"/>
                                      </p:to>
                                    </p:set>
                                    <p:animEffect filter="fade" transition="in">
                                      <p:cBhvr>
                                        <p:cTn dur="500"/>
                                        <p:tgtEl>
                                          <p:spTgt spid="106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0">
                                            <p:txEl>
                                              <p:pRg end="6" st="6"/>
                                            </p:txEl>
                                          </p:spTgt>
                                        </p:tgtEl>
                                        <p:attrNameLst>
                                          <p:attrName>style.visibility</p:attrName>
                                        </p:attrNameLst>
                                      </p:cBhvr>
                                      <p:to>
                                        <p:strVal val="visible"/>
                                      </p:to>
                                    </p:set>
                                    <p:animEffect filter="fade" transition="in">
                                      <p:cBhvr>
                                        <p:cTn dur="500"/>
                                        <p:tgtEl>
                                          <p:spTgt spid="1060">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5" name="Shape 1065"/>
        <p:cNvGrpSpPr/>
        <p:nvPr/>
      </p:nvGrpSpPr>
      <p:grpSpPr>
        <a:xfrm>
          <a:off x="0" y="0"/>
          <a:ext cx="0" cy="0"/>
          <a:chOff x="0" y="0"/>
          <a:chExt cx="0" cy="0"/>
        </a:xfrm>
      </p:grpSpPr>
      <p:sp>
        <p:nvSpPr>
          <p:cNvPr id="1066" name="Google Shape;1066;p8"/>
          <p:cNvSpPr txBox="1"/>
          <p:nvPr>
            <p:ph type="ctrTitle"/>
          </p:nvPr>
        </p:nvSpPr>
        <p:spPr>
          <a:xfrm>
            <a:off x="4819695" y="2813645"/>
            <a:ext cx="5627511" cy="1230709"/>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rgbClr val="004165"/>
              </a:buClr>
              <a:buSzPts val="4400"/>
              <a:buNone/>
            </a:pPr>
            <a:r>
              <a:rPr lang="en-US" sz="4400">
                <a:solidFill>
                  <a:srgbClr val="004165"/>
                </a:solidFill>
              </a:rPr>
              <a:t>Sergeant at Arms</a:t>
            </a:r>
            <a:br>
              <a:rPr lang="en-US" sz="4400">
                <a:solidFill>
                  <a:srgbClr val="004165"/>
                </a:solidFill>
              </a:rPr>
            </a:br>
            <a:r>
              <a:rPr lang="en-US" sz="4400">
                <a:solidFill>
                  <a:srgbClr val="004165"/>
                </a:solidFill>
              </a:rPr>
              <a:t>Responsibilities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1" name="Shape 1071"/>
        <p:cNvGrpSpPr/>
        <p:nvPr/>
      </p:nvGrpSpPr>
      <p:grpSpPr>
        <a:xfrm>
          <a:off x="0" y="0"/>
          <a:ext cx="0" cy="0"/>
          <a:chOff x="0" y="0"/>
          <a:chExt cx="0" cy="0"/>
        </a:xfrm>
      </p:grpSpPr>
      <p:sp>
        <p:nvSpPr>
          <p:cNvPr id="1072" name="Google Shape;1072;p9"/>
          <p:cNvSpPr txBox="1"/>
          <p:nvPr>
            <p:ph type="title"/>
          </p:nvPr>
        </p:nvSpPr>
        <p:spPr>
          <a:xfrm>
            <a:off x="6998643" y="307428"/>
            <a:ext cx="4132619" cy="709448"/>
          </a:xfrm>
          <a:prstGeom prst="rect">
            <a:avLst/>
          </a:prstGeom>
          <a:solidFill>
            <a:srgbClr val="181818">
              <a:alpha val="40000"/>
            </a:srgbClr>
          </a:solidFill>
          <a:ln>
            <a:noFill/>
          </a:ln>
        </p:spPr>
        <p:txBody>
          <a:bodyPr anchorCtr="0" anchor="t" bIns="45700" lIns="180000" spcFirstLastPara="1" rIns="91425" wrap="square" tIns="45700">
            <a:normAutofit/>
          </a:bodyPr>
          <a:lstStyle/>
          <a:p>
            <a:pPr indent="0" lvl="0" marL="0" rtl="0" algn="l">
              <a:lnSpc>
                <a:spcPct val="90000"/>
              </a:lnSpc>
              <a:spcBef>
                <a:spcPts val="0"/>
              </a:spcBef>
              <a:spcAft>
                <a:spcPts val="0"/>
              </a:spcAft>
              <a:buClr>
                <a:schemeClr val="lt1"/>
              </a:buClr>
              <a:buSzPts val="4000"/>
              <a:buNone/>
            </a:pPr>
            <a:r>
              <a:rPr lang="en-US" sz="4000">
                <a:solidFill>
                  <a:schemeClr val="lt1"/>
                </a:solidFill>
              </a:rPr>
              <a:t>Meeting Quality</a:t>
            </a:r>
            <a:endParaRPr/>
          </a:p>
        </p:txBody>
      </p:sp>
      <p:sp>
        <p:nvSpPr>
          <p:cNvPr id="1073" name="Google Shape;1073;p9"/>
          <p:cNvSpPr txBox="1"/>
          <p:nvPr>
            <p:ph idx="1" type="body"/>
          </p:nvPr>
        </p:nvSpPr>
        <p:spPr>
          <a:xfrm>
            <a:off x="6998643" y="3709460"/>
            <a:ext cx="4572000" cy="2290300"/>
          </a:xfrm>
          <a:prstGeom prst="rect">
            <a:avLst/>
          </a:prstGeom>
          <a:solidFill>
            <a:srgbClr val="181818">
              <a:alpha val="40000"/>
            </a:srgbClr>
          </a:solidFill>
          <a:ln>
            <a:noFill/>
          </a:ln>
        </p:spPr>
        <p:txBody>
          <a:bodyPr anchorCtr="0" anchor="t" bIns="45700" lIns="180000" spcFirstLastPara="1" rIns="91425" wrap="square" tIns="45700">
            <a:normAutofit fontScale="92500"/>
          </a:bodyPr>
          <a:lstStyle/>
          <a:p>
            <a:pPr indent="0" lvl="0" marL="0" rtl="0" algn="l">
              <a:lnSpc>
                <a:spcPct val="100000"/>
              </a:lnSpc>
              <a:spcBef>
                <a:spcPts val="0"/>
              </a:spcBef>
              <a:spcAft>
                <a:spcPts val="0"/>
              </a:spcAft>
              <a:buClr>
                <a:srgbClr val="FFFFFF"/>
              </a:buClr>
              <a:buSzPct val="100000"/>
              <a:buNone/>
            </a:pPr>
            <a:r>
              <a:rPr b="1" lang="en-US" sz="3500">
                <a:solidFill>
                  <a:srgbClr val="FFFFFF"/>
                </a:solidFill>
              </a:rPr>
              <a:t>Favorable Impression</a:t>
            </a:r>
            <a:endParaRPr/>
          </a:p>
          <a:p>
            <a:pPr indent="0" lvl="0" marL="0" rtl="0" algn="l">
              <a:lnSpc>
                <a:spcPct val="100000"/>
              </a:lnSpc>
              <a:spcBef>
                <a:spcPts val="1000"/>
              </a:spcBef>
              <a:spcAft>
                <a:spcPts val="0"/>
              </a:spcAft>
              <a:buClr>
                <a:srgbClr val="FFFFFF"/>
              </a:buClr>
              <a:buSzPct val="100000"/>
              <a:buNone/>
            </a:pPr>
            <a:r>
              <a:rPr i="1" lang="en-US" sz="3000">
                <a:solidFill>
                  <a:srgbClr val="FFFFFF"/>
                </a:solidFill>
              </a:rPr>
              <a:t>When a guest walks into a meeting, their first impression counts. </a:t>
            </a:r>
            <a:endParaRPr sz="3000">
              <a:solidFill>
                <a:srgbClr val="333333"/>
              </a:solidFill>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8" name="Shape 1078"/>
        <p:cNvGrpSpPr/>
        <p:nvPr/>
      </p:nvGrpSpPr>
      <p:grpSpPr>
        <a:xfrm>
          <a:off x="0" y="0"/>
          <a:ext cx="0" cy="0"/>
          <a:chOff x="0" y="0"/>
          <a:chExt cx="0" cy="0"/>
        </a:xfrm>
      </p:grpSpPr>
      <p:sp>
        <p:nvSpPr>
          <p:cNvPr id="1079" name="Google Shape;1079;p10"/>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None/>
            </a:pPr>
            <a:r>
              <a:rPr lang="en-US" sz="4000">
                <a:solidFill>
                  <a:schemeClr val="lt1"/>
                </a:solidFill>
              </a:rPr>
              <a:t>Meeting Quality</a:t>
            </a:r>
            <a:endParaRPr/>
          </a:p>
        </p:txBody>
      </p:sp>
      <p:sp>
        <p:nvSpPr>
          <p:cNvPr id="1080" name="Google Shape;1080;p10"/>
          <p:cNvSpPr txBox="1"/>
          <p:nvPr>
            <p:ph idx="1" type="body"/>
          </p:nvPr>
        </p:nvSpPr>
        <p:spPr>
          <a:xfrm>
            <a:off x="136045" y="3535559"/>
            <a:ext cx="5651144" cy="212390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200"/>
              <a:buNone/>
            </a:pPr>
            <a:r>
              <a:rPr b="1" lang="en-US" sz="3200">
                <a:solidFill>
                  <a:srgbClr val="FFFFFF"/>
                </a:solidFill>
              </a:rPr>
              <a:t>Greet Members and Guests </a:t>
            </a:r>
            <a:endParaRPr/>
          </a:p>
          <a:p>
            <a:pPr indent="0" lvl="0" marL="0" rtl="0" algn="l">
              <a:lnSpc>
                <a:spcPct val="100000"/>
              </a:lnSpc>
              <a:spcBef>
                <a:spcPts val="1000"/>
              </a:spcBef>
              <a:spcAft>
                <a:spcPts val="0"/>
              </a:spcAft>
              <a:buClr>
                <a:srgbClr val="FFFFFF"/>
              </a:buClr>
              <a:buSzPts val="2800"/>
              <a:buNone/>
            </a:pPr>
            <a:r>
              <a:rPr i="1" lang="en-US">
                <a:solidFill>
                  <a:srgbClr val="FFFFFF"/>
                </a:solidFill>
              </a:rPr>
              <a:t>Present the club as a safe &amp; friendly environment.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5" name="Shape 1085"/>
        <p:cNvGrpSpPr/>
        <p:nvPr/>
      </p:nvGrpSpPr>
      <p:grpSpPr>
        <a:xfrm>
          <a:off x="0" y="0"/>
          <a:ext cx="0" cy="0"/>
          <a:chOff x="0" y="0"/>
          <a:chExt cx="0" cy="0"/>
        </a:xfrm>
      </p:grpSpPr>
      <p:sp>
        <p:nvSpPr>
          <p:cNvPr id="1086" name="Google Shape;1086;p11"/>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A120A"/>
              </a:buClr>
              <a:buSzPts val="4000"/>
              <a:buNone/>
            </a:pPr>
            <a:r>
              <a:rPr lang="en-US" sz="4000">
                <a:solidFill>
                  <a:srgbClr val="1A120A"/>
                </a:solidFill>
              </a:rPr>
              <a:t>Club Success </a:t>
            </a:r>
            <a:endParaRPr/>
          </a:p>
        </p:txBody>
      </p:sp>
      <p:sp>
        <p:nvSpPr>
          <p:cNvPr id="1087" name="Google Shape;1087;p11"/>
          <p:cNvSpPr txBox="1"/>
          <p:nvPr/>
        </p:nvSpPr>
        <p:spPr>
          <a:xfrm>
            <a:off x="7375358" y="4162097"/>
            <a:ext cx="4816642" cy="2046678"/>
          </a:xfrm>
          <a:prstGeom prst="rect">
            <a:avLst/>
          </a:prstGeom>
          <a:solidFill>
            <a:srgbClr val="1A120A">
              <a:alpha val="20000"/>
            </a:srgbClr>
          </a:solidFill>
          <a:ln>
            <a:noFill/>
          </a:ln>
        </p:spPr>
        <p:txBody>
          <a:bodyPr anchorCtr="0" anchor="ctr" bIns="45700" lIns="91425" spcFirstLastPara="1" rIns="91425" wrap="square" tIns="45700">
            <a:normAutofit fontScale="97500"/>
          </a:bodyPr>
          <a:lstStyle/>
          <a:p>
            <a:pPr indent="0" lvl="0" marL="0" marR="0" rtl="0" algn="l">
              <a:lnSpc>
                <a:spcPct val="100000"/>
              </a:lnSpc>
              <a:spcBef>
                <a:spcPts val="0"/>
              </a:spcBef>
              <a:spcAft>
                <a:spcPts val="0"/>
              </a:spcAft>
              <a:buClr>
                <a:srgbClr val="FFFFFF"/>
              </a:buClr>
              <a:buSzPct val="100000"/>
              <a:buFont typeface="Arial"/>
              <a:buNone/>
            </a:pPr>
            <a:r>
              <a:rPr b="1" i="0" lang="en-US" sz="3300" u="none" cap="none" strike="noStrike">
                <a:solidFill>
                  <a:schemeClr val="lt1"/>
                </a:solidFill>
                <a:latin typeface="Arial"/>
                <a:ea typeface="Arial"/>
                <a:cs typeface="Arial"/>
                <a:sym typeface="Arial"/>
              </a:rPr>
              <a:t>Club Liaison</a:t>
            </a:r>
            <a:endParaRPr/>
          </a:p>
          <a:p>
            <a:pPr indent="0" lvl="0" marL="0" marR="0" rtl="0" algn="l">
              <a:lnSpc>
                <a:spcPct val="100000"/>
              </a:lnSpc>
              <a:spcBef>
                <a:spcPts val="600"/>
              </a:spcBef>
              <a:spcAft>
                <a:spcPts val="600"/>
              </a:spcAft>
              <a:buClr>
                <a:srgbClr val="181818"/>
              </a:buClr>
              <a:buSzPct val="100000"/>
              <a:buFont typeface="Arial"/>
              <a:buNone/>
            </a:pPr>
            <a:r>
              <a:rPr b="0" i="1" lang="en-US" sz="2900" u="none" cap="none" strike="noStrike">
                <a:solidFill>
                  <a:schemeClr val="lt1"/>
                </a:solidFill>
                <a:latin typeface="Arial"/>
                <a:ea typeface="Arial"/>
                <a:cs typeface="Arial"/>
                <a:sym typeface="Arial"/>
              </a:rPr>
              <a:t>Secure, maintain, and manage your meeting space.</a:t>
            </a:r>
            <a:endParaRPr b="0" i="0" sz="2900" u="none" cap="none" strike="noStrike">
              <a:solidFill>
                <a:schemeClr val="lt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2" name="Shape 1092"/>
        <p:cNvGrpSpPr/>
        <p:nvPr/>
      </p:nvGrpSpPr>
      <p:grpSpPr>
        <a:xfrm>
          <a:off x="0" y="0"/>
          <a:ext cx="0" cy="0"/>
          <a:chOff x="0" y="0"/>
          <a:chExt cx="0" cy="0"/>
        </a:xfrm>
      </p:grpSpPr>
      <p:sp>
        <p:nvSpPr>
          <p:cNvPr id="1093" name="Google Shape;1093;p12"/>
          <p:cNvSpPr txBox="1"/>
          <p:nvPr/>
        </p:nvSpPr>
        <p:spPr>
          <a:xfrm>
            <a:off x="266700" y="3547093"/>
            <a:ext cx="5664255" cy="1786819"/>
          </a:xfrm>
          <a:prstGeom prst="rect">
            <a:avLst/>
          </a:prstGeom>
          <a:noFill/>
          <a:ln>
            <a:noFill/>
          </a:ln>
        </p:spPr>
        <p:txBody>
          <a:bodyPr anchorCtr="0" anchor="ctr" bIns="45700" lIns="91425" spcFirstLastPara="1" rIns="91425" wrap="square" tIns="45700">
            <a:noAutofit/>
          </a:bodyPr>
          <a:lstStyle/>
          <a:p>
            <a:pPr indent="0" lvl="0" marL="0" marR="0" rtl="0" algn="l">
              <a:lnSpc>
                <a:spcPct val="14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Supplies &amp; Property</a:t>
            </a:r>
            <a:endParaRPr/>
          </a:p>
          <a:p>
            <a:pPr indent="0" lvl="0" marL="0" marR="0" rtl="0" algn="l">
              <a:lnSpc>
                <a:spcPct val="100000"/>
              </a:lnSpc>
              <a:spcBef>
                <a:spcPts val="0"/>
              </a:spcBef>
              <a:spcAft>
                <a:spcPts val="0"/>
              </a:spcAft>
              <a:buClr>
                <a:srgbClr val="FFFFFF"/>
              </a:buClr>
              <a:buSzPts val="2800"/>
              <a:buFont typeface="Arial"/>
              <a:buNone/>
            </a:pPr>
            <a:r>
              <a:rPr b="0" i="1" lang="en-US" sz="2800" u="none" cap="none" strike="noStrike">
                <a:solidFill>
                  <a:srgbClr val="FFFFFF"/>
                </a:solidFill>
                <a:latin typeface="Arial"/>
                <a:ea typeface="Arial"/>
                <a:cs typeface="Arial"/>
                <a:sym typeface="Arial"/>
              </a:rPr>
              <a:t>Keep track of physical property and manage supply levels.</a:t>
            </a:r>
            <a:endParaRPr b="0" i="0" sz="2800" u="none" cap="none" strike="noStrike">
              <a:solidFill>
                <a:srgbClr val="333333"/>
              </a:solidFill>
              <a:latin typeface="Arial"/>
              <a:ea typeface="Arial"/>
              <a:cs typeface="Arial"/>
              <a:sym typeface="Arial"/>
            </a:endParaRPr>
          </a:p>
        </p:txBody>
      </p:sp>
      <p:pic>
        <p:nvPicPr>
          <p:cNvPr descr="Guest Packet" id="1094" name="Google Shape;1094;p12"/>
          <p:cNvPicPr preferRelativeResize="0"/>
          <p:nvPr/>
        </p:nvPicPr>
        <p:blipFill rotWithShape="1">
          <a:blip r:embed="rId4">
            <a:alphaModFix/>
          </a:blip>
          <a:srcRect b="0" l="0" r="0" t="0"/>
          <a:stretch/>
        </p:blipFill>
        <p:spPr>
          <a:xfrm>
            <a:off x="7219907" y="933206"/>
            <a:ext cx="4548982" cy="3143250"/>
          </a:xfrm>
          <a:prstGeom prst="rect">
            <a:avLst/>
          </a:prstGeom>
          <a:noFill/>
          <a:ln>
            <a:noFill/>
          </a:ln>
        </p:spPr>
      </p:pic>
      <p:sp>
        <p:nvSpPr>
          <p:cNvPr id="1095" name="Google Shape;1095;p12"/>
          <p:cNvSpPr txBox="1"/>
          <p:nvPr>
            <p:ph type="title"/>
          </p:nvPr>
        </p:nvSpPr>
        <p:spPr>
          <a:xfrm>
            <a:off x="277934" y="608594"/>
            <a:ext cx="11647366"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None/>
            </a:pPr>
            <a:r>
              <a:rPr lang="en-US" sz="4000">
                <a:solidFill>
                  <a:schemeClr val="lt1"/>
                </a:solidFill>
              </a:rPr>
              <a:t>Club Success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0" name="Shape 1100"/>
        <p:cNvGrpSpPr/>
        <p:nvPr/>
      </p:nvGrpSpPr>
      <p:grpSpPr>
        <a:xfrm>
          <a:off x="0" y="0"/>
          <a:ext cx="0" cy="0"/>
          <a:chOff x="0" y="0"/>
          <a:chExt cx="0" cy="0"/>
        </a:xfrm>
      </p:grpSpPr>
      <p:sp>
        <p:nvSpPr>
          <p:cNvPr id="1101" name="Google Shape;1101;p13"/>
          <p:cNvSpPr txBox="1"/>
          <p:nvPr>
            <p:ph type="title"/>
          </p:nvPr>
        </p:nvSpPr>
        <p:spPr>
          <a:xfrm>
            <a:off x="1476980" y="295773"/>
            <a:ext cx="8330762"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4000"/>
              <a:buNone/>
            </a:pPr>
            <a:r>
              <a:rPr lang="en-US" sz="4000"/>
              <a:t>Club Success </a:t>
            </a:r>
            <a:endParaRPr/>
          </a:p>
        </p:txBody>
      </p:sp>
      <p:sp>
        <p:nvSpPr>
          <p:cNvPr id="1102" name="Google Shape;1102;p13"/>
          <p:cNvSpPr txBox="1"/>
          <p:nvPr/>
        </p:nvSpPr>
        <p:spPr>
          <a:xfrm>
            <a:off x="6443079" y="4099034"/>
            <a:ext cx="5194739" cy="1844679"/>
          </a:xfrm>
          <a:prstGeom prst="rect">
            <a:avLst/>
          </a:prstGeom>
          <a:solidFill>
            <a:srgbClr val="181818">
              <a:alpha val="69804"/>
            </a:srgbClr>
          </a:solidFill>
          <a:ln>
            <a:noFill/>
          </a:ln>
        </p:spPr>
        <p:txBody>
          <a:bodyPr anchorCtr="0" anchor="ctr" bIns="45700" lIns="91425" spcFirstLastPara="1" rIns="91425" wrap="square" tIns="45700">
            <a:normAutofit fontScale="97500"/>
          </a:bodyPr>
          <a:lstStyle/>
          <a:p>
            <a:pPr indent="0" lvl="0" marL="0" marR="0" rtl="0" algn="l">
              <a:lnSpc>
                <a:spcPct val="100000"/>
              </a:lnSpc>
              <a:spcBef>
                <a:spcPts val="0"/>
              </a:spcBef>
              <a:spcAft>
                <a:spcPts val="0"/>
              </a:spcAft>
              <a:buClr>
                <a:srgbClr val="FFFFFF"/>
              </a:buClr>
              <a:buSzPct val="100000"/>
              <a:buFont typeface="Arial"/>
              <a:buNone/>
            </a:pPr>
            <a:r>
              <a:rPr b="1" i="0" lang="en-US" sz="3300" u="none" cap="none" strike="noStrike">
                <a:solidFill>
                  <a:srgbClr val="FFFFFF"/>
                </a:solidFill>
                <a:latin typeface="Arial"/>
                <a:ea typeface="Arial"/>
                <a:cs typeface="Arial"/>
                <a:sym typeface="Arial"/>
              </a:rPr>
              <a:t>Meeting Logistics</a:t>
            </a:r>
            <a:endParaRPr/>
          </a:p>
          <a:p>
            <a:pPr indent="0" lvl="0" marL="0" marR="0" rtl="0" algn="l">
              <a:lnSpc>
                <a:spcPct val="100000"/>
              </a:lnSpc>
              <a:spcBef>
                <a:spcPts val="600"/>
              </a:spcBef>
              <a:spcAft>
                <a:spcPts val="600"/>
              </a:spcAft>
              <a:buClr>
                <a:srgbClr val="FFFFFF"/>
              </a:buClr>
              <a:buSzPct val="100000"/>
              <a:buFont typeface="Arial"/>
              <a:buNone/>
            </a:pPr>
            <a:r>
              <a:rPr b="0" i="1" lang="en-US" sz="2900" u="none" cap="none" strike="noStrike">
                <a:solidFill>
                  <a:srgbClr val="FFFFFF"/>
                </a:solidFill>
                <a:latin typeface="Arial"/>
                <a:ea typeface="Arial"/>
                <a:cs typeface="Arial"/>
                <a:sym typeface="Arial"/>
              </a:rPr>
              <a:t>Be adaptable – meetings can be in-person, online, or hybrid!</a:t>
            </a:r>
            <a:endParaRPr b="0" i="0" sz="2900" u="none" cap="none" strike="noStrike">
              <a:solidFill>
                <a:srgbClr val="33333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7" name="Shape 1107"/>
        <p:cNvGrpSpPr/>
        <p:nvPr/>
      </p:nvGrpSpPr>
      <p:grpSpPr>
        <a:xfrm>
          <a:off x="0" y="0"/>
          <a:ext cx="0" cy="0"/>
          <a:chOff x="0" y="0"/>
          <a:chExt cx="0" cy="0"/>
        </a:xfrm>
      </p:grpSpPr>
      <p:sp>
        <p:nvSpPr>
          <p:cNvPr id="1108" name="Google Shape;1108;p14"/>
          <p:cNvSpPr txBox="1"/>
          <p:nvPr>
            <p:ph type="title"/>
          </p:nvPr>
        </p:nvSpPr>
        <p:spPr>
          <a:xfrm>
            <a:off x="413401" y="413511"/>
            <a:ext cx="4089326" cy="807814"/>
          </a:xfrm>
          <a:prstGeom prst="rect">
            <a:avLst/>
          </a:prstGeom>
          <a:solidFill>
            <a:srgbClr val="181818">
              <a:alpha val="30196"/>
            </a:srgbClr>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None/>
            </a:pPr>
            <a:r>
              <a:rPr lang="en-US" sz="4000">
                <a:solidFill>
                  <a:schemeClr val="lt1"/>
                </a:solidFill>
              </a:rPr>
              <a:t>Club Success </a:t>
            </a:r>
            <a:endParaRPr/>
          </a:p>
        </p:txBody>
      </p:sp>
      <p:sp>
        <p:nvSpPr>
          <p:cNvPr id="1109" name="Google Shape;1109;p14"/>
          <p:cNvSpPr txBox="1"/>
          <p:nvPr/>
        </p:nvSpPr>
        <p:spPr>
          <a:xfrm>
            <a:off x="413401" y="4099035"/>
            <a:ext cx="6335944" cy="1941548"/>
          </a:xfrm>
          <a:prstGeom prst="rect">
            <a:avLst/>
          </a:prstGeom>
          <a:solidFill>
            <a:srgbClr val="181818">
              <a:alpha val="3019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Online &amp; Hybrid Meetings</a:t>
            </a:r>
            <a:endParaRPr/>
          </a:p>
          <a:p>
            <a:pPr indent="0" lvl="0" marL="0" marR="0" rtl="0" algn="l">
              <a:lnSpc>
                <a:spcPct val="100000"/>
              </a:lnSpc>
              <a:spcBef>
                <a:spcPts val="600"/>
              </a:spcBef>
              <a:spcAft>
                <a:spcPts val="600"/>
              </a:spcAft>
              <a:buClr>
                <a:srgbClr val="FFFFFF"/>
              </a:buClr>
              <a:buSzPts val="2800"/>
              <a:buFont typeface="Arial"/>
              <a:buNone/>
            </a:pPr>
            <a:r>
              <a:rPr b="0" i="1" lang="en-US" sz="2800" u="none" cap="none" strike="noStrike">
                <a:solidFill>
                  <a:srgbClr val="FFFFFF"/>
                </a:solidFill>
                <a:latin typeface="Arial"/>
                <a:ea typeface="Arial"/>
                <a:cs typeface="Arial"/>
                <a:sym typeface="Arial"/>
              </a:rPr>
              <a:t>Know your technology to avoid last-minute mishaps and meltdowns.</a:t>
            </a:r>
            <a:endParaRPr b="0" i="0" sz="2800" u="none" cap="none" strike="noStrike">
              <a:solidFill>
                <a:srgbClr val="33333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14" name="Shape 1114"/>
        <p:cNvGrpSpPr/>
        <p:nvPr/>
      </p:nvGrpSpPr>
      <p:grpSpPr>
        <a:xfrm>
          <a:off x="0" y="0"/>
          <a:ext cx="0" cy="0"/>
          <a:chOff x="0" y="0"/>
          <a:chExt cx="0" cy="0"/>
        </a:xfrm>
      </p:grpSpPr>
      <p:sp>
        <p:nvSpPr>
          <p:cNvPr id="1115" name="Google Shape;1115;p15"/>
          <p:cNvSpPr txBox="1"/>
          <p:nvPr>
            <p:ph type="ctrTitle"/>
          </p:nvPr>
        </p:nvSpPr>
        <p:spPr>
          <a:xfrm>
            <a:off x="8292661" y="2689296"/>
            <a:ext cx="3600183" cy="1479408"/>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FEEE9F"/>
              </a:buClr>
              <a:buSzPts val="4000"/>
              <a:buNone/>
            </a:pPr>
            <a:r>
              <a:rPr lang="en-US" sz="4000">
                <a:solidFill>
                  <a:srgbClr val="FEEE9F"/>
                </a:solidFill>
              </a:rPr>
              <a:t>Guest </a:t>
            </a:r>
            <a:br>
              <a:rPr lang="en-US" sz="4000">
                <a:solidFill>
                  <a:srgbClr val="FEEE9F"/>
                </a:solidFill>
              </a:rPr>
            </a:br>
            <a:r>
              <a:rPr lang="en-US" sz="4000">
                <a:solidFill>
                  <a:srgbClr val="FEEE9F"/>
                </a:solidFill>
              </a:rPr>
              <a:t>Hospitality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0" name="Shape 1120"/>
        <p:cNvGrpSpPr/>
        <p:nvPr/>
      </p:nvGrpSpPr>
      <p:grpSpPr>
        <a:xfrm>
          <a:off x="0" y="0"/>
          <a:ext cx="0" cy="0"/>
          <a:chOff x="0" y="0"/>
          <a:chExt cx="0" cy="0"/>
        </a:xfrm>
      </p:grpSpPr>
      <p:sp>
        <p:nvSpPr>
          <p:cNvPr id="1121" name="Google Shape;1121;p16"/>
          <p:cNvSpPr txBox="1"/>
          <p:nvPr>
            <p:ph type="title"/>
          </p:nvPr>
        </p:nvSpPr>
        <p:spPr>
          <a:xfrm>
            <a:off x="1755422" y="290129"/>
            <a:ext cx="4913392"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181818"/>
              </a:buClr>
              <a:buSzPts val="4000"/>
              <a:buNone/>
            </a:pPr>
            <a:r>
              <a:rPr lang="en-US" sz="4000">
                <a:solidFill>
                  <a:srgbClr val="181818"/>
                </a:solidFill>
              </a:rPr>
              <a:t>Guest Hospitality</a:t>
            </a:r>
            <a:endParaRPr/>
          </a:p>
        </p:txBody>
      </p:sp>
      <p:sp>
        <p:nvSpPr>
          <p:cNvPr id="1122" name="Google Shape;1122;p16"/>
          <p:cNvSpPr txBox="1"/>
          <p:nvPr>
            <p:ph idx="1" type="body"/>
          </p:nvPr>
        </p:nvSpPr>
        <p:spPr>
          <a:xfrm>
            <a:off x="361244" y="3429000"/>
            <a:ext cx="6897512" cy="2531533"/>
          </a:xfrm>
          <a:prstGeom prst="rect">
            <a:avLst/>
          </a:prstGeom>
          <a:solidFill>
            <a:srgbClr val="F5F5F5">
              <a:alpha val="69804"/>
            </a:srgbClr>
          </a:solidFill>
          <a:ln>
            <a:noFill/>
          </a:ln>
        </p:spPr>
        <p:txBody>
          <a:bodyPr anchorCtr="0" anchor="t" bIns="45700" lIns="91425" spcFirstLastPara="1" rIns="91425" wrap="square" tIns="45700">
            <a:normAutofit fontScale="92500"/>
          </a:bodyPr>
          <a:lstStyle/>
          <a:p>
            <a:pPr indent="-346075" lvl="0" marL="346075" rtl="0" algn="l">
              <a:lnSpc>
                <a:spcPct val="90000"/>
              </a:lnSpc>
              <a:spcBef>
                <a:spcPts val="0"/>
              </a:spcBef>
              <a:spcAft>
                <a:spcPts val="0"/>
              </a:spcAft>
              <a:buClr>
                <a:schemeClr val="dk1"/>
              </a:buClr>
              <a:buSzPct val="100000"/>
              <a:buFont typeface="Noto Sans Symbols"/>
              <a:buChar char="▪"/>
            </a:pPr>
            <a:r>
              <a:rPr lang="en-US"/>
              <a:t>Welcome guests</a:t>
            </a:r>
            <a:endParaRPr/>
          </a:p>
          <a:p>
            <a:pPr indent="-346075" lvl="0" marL="346075" rtl="0" algn="l">
              <a:lnSpc>
                <a:spcPct val="90000"/>
              </a:lnSpc>
              <a:spcBef>
                <a:spcPts val="1000"/>
              </a:spcBef>
              <a:spcAft>
                <a:spcPts val="0"/>
              </a:spcAft>
              <a:buClr>
                <a:schemeClr val="dk1"/>
              </a:buClr>
              <a:buSzPct val="100000"/>
              <a:buFont typeface="Noto Sans Symbols"/>
              <a:buChar char="▪"/>
            </a:pPr>
            <a:r>
              <a:rPr lang="en-US"/>
              <a:t>Provide information packets</a:t>
            </a:r>
            <a:endParaRPr/>
          </a:p>
          <a:p>
            <a:pPr indent="-346075" lvl="0" marL="346075" rtl="0" algn="l">
              <a:lnSpc>
                <a:spcPct val="90000"/>
              </a:lnSpc>
              <a:spcBef>
                <a:spcPts val="1000"/>
              </a:spcBef>
              <a:spcAft>
                <a:spcPts val="0"/>
              </a:spcAft>
              <a:buClr>
                <a:schemeClr val="dk1"/>
              </a:buClr>
              <a:buSzPct val="100000"/>
              <a:buFont typeface="Noto Sans Symbols"/>
              <a:buChar char="▪"/>
            </a:pPr>
            <a:r>
              <a:rPr lang="en-US"/>
              <a:t>Introduce guests to the club</a:t>
            </a:r>
            <a:endParaRPr/>
          </a:p>
          <a:p>
            <a:pPr indent="-346075" lvl="0" marL="346075" rtl="0" algn="l">
              <a:lnSpc>
                <a:spcPct val="90000"/>
              </a:lnSpc>
              <a:spcBef>
                <a:spcPts val="1000"/>
              </a:spcBef>
              <a:spcAft>
                <a:spcPts val="0"/>
              </a:spcAft>
              <a:buClr>
                <a:schemeClr val="dk1"/>
              </a:buClr>
              <a:buSzPct val="100000"/>
              <a:buFont typeface="Noto Sans Symbols"/>
              <a:buChar char="▪"/>
            </a:pPr>
            <a:r>
              <a:rPr lang="en-US"/>
              <a:t>Seat them next to an experienced member</a:t>
            </a:r>
            <a:endParaRPr/>
          </a:p>
          <a:p>
            <a:pPr indent="-346075" lvl="0" marL="346075" rtl="0" algn="l">
              <a:lnSpc>
                <a:spcPct val="90000"/>
              </a:lnSpc>
              <a:spcBef>
                <a:spcPts val="1000"/>
              </a:spcBef>
              <a:spcAft>
                <a:spcPts val="0"/>
              </a:spcAft>
              <a:buClr>
                <a:schemeClr val="dk1"/>
              </a:buClr>
              <a:buSzPct val="100000"/>
              <a:buFont typeface="Noto Sans Symbols"/>
              <a:buChar char="▪"/>
            </a:pPr>
            <a:r>
              <a:rPr lang="en-US"/>
              <a:t>Invite them to actively participate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7" name="Shape 1127"/>
        <p:cNvGrpSpPr/>
        <p:nvPr/>
      </p:nvGrpSpPr>
      <p:grpSpPr>
        <a:xfrm>
          <a:off x="0" y="0"/>
          <a:ext cx="0" cy="0"/>
          <a:chOff x="0" y="0"/>
          <a:chExt cx="0" cy="0"/>
        </a:xfrm>
      </p:grpSpPr>
      <p:sp>
        <p:nvSpPr>
          <p:cNvPr id="1128" name="Google Shape;1128;p17"/>
          <p:cNvSpPr txBox="1"/>
          <p:nvPr>
            <p:ph type="title"/>
          </p:nvPr>
        </p:nvSpPr>
        <p:spPr>
          <a:xfrm>
            <a:off x="887236" y="442529"/>
            <a:ext cx="6563133"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4165"/>
              </a:buClr>
              <a:buSzPts val="3600"/>
              <a:buNone/>
            </a:pPr>
            <a:r>
              <a:rPr lang="en-US">
                <a:solidFill>
                  <a:srgbClr val="004165"/>
                </a:solidFill>
              </a:rPr>
              <a:t>Collecting Guest Information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3" name="Shape 1133"/>
        <p:cNvGrpSpPr/>
        <p:nvPr/>
      </p:nvGrpSpPr>
      <p:grpSpPr>
        <a:xfrm>
          <a:off x="0" y="0"/>
          <a:ext cx="0" cy="0"/>
          <a:chOff x="0" y="0"/>
          <a:chExt cx="0" cy="0"/>
        </a:xfrm>
      </p:grpSpPr>
      <p:sp>
        <p:nvSpPr>
          <p:cNvPr id="1134" name="Google Shape;1134;p18"/>
          <p:cNvSpPr txBox="1"/>
          <p:nvPr>
            <p:ph type="title"/>
          </p:nvPr>
        </p:nvSpPr>
        <p:spPr>
          <a:xfrm>
            <a:off x="277934" y="436884"/>
            <a:ext cx="6032555"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33333"/>
              </a:buClr>
              <a:buSzPts val="3600"/>
              <a:buNone/>
            </a:pPr>
            <a:r>
              <a:rPr lang="en-US"/>
              <a:t>Data Protection &amp; GDPR</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9" name="Shape 1139"/>
        <p:cNvGrpSpPr/>
        <p:nvPr/>
      </p:nvGrpSpPr>
      <p:grpSpPr>
        <a:xfrm>
          <a:off x="0" y="0"/>
          <a:ext cx="0" cy="0"/>
          <a:chOff x="0" y="0"/>
          <a:chExt cx="0" cy="0"/>
        </a:xfrm>
      </p:grpSpPr>
      <p:sp>
        <p:nvSpPr>
          <p:cNvPr id="1140" name="Google Shape;1140;p19"/>
          <p:cNvSpPr txBox="1"/>
          <p:nvPr>
            <p:ph type="title"/>
          </p:nvPr>
        </p:nvSpPr>
        <p:spPr>
          <a:xfrm>
            <a:off x="2695903" y="295773"/>
            <a:ext cx="4666594" cy="649224"/>
          </a:xfrm>
          <a:prstGeom prst="rect">
            <a:avLst/>
          </a:prstGeom>
          <a:solidFill>
            <a:srgbClr val="FFFFFF">
              <a:alpha val="69804"/>
            </a:srgbClr>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181818"/>
              </a:buClr>
              <a:buSzPts val="4000"/>
              <a:buNone/>
            </a:pPr>
            <a:r>
              <a:rPr lang="en-US" sz="4000">
                <a:solidFill>
                  <a:srgbClr val="181818"/>
                </a:solidFill>
              </a:rPr>
              <a:t>Member Relations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45" name="Shape 1145"/>
        <p:cNvGrpSpPr/>
        <p:nvPr/>
      </p:nvGrpSpPr>
      <p:grpSpPr>
        <a:xfrm>
          <a:off x="0" y="0"/>
          <a:ext cx="0" cy="0"/>
          <a:chOff x="0" y="0"/>
          <a:chExt cx="0" cy="0"/>
        </a:xfrm>
      </p:grpSpPr>
      <p:sp>
        <p:nvSpPr>
          <p:cNvPr id="1146" name="Google Shape;1146;p20"/>
          <p:cNvSpPr txBox="1"/>
          <p:nvPr>
            <p:ph type="title"/>
          </p:nvPr>
        </p:nvSpPr>
        <p:spPr>
          <a:xfrm>
            <a:off x="277934" y="295773"/>
            <a:ext cx="11647366" cy="64922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000"/>
              <a:buNone/>
            </a:pPr>
            <a:r>
              <a:rPr lang="en-US" sz="4000">
                <a:solidFill>
                  <a:schemeClr val="lt1"/>
                </a:solidFill>
              </a:rPr>
              <a:t>Member Relations</a:t>
            </a:r>
            <a:endParaRPr/>
          </a:p>
        </p:txBody>
      </p:sp>
      <p:sp>
        <p:nvSpPr>
          <p:cNvPr id="1147" name="Google Shape;1147;p20"/>
          <p:cNvSpPr txBox="1"/>
          <p:nvPr/>
        </p:nvSpPr>
        <p:spPr>
          <a:xfrm>
            <a:off x="277934" y="3673367"/>
            <a:ext cx="4908921" cy="2166326"/>
          </a:xfrm>
          <a:prstGeom prst="rect">
            <a:avLst/>
          </a:prstGeom>
          <a:solidFill>
            <a:srgbClr val="181818">
              <a:alpha val="30196"/>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3200"/>
              <a:buFont typeface="Arial"/>
              <a:buNone/>
            </a:pPr>
            <a:r>
              <a:rPr b="1" i="0" lang="en-US" sz="3200" u="none" cap="none" strike="noStrike">
                <a:solidFill>
                  <a:srgbClr val="FFFFFF"/>
                </a:solidFill>
                <a:latin typeface="Arial"/>
                <a:ea typeface="Arial"/>
                <a:cs typeface="Arial"/>
                <a:sym typeface="Arial"/>
              </a:rPr>
              <a:t>Celebrate Successes</a:t>
            </a:r>
            <a:endParaRPr/>
          </a:p>
          <a:p>
            <a:pPr indent="0" lvl="0" marL="0" marR="0" rtl="0" algn="l">
              <a:lnSpc>
                <a:spcPct val="100000"/>
              </a:lnSpc>
              <a:spcBef>
                <a:spcPts val="600"/>
              </a:spcBef>
              <a:spcAft>
                <a:spcPts val="600"/>
              </a:spcAft>
              <a:buClr>
                <a:srgbClr val="FFFFFF"/>
              </a:buClr>
              <a:buSzPts val="2800"/>
              <a:buFont typeface="Arial"/>
              <a:buNone/>
            </a:pPr>
            <a:r>
              <a:rPr b="0" i="1" lang="en-US" sz="2800" u="none" cap="none" strike="noStrike">
                <a:solidFill>
                  <a:srgbClr val="FFFFFF"/>
                </a:solidFill>
                <a:latin typeface="Arial"/>
                <a:ea typeface="Arial"/>
                <a:cs typeface="Arial"/>
                <a:sym typeface="Arial"/>
              </a:rPr>
              <a:t>Show your pride in member achievements and celebrate their learning journey. </a:t>
            </a:r>
            <a:endParaRPr b="0" i="0" sz="2800" u="none" cap="none" strike="noStrike">
              <a:solidFill>
                <a:srgbClr val="33333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2" name="Shape 1152"/>
        <p:cNvGrpSpPr/>
        <p:nvPr/>
      </p:nvGrpSpPr>
      <p:grpSpPr>
        <a:xfrm>
          <a:off x="0" y="0"/>
          <a:ext cx="0" cy="0"/>
          <a:chOff x="0" y="0"/>
          <a:chExt cx="0" cy="0"/>
        </a:xfrm>
      </p:grpSpPr>
      <p:sp>
        <p:nvSpPr>
          <p:cNvPr id="1153" name="Google Shape;1153;p21"/>
          <p:cNvSpPr txBox="1"/>
          <p:nvPr>
            <p:ph type="ctrTitle"/>
          </p:nvPr>
        </p:nvSpPr>
        <p:spPr>
          <a:xfrm>
            <a:off x="1524000" y="2609306"/>
            <a:ext cx="9144000" cy="73152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333333"/>
              </a:buClr>
              <a:buSzPts val="4400"/>
              <a:buNone/>
            </a:pPr>
            <a:r>
              <a:rPr lang="en-US" sz="4400"/>
              <a:t>Best Practices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8" name="Shape 1158"/>
        <p:cNvGrpSpPr/>
        <p:nvPr/>
      </p:nvGrpSpPr>
      <p:grpSpPr>
        <a:xfrm>
          <a:off x="0" y="0"/>
          <a:ext cx="0" cy="0"/>
          <a:chOff x="0" y="0"/>
          <a:chExt cx="0" cy="0"/>
        </a:xfrm>
      </p:grpSpPr>
      <p:sp>
        <p:nvSpPr>
          <p:cNvPr id="1159" name="Google Shape;1159;p22"/>
          <p:cNvSpPr txBox="1"/>
          <p:nvPr>
            <p:ph idx="1" type="body"/>
          </p:nvPr>
        </p:nvSpPr>
        <p:spPr>
          <a:xfrm>
            <a:off x="379534" y="1882508"/>
            <a:ext cx="5417311" cy="3655913"/>
          </a:xfrm>
          <a:prstGeom prst="rect">
            <a:avLst/>
          </a:prstGeom>
          <a:solidFill>
            <a:srgbClr val="181818">
              <a:alpha val="30196"/>
            </a:srgbClr>
          </a:solidFill>
          <a:ln>
            <a:noFill/>
          </a:ln>
        </p:spPr>
        <p:txBody>
          <a:bodyPr anchorCtr="0" anchor="t" bIns="45700" lIns="91425" spcFirstLastPara="1" rIns="91425" wrap="square" tIns="45700">
            <a:noAutofit/>
          </a:bodyPr>
          <a:lstStyle/>
          <a:p>
            <a:pPr indent="-457200" lvl="0" marL="457200" rtl="0" algn="l">
              <a:lnSpc>
                <a:spcPct val="120000"/>
              </a:lnSpc>
              <a:spcBef>
                <a:spcPts val="0"/>
              </a:spcBef>
              <a:spcAft>
                <a:spcPts val="0"/>
              </a:spcAft>
              <a:buClr>
                <a:schemeClr val="lt1"/>
              </a:buClr>
              <a:buSzPts val="3360"/>
              <a:buFont typeface="Noto Sans Symbols"/>
              <a:buChar char="✔"/>
            </a:pPr>
            <a:r>
              <a:rPr lang="en-US">
                <a:solidFill>
                  <a:schemeClr val="lt1"/>
                </a:solidFill>
              </a:rPr>
              <a:t>Arrive early and be prepared</a:t>
            </a:r>
            <a:endParaRPr/>
          </a:p>
          <a:p>
            <a:pPr indent="-457200" lvl="0" marL="457200" rtl="0" algn="l">
              <a:lnSpc>
                <a:spcPct val="120000"/>
              </a:lnSpc>
              <a:spcBef>
                <a:spcPts val="0"/>
              </a:spcBef>
              <a:spcAft>
                <a:spcPts val="0"/>
              </a:spcAft>
              <a:buClr>
                <a:schemeClr val="lt1"/>
              </a:buClr>
              <a:buSzPts val="3360"/>
              <a:buFont typeface="Noto Sans Symbols"/>
              <a:buChar char="✔"/>
            </a:pPr>
            <a:r>
              <a:rPr lang="en-US">
                <a:solidFill>
                  <a:schemeClr val="lt1"/>
                </a:solidFill>
              </a:rPr>
              <a:t>Create a professional and welcoming environment</a:t>
            </a:r>
            <a:endParaRPr/>
          </a:p>
          <a:p>
            <a:pPr indent="-457200" lvl="0" marL="457200" rtl="0" algn="l">
              <a:lnSpc>
                <a:spcPct val="120000"/>
              </a:lnSpc>
              <a:spcBef>
                <a:spcPts val="0"/>
              </a:spcBef>
              <a:spcAft>
                <a:spcPts val="0"/>
              </a:spcAft>
              <a:buClr>
                <a:schemeClr val="lt1"/>
              </a:buClr>
              <a:buSzPts val="3360"/>
              <a:buFont typeface="Noto Sans Symbols"/>
              <a:buChar char="✔"/>
            </a:pPr>
            <a:r>
              <a:rPr lang="en-US">
                <a:solidFill>
                  <a:schemeClr val="lt1"/>
                </a:solidFill>
              </a:rPr>
              <a:t>Manage equipment and supplies</a:t>
            </a:r>
            <a:endParaRPr/>
          </a:p>
          <a:p>
            <a:pPr indent="-457200" lvl="0" marL="457200" rtl="0" algn="l">
              <a:lnSpc>
                <a:spcPct val="120000"/>
              </a:lnSpc>
              <a:spcBef>
                <a:spcPts val="0"/>
              </a:spcBef>
              <a:spcAft>
                <a:spcPts val="0"/>
              </a:spcAft>
              <a:buClr>
                <a:schemeClr val="lt1"/>
              </a:buClr>
              <a:buSzPts val="3360"/>
              <a:buFont typeface="Noto Sans Symbols"/>
              <a:buChar char="✔"/>
            </a:pPr>
            <a:r>
              <a:rPr lang="en-US">
                <a:solidFill>
                  <a:schemeClr val="lt1"/>
                </a:solidFill>
              </a:rPr>
              <a:t>Adapt and stay calm under pressure</a:t>
            </a:r>
            <a:endParaRPr/>
          </a:p>
        </p:txBody>
      </p:sp>
      <p:sp>
        <p:nvSpPr>
          <p:cNvPr id="1160" name="Google Shape;1160;p22"/>
          <p:cNvSpPr txBox="1"/>
          <p:nvPr>
            <p:ph type="title"/>
          </p:nvPr>
        </p:nvSpPr>
        <p:spPr>
          <a:xfrm>
            <a:off x="379534" y="754335"/>
            <a:ext cx="4696963" cy="649224"/>
          </a:xfrm>
          <a:prstGeom prst="rect">
            <a:avLst/>
          </a:prstGeom>
          <a:solidFill>
            <a:srgbClr val="6E605F">
              <a:alpha val="70196"/>
            </a:srgbClr>
          </a:solidFill>
          <a:ln>
            <a:noFill/>
          </a:ln>
        </p:spPr>
        <p:txBody>
          <a:bodyPr anchorCtr="0" anchor="ctr" bIns="45700" lIns="180000" spcFirstLastPara="1" rIns="91425" wrap="square" tIns="45700">
            <a:normAutofit/>
          </a:bodyPr>
          <a:lstStyle/>
          <a:p>
            <a:pPr indent="0" lvl="0" marL="0" rtl="0" algn="l">
              <a:lnSpc>
                <a:spcPct val="90000"/>
              </a:lnSpc>
              <a:spcBef>
                <a:spcPts val="0"/>
              </a:spcBef>
              <a:spcAft>
                <a:spcPts val="0"/>
              </a:spcAft>
              <a:buClr>
                <a:schemeClr val="lt1"/>
              </a:buClr>
              <a:buSzPts val="4000"/>
              <a:buNone/>
            </a:pPr>
            <a:r>
              <a:rPr lang="en-US" sz="4000">
                <a:solidFill>
                  <a:schemeClr val="lt1"/>
                </a:solidFill>
              </a:rPr>
              <a:t>Best Practices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65" name="Shape 1165"/>
        <p:cNvGrpSpPr/>
        <p:nvPr/>
      </p:nvGrpSpPr>
      <p:grpSpPr>
        <a:xfrm>
          <a:off x="0" y="0"/>
          <a:ext cx="0" cy="0"/>
          <a:chOff x="0" y="0"/>
          <a:chExt cx="0" cy="0"/>
        </a:xfrm>
      </p:grpSpPr>
      <p:sp>
        <p:nvSpPr>
          <p:cNvPr id="1166" name="Google Shape;1166;p23"/>
          <p:cNvSpPr txBox="1"/>
          <p:nvPr>
            <p:ph type="title"/>
          </p:nvPr>
        </p:nvSpPr>
        <p:spPr>
          <a:xfrm>
            <a:off x="8432737" y="290498"/>
            <a:ext cx="2653538" cy="649224"/>
          </a:xfrm>
          <a:prstGeom prst="rect">
            <a:avLst/>
          </a:prstGeom>
          <a:solidFill>
            <a:srgbClr val="E5E7E4">
              <a:alpha val="80000"/>
            </a:srgbClr>
          </a:solid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401F0B"/>
              </a:buClr>
              <a:buSzPts val="3600"/>
              <a:buNone/>
            </a:pPr>
            <a:r>
              <a:rPr lang="en-US">
                <a:solidFill>
                  <a:srgbClr val="401F0B"/>
                </a:solidFill>
              </a:rPr>
              <a:t>Important</a:t>
            </a:r>
            <a:endParaRPr/>
          </a:p>
        </p:txBody>
      </p:sp>
      <p:sp>
        <p:nvSpPr>
          <p:cNvPr id="1167" name="Google Shape;1167;p23"/>
          <p:cNvSpPr txBox="1"/>
          <p:nvPr/>
        </p:nvSpPr>
        <p:spPr>
          <a:xfrm>
            <a:off x="8432737" y="3429000"/>
            <a:ext cx="2653538" cy="2193220"/>
          </a:xfrm>
          <a:prstGeom prst="rect">
            <a:avLst/>
          </a:prstGeom>
          <a:solidFill>
            <a:srgbClr val="F1F1F1">
              <a:alpha val="80000"/>
            </a:srgbClr>
          </a:solidFill>
          <a:ln>
            <a:noFill/>
          </a:ln>
        </p:spPr>
        <p:txBody>
          <a:bodyPr anchorCtr="0" anchor="ctr" bIns="45700" lIns="91425" spcFirstLastPara="1" rIns="91425" wrap="square" tIns="45700">
            <a:noAutofit/>
          </a:bodyPr>
          <a:lstStyle/>
          <a:p>
            <a:pPr indent="0" lvl="0" marL="0" marR="0" rtl="0" algn="l">
              <a:lnSpc>
                <a:spcPct val="131250"/>
              </a:lnSpc>
              <a:spcBef>
                <a:spcPts val="0"/>
              </a:spcBef>
              <a:spcAft>
                <a:spcPts val="0"/>
              </a:spcAft>
              <a:buClr>
                <a:srgbClr val="FFFFFF"/>
              </a:buClr>
              <a:buSzPts val="3200"/>
              <a:buFont typeface="Arial"/>
              <a:buNone/>
            </a:pPr>
            <a:r>
              <a:rPr b="1" i="0" lang="en-US" sz="3200" u="none" cap="none" strike="noStrike">
                <a:solidFill>
                  <a:srgbClr val="181818"/>
                </a:solidFill>
                <a:latin typeface="Arial"/>
                <a:ea typeface="Arial"/>
                <a:cs typeface="Arial"/>
                <a:sym typeface="Arial"/>
              </a:rPr>
              <a:t>Engage and </a:t>
            </a:r>
            <a:endParaRPr/>
          </a:p>
          <a:p>
            <a:pPr indent="0" lvl="0" marL="0" marR="0" rtl="0" algn="l">
              <a:lnSpc>
                <a:spcPct val="131250"/>
              </a:lnSpc>
              <a:spcBef>
                <a:spcPts val="0"/>
              </a:spcBef>
              <a:spcAft>
                <a:spcPts val="0"/>
              </a:spcAft>
              <a:buClr>
                <a:srgbClr val="FFFFFF"/>
              </a:buClr>
              <a:buSzPts val="3200"/>
              <a:buFont typeface="Arial"/>
              <a:buNone/>
            </a:pPr>
            <a:r>
              <a:rPr b="1" i="0" lang="en-US" sz="3200" u="none" cap="none" strike="noStrike">
                <a:solidFill>
                  <a:srgbClr val="181818"/>
                </a:solidFill>
                <a:latin typeface="Arial"/>
                <a:ea typeface="Arial"/>
                <a:cs typeface="Arial"/>
                <a:sym typeface="Arial"/>
              </a:rPr>
              <a:t>coordinate </a:t>
            </a:r>
            <a:endParaRPr/>
          </a:p>
          <a:p>
            <a:pPr indent="0" lvl="0" marL="0" marR="0" rtl="0" algn="l">
              <a:lnSpc>
                <a:spcPct val="131250"/>
              </a:lnSpc>
              <a:spcBef>
                <a:spcPts val="0"/>
              </a:spcBef>
              <a:spcAft>
                <a:spcPts val="0"/>
              </a:spcAft>
              <a:buClr>
                <a:srgbClr val="FFFFFF"/>
              </a:buClr>
              <a:buSzPts val="3200"/>
              <a:buFont typeface="Arial"/>
              <a:buNone/>
            </a:pPr>
            <a:r>
              <a:rPr b="1" i="0" lang="en-US" sz="3200" u="none" cap="none" strike="noStrike">
                <a:solidFill>
                  <a:srgbClr val="181818"/>
                </a:solidFill>
                <a:latin typeface="Arial"/>
                <a:ea typeface="Arial"/>
                <a:cs typeface="Arial"/>
                <a:sym typeface="Arial"/>
              </a:rPr>
              <a:t>with other </a:t>
            </a:r>
            <a:endParaRPr/>
          </a:p>
          <a:p>
            <a:pPr indent="0" lvl="0" marL="0" marR="0" rtl="0" algn="l">
              <a:lnSpc>
                <a:spcPct val="131250"/>
              </a:lnSpc>
              <a:spcBef>
                <a:spcPts val="0"/>
              </a:spcBef>
              <a:spcAft>
                <a:spcPts val="0"/>
              </a:spcAft>
              <a:buClr>
                <a:srgbClr val="FFFFFF"/>
              </a:buClr>
              <a:buSzPts val="3200"/>
              <a:buFont typeface="Arial"/>
              <a:buNone/>
            </a:pPr>
            <a:r>
              <a:rPr b="1" i="0" lang="en-US" sz="3200" u="none" cap="none" strike="noStrike">
                <a:solidFill>
                  <a:srgbClr val="181818"/>
                </a:solidFill>
                <a:latin typeface="Arial"/>
                <a:ea typeface="Arial"/>
                <a:cs typeface="Arial"/>
                <a:sym typeface="Arial"/>
              </a:rPr>
              <a:t>club officers</a:t>
            </a:r>
            <a:endParaRPr b="0" i="0" sz="3200" u="none" cap="none" strike="noStrike">
              <a:solidFill>
                <a:srgbClr val="181818"/>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2" name="Shape 1172"/>
        <p:cNvGrpSpPr/>
        <p:nvPr/>
      </p:nvGrpSpPr>
      <p:grpSpPr>
        <a:xfrm>
          <a:off x="0" y="0"/>
          <a:ext cx="0" cy="0"/>
          <a:chOff x="0" y="0"/>
          <a:chExt cx="0" cy="0"/>
        </a:xfrm>
      </p:grpSpPr>
      <p:sp>
        <p:nvSpPr>
          <p:cNvPr id="1173" name="Google Shape;1173;p24"/>
          <p:cNvSpPr txBox="1"/>
          <p:nvPr>
            <p:ph type="title"/>
          </p:nvPr>
        </p:nvSpPr>
        <p:spPr>
          <a:xfrm>
            <a:off x="799553" y="3443816"/>
            <a:ext cx="4395902" cy="1599719"/>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191919"/>
              </a:buClr>
              <a:buSzPts val="4400"/>
              <a:buNone/>
            </a:pPr>
            <a:r>
              <a:rPr lang="en-US" sz="4400">
                <a:solidFill>
                  <a:srgbClr val="191919"/>
                </a:solidFill>
              </a:rPr>
              <a:t>Questions &amp; </a:t>
            </a:r>
            <a:br>
              <a:rPr lang="en-US" sz="4400">
                <a:solidFill>
                  <a:srgbClr val="191919"/>
                </a:solidFill>
              </a:rPr>
            </a:br>
            <a:r>
              <a:rPr lang="en-US" sz="4400">
                <a:solidFill>
                  <a:srgbClr val="191919"/>
                </a:solidFill>
              </a:rPr>
              <a:t>Answers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78" name="Shape 1178"/>
        <p:cNvGrpSpPr/>
        <p:nvPr/>
      </p:nvGrpSpPr>
      <p:grpSpPr>
        <a:xfrm>
          <a:off x="0" y="0"/>
          <a:ext cx="0" cy="0"/>
          <a:chOff x="0" y="0"/>
          <a:chExt cx="0" cy="0"/>
        </a:xfrm>
      </p:grpSpPr>
      <p:sp>
        <p:nvSpPr>
          <p:cNvPr id="1179" name="Google Shape;1179;p25"/>
          <p:cNvSpPr txBox="1"/>
          <p:nvPr>
            <p:ph type="title"/>
          </p:nvPr>
        </p:nvSpPr>
        <p:spPr>
          <a:xfrm>
            <a:off x="549551" y="1472241"/>
            <a:ext cx="3375379" cy="64922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000"/>
              <a:buNone/>
            </a:pPr>
            <a:r>
              <a:rPr lang="en-US" sz="4000">
                <a:solidFill>
                  <a:srgbClr val="000000"/>
                </a:solidFill>
              </a:rPr>
              <a:t>Next Steps</a:t>
            </a:r>
            <a:endParaRPr/>
          </a:p>
        </p:txBody>
      </p:sp>
      <p:sp>
        <p:nvSpPr>
          <p:cNvPr id="1180" name="Google Shape;1180;p25"/>
          <p:cNvSpPr txBox="1"/>
          <p:nvPr>
            <p:ph idx="1" type="body"/>
          </p:nvPr>
        </p:nvSpPr>
        <p:spPr>
          <a:xfrm>
            <a:off x="6802876" y="409903"/>
            <a:ext cx="5379212" cy="5783499"/>
          </a:xfrm>
          <a:prstGeom prst="rect">
            <a:avLst/>
          </a:prstGeom>
          <a:solidFill>
            <a:srgbClr val="E5E5E4"/>
          </a:solidFill>
          <a:ln>
            <a:noFill/>
          </a:ln>
        </p:spPr>
        <p:txBody>
          <a:bodyPr anchorCtr="0" anchor="t" bIns="45700" lIns="91425" spcFirstLastPara="1" rIns="91425" wrap="square" tIns="45700">
            <a:noAutofit/>
          </a:bodyPr>
          <a:lstStyle/>
          <a:p>
            <a:pPr indent="-465138" lvl="0" marL="465138" rtl="0" algn="l">
              <a:lnSpc>
                <a:spcPct val="90000"/>
              </a:lnSpc>
              <a:spcBef>
                <a:spcPts val="0"/>
              </a:spcBef>
              <a:spcAft>
                <a:spcPts val="0"/>
              </a:spcAft>
              <a:buClr>
                <a:srgbClr val="000000"/>
              </a:buClr>
              <a:buSzPts val="2600"/>
              <a:buFont typeface="Noto Sans Symbols"/>
              <a:buChar char="✔"/>
            </a:pPr>
            <a:r>
              <a:rPr lang="en-US" sz="2600">
                <a:solidFill>
                  <a:srgbClr val="000000"/>
                </a:solidFill>
              </a:rPr>
              <a:t>Attend District-sponsored club officer training program</a:t>
            </a:r>
            <a:endParaRPr/>
          </a:p>
          <a:p>
            <a:pPr indent="-465138" lvl="0" marL="465138" rtl="0" algn="l">
              <a:lnSpc>
                <a:spcPct val="90000"/>
              </a:lnSpc>
              <a:spcBef>
                <a:spcPts val="1000"/>
              </a:spcBef>
              <a:spcAft>
                <a:spcPts val="0"/>
              </a:spcAft>
              <a:buClr>
                <a:srgbClr val="000000"/>
              </a:buClr>
              <a:buSzPts val="2600"/>
              <a:buFont typeface="Noto Sans Symbols"/>
              <a:buChar char="❑"/>
            </a:pPr>
            <a:r>
              <a:rPr lang="en-US" sz="2600">
                <a:solidFill>
                  <a:srgbClr val="000000"/>
                </a:solidFill>
              </a:rPr>
              <a:t>Meet with outgoing and incoming club officers</a:t>
            </a:r>
            <a:endParaRPr/>
          </a:p>
          <a:p>
            <a:pPr indent="-465138" lvl="0" marL="465138" rtl="0" algn="l">
              <a:lnSpc>
                <a:spcPct val="90000"/>
              </a:lnSpc>
              <a:spcBef>
                <a:spcPts val="1000"/>
              </a:spcBef>
              <a:spcAft>
                <a:spcPts val="0"/>
              </a:spcAft>
              <a:buClr>
                <a:srgbClr val="000000"/>
              </a:buClr>
              <a:buSzPts val="2600"/>
              <a:buFont typeface="Noto Sans Symbols"/>
              <a:buChar char="❑"/>
            </a:pPr>
            <a:r>
              <a:rPr lang="en-US" sz="2600">
                <a:solidFill>
                  <a:srgbClr val="000000"/>
                </a:solidFill>
              </a:rPr>
              <a:t>Schedule your club meetings</a:t>
            </a:r>
            <a:endParaRPr/>
          </a:p>
          <a:p>
            <a:pPr indent="-465138" lvl="0" marL="465138" rtl="0" algn="l">
              <a:lnSpc>
                <a:spcPct val="90000"/>
              </a:lnSpc>
              <a:spcBef>
                <a:spcPts val="1000"/>
              </a:spcBef>
              <a:spcAft>
                <a:spcPts val="0"/>
              </a:spcAft>
              <a:buClr>
                <a:srgbClr val="000000"/>
              </a:buClr>
              <a:buSzPts val="2600"/>
              <a:buFont typeface="Noto Sans Symbols"/>
              <a:buChar char="❑"/>
            </a:pPr>
            <a:r>
              <a:rPr lang="en-US" sz="2600">
                <a:solidFill>
                  <a:srgbClr val="000000"/>
                </a:solidFill>
              </a:rPr>
              <a:t>Ask for volunteers to assist you</a:t>
            </a:r>
            <a:endParaRPr/>
          </a:p>
          <a:p>
            <a:pPr indent="-465138" lvl="0" marL="465138" rtl="0" algn="l">
              <a:lnSpc>
                <a:spcPct val="90000"/>
              </a:lnSpc>
              <a:spcBef>
                <a:spcPts val="1000"/>
              </a:spcBef>
              <a:spcAft>
                <a:spcPts val="0"/>
              </a:spcAft>
              <a:buClr>
                <a:srgbClr val="000000"/>
              </a:buClr>
              <a:buSzPts val="2600"/>
              <a:buFont typeface="Noto Sans Symbols"/>
              <a:buChar char="❑"/>
            </a:pPr>
            <a:r>
              <a:rPr lang="en-US" sz="2600">
                <a:solidFill>
                  <a:srgbClr val="000000"/>
                </a:solidFill>
              </a:rPr>
              <a:t>Introduce yourself to meeting space contacts (if applicable)</a:t>
            </a:r>
            <a:endParaRPr/>
          </a:p>
          <a:p>
            <a:pPr indent="-465138" lvl="0" marL="465138" rtl="0" algn="l">
              <a:lnSpc>
                <a:spcPct val="90000"/>
              </a:lnSpc>
              <a:spcBef>
                <a:spcPts val="1000"/>
              </a:spcBef>
              <a:spcAft>
                <a:spcPts val="0"/>
              </a:spcAft>
              <a:buClr>
                <a:srgbClr val="000000"/>
              </a:buClr>
              <a:buSzPts val="2600"/>
              <a:buFont typeface="Noto Sans Symbols"/>
              <a:buChar char="❑"/>
            </a:pPr>
            <a:r>
              <a:rPr lang="en-US" sz="2600">
                <a:solidFill>
                  <a:srgbClr val="000000"/>
                </a:solidFill>
              </a:rPr>
              <a:t>Request online administrator rights, if meetings are online</a:t>
            </a:r>
            <a:endParaRPr/>
          </a:p>
          <a:p>
            <a:pPr indent="-465138" lvl="0" marL="465138" rtl="0" algn="l">
              <a:lnSpc>
                <a:spcPct val="90000"/>
              </a:lnSpc>
              <a:spcBef>
                <a:spcPts val="1000"/>
              </a:spcBef>
              <a:spcAft>
                <a:spcPts val="0"/>
              </a:spcAft>
              <a:buClr>
                <a:srgbClr val="000000"/>
              </a:buClr>
              <a:buSzPts val="2600"/>
              <a:buFont typeface="Noto Sans Symbols"/>
              <a:buChar char="❑"/>
            </a:pPr>
            <a:r>
              <a:rPr lang="en-US" sz="2600">
                <a:solidFill>
                  <a:srgbClr val="000000"/>
                </a:solidFill>
              </a:rPr>
              <a:t>Read Club Leadership Handbook, DCP and CSP</a:t>
            </a:r>
            <a:endParaRPr/>
          </a:p>
          <a:p>
            <a:pPr indent="-465138" lvl="0" marL="465138" rtl="0" algn="l">
              <a:lnSpc>
                <a:spcPct val="90000"/>
              </a:lnSpc>
              <a:spcBef>
                <a:spcPts val="1000"/>
              </a:spcBef>
              <a:spcAft>
                <a:spcPts val="0"/>
              </a:spcAft>
              <a:buClr>
                <a:srgbClr val="000000"/>
              </a:buClr>
              <a:buSzPts val="2600"/>
              <a:buFont typeface="Noto Sans Symbols"/>
              <a:buChar char="❑"/>
            </a:pPr>
            <a:r>
              <a:rPr lang="en-US" sz="2600">
                <a:solidFill>
                  <a:srgbClr val="000000"/>
                </a:solidFill>
              </a:rPr>
              <a:t>Contribute to the CSP</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5" name="Shape 1185"/>
        <p:cNvGrpSpPr/>
        <p:nvPr/>
      </p:nvGrpSpPr>
      <p:grpSpPr>
        <a:xfrm>
          <a:off x="0" y="0"/>
          <a:ext cx="0" cy="0"/>
          <a:chOff x="0" y="0"/>
          <a:chExt cx="0" cy="0"/>
        </a:xfrm>
      </p:grpSpPr>
      <p:sp>
        <p:nvSpPr>
          <p:cNvPr id="1186" name="Google Shape;1186;p26"/>
          <p:cNvSpPr txBox="1"/>
          <p:nvPr/>
        </p:nvSpPr>
        <p:spPr>
          <a:xfrm>
            <a:off x="1471612" y="3218306"/>
            <a:ext cx="9329737" cy="175432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3600" u="none" cap="none" strike="noStrike">
                <a:solidFill>
                  <a:schemeClr val="lt1"/>
                </a:solidFill>
                <a:latin typeface="Arial"/>
                <a:ea typeface="Arial"/>
                <a:cs typeface="Arial"/>
                <a:sym typeface="Arial"/>
              </a:rPr>
              <a:t>Build Momentum in Your Club  ̶  Act Now!</a:t>
            </a:r>
            <a:endParaRPr/>
          </a:p>
          <a:p>
            <a:pPr indent="0" lvl="0" marL="0" marR="0" rtl="0" algn="ctr">
              <a:spcBef>
                <a:spcPts val="0"/>
              </a:spcBef>
              <a:spcAft>
                <a:spcPts val="0"/>
              </a:spcAft>
              <a:buNone/>
            </a:pPr>
            <a:r>
              <a:t/>
            </a:r>
            <a:endParaRPr b="1" i="0" sz="3600" u="none" cap="none" strike="noStrike">
              <a:solidFill>
                <a:schemeClr val="lt1"/>
              </a:solidFill>
              <a:latin typeface="Arial"/>
              <a:ea typeface="Arial"/>
              <a:cs typeface="Arial"/>
              <a:sym typeface="Arial"/>
            </a:endParaRPr>
          </a:p>
          <a:p>
            <a:pPr indent="0" lvl="0" marL="0" marR="0" rtl="0" algn="ctr">
              <a:spcBef>
                <a:spcPts val="0"/>
              </a:spcBef>
              <a:spcAft>
                <a:spcPts val="0"/>
              </a:spcAft>
              <a:buNone/>
            </a:pPr>
            <a:r>
              <a:rPr b="1" i="0" lang="en-US" sz="3600" u="none" cap="none" strike="noStrike">
                <a:solidFill>
                  <a:schemeClr val="lt1"/>
                </a:solidFill>
                <a:latin typeface="Arial"/>
                <a:ea typeface="Arial"/>
                <a:cs typeface="Arial"/>
                <a:sym typeface="Arial"/>
              </a:rPr>
              <a:t>Thank you for serving as a club officer!</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Toastmasters Theme Dark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oastmasters Theme Dark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3_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TI Corporate: 4x3 – Title &amp; Content">
  <a:themeElements>
    <a:clrScheme name="Custom 8">
      <a:dk1>
        <a:srgbClr val="132E3E"/>
      </a:dk1>
      <a:lt1>
        <a:srgbClr val="FFFFFF"/>
      </a:lt1>
      <a:dk2>
        <a:srgbClr val="000000"/>
      </a:dk2>
      <a:lt2>
        <a:srgbClr val="C8C8C8"/>
      </a:lt2>
      <a:accent1>
        <a:srgbClr val="294364"/>
      </a:accent1>
      <a:accent2>
        <a:srgbClr val="652936"/>
      </a:accent2>
      <a:accent3>
        <a:srgbClr val="FFFFFF"/>
      </a:accent3>
      <a:accent4>
        <a:srgbClr val="000000"/>
      </a:accent4>
      <a:accent5>
        <a:srgbClr val="ACB0B8"/>
      </a:accent5>
      <a:accent6>
        <a:srgbClr val="5B2430"/>
      </a:accent6>
      <a:hlink>
        <a:srgbClr val="777777"/>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2_Toastmasters Theme Light Mode">
  <a:themeElements>
    <a:clrScheme name="Toastmasters">
      <a:dk1>
        <a:srgbClr val="333333"/>
      </a:dk1>
      <a:lt1>
        <a:srgbClr val="FFFFFF"/>
      </a:lt1>
      <a:dk2>
        <a:srgbClr val="012838"/>
      </a:dk2>
      <a:lt2>
        <a:srgbClr val="F5F5F5"/>
      </a:lt2>
      <a:accent1>
        <a:srgbClr val="B3C3D3"/>
      </a:accent1>
      <a:accent2>
        <a:srgbClr val="7B98B2"/>
      </a:accent2>
      <a:accent3>
        <a:srgbClr val="497593"/>
      </a:accent3>
      <a:accent4>
        <a:srgbClr val="0B5879"/>
      </a:accent4>
      <a:accent5>
        <a:srgbClr val="004061"/>
      </a:accent5>
      <a:accent6>
        <a:srgbClr val="004165"/>
      </a:accent6>
      <a:hlink>
        <a:srgbClr val="0248C2"/>
      </a:hlink>
      <a:folHlink>
        <a:srgbClr val="0248C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2025-05-24T22:22:32Z</dcterms:created>
  <dc:creator>Heather Blase</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5e2db6-eecf-4aa2-8fc3-174bf94bce19_Enabled">
    <vt:lpwstr>true</vt:lpwstr>
  </property>
  <property fmtid="{D5CDD505-2E9C-101B-9397-08002B2CF9AE}" pid="3" name="MSIP_Label_fb5e2db6-eecf-4aa2-8fc3-174bf94bce19_SetDate">
    <vt:lpwstr>2025-05-24T23:10:03Z</vt:lpwstr>
  </property>
  <property fmtid="{D5CDD505-2E9C-101B-9397-08002B2CF9AE}" pid="4" name="MSIP_Label_fb5e2db6-eecf-4aa2-8fc3-174bf94bce19_Method">
    <vt:lpwstr>Standard</vt:lpwstr>
  </property>
  <property fmtid="{D5CDD505-2E9C-101B-9397-08002B2CF9AE}" pid="5" name="MSIP_Label_fb5e2db6-eecf-4aa2-8fc3-174bf94bce19_Name">
    <vt:lpwstr>fb5e2db6-eecf-4aa2-8fc3-174bf94bce19</vt:lpwstr>
  </property>
  <property fmtid="{D5CDD505-2E9C-101B-9397-08002B2CF9AE}" pid="6" name="MSIP_Label_fb5e2db6-eecf-4aa2-8fc3-174bf94bce19_SiteId">
    <vt:lpwstr>ceb177bf-013b-49ab-8a9c-4abce32afc1e</vt:lpwstr>
  </property>
  <property fmtid="{D5CDD505-2E9C-101B-9397-08002B2CF9AE}" pid="7" name="MSIP_Label_fb5e2db6-eecf-4aa2-8fc3-174bf94bce19_ActionId">
    <vt:lpwstr>4641e0cd-521d-4fd7-9ba7-8be0871caa48</vt:lpwstr>
  </property>
  <property fmtid="{D5CDD505-2E9C-101B-9397-08002B2CF9AE}" pid="8" name="MSIP_Label_fb5e2db6-eecf-4aa2-8fc3-174bf94bce19_ContentBits">
    <vt:lpwstr>2</vt:lpwstr>
  </property>
  <property fmtid="{D5CDD505-2E9C-101B-9397-08002B2CF9AE}" pid="9" name="MSIP_Label_fb5e2db6-eecf-4aa2-8fc3-174bf94bce19_Tag">
    <vt:lpwstr>50, 3, 0, 1</vt:lpwstr>
  </property>
  <property fmtid="{D5CDD505-2E9C-101B-9397-08002B2CF9AE}" pid="10" name="ClassificationContentMarkingFooterLocations">
    <vt:lpwstr>Toastmasters Theme Light Mode:3\Toastmasters Theme Dark Mode:3</vt:lpwstr>
  </property>
  <property fmtid="{D5CDD505-2E9C-101B-9397-08002B2CF9AE}" pid="11" name="ClassificationContentMarkingFooterText">
    <vt:lpwstr>Caterpillar: Confidential Green</vt:lpwstr>
  </property>
  <property fmtid="{D5CDD505-2E9C-101B-9397-08002B2CF9AE}" pid="12" name="ContentTypeId">
    <vt:lpwstr>0x010100CB954E34E4EDFD49BC6F6961AA98779E</vt:lpwstr>
  </property>
</Properties>
</file>