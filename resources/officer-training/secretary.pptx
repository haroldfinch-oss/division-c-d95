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8" r:id="rId4"/>
    <p:sldMasterId id="2147483685" r:id="rId5"/>
    <p:sldMasterId id="2147483729" r:id="rId6"/>
    <p:sldMasterId id="2147483748" r:id="rId7"/>
    <p:sldMasterId id="214748377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Lst>
  <p:sldSz cy="6858000" cx="12192000"/>
  <p:notesSz cx="6858000" cy="9144000"/>
  <p:embeddedFontLst>
    <p:embeddedFont>
      <p:font typeface="Helvetica Neue"/>
      <p:regular r:id="rId35"/>
      <p:bold r:id="rId36"/>
      <p:italic r:id="rId37"/>
      <p:boldItalic r:id="rId38"/>
    </p:embeddedFont>
    <p:embeddedFont>
      <p:font typeface="Open Sans Light"/>
      <p:regular r:id="rId39"/>
      <p:bold r:id="rId40"/>
      <p:italic r:id="rId41"/>
      <p:boldItalic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iUZm5/J8gxU3zwdfBSVNBL/qMG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Light-bold.fntdata"/><Relationship Id="rId20" Type="http://schemas.openxmlformats.org/officeDocument/2006/relationships/slide" Target="slides/slide11.xml"/><Relationship Id="rId42" Type="http://schemas.openxmlformats.org/officeDocument/2006/relationships/font" Target="fonts/OpenSansLight-boldItalic.fntdata"/><Relationship Id="rId41" Type="http://schemas.openxmlformats.org/officeDocument/2006/relationships/font" Target="fonts/OpenSansLight-italic.fntdata"/><Relationship Id="rId22" Type="http://schemas.openxmlformats.org/officeDocument/2006/relationships/slide" Target="slides/slide13.xml"/><Relationship Id="rId44" Type="http://schemas.openxmlformats.org/officeDocument/2006/relationships/font" Target="fonts/OpenSans-bold.fntdata"/><Relationship Id="rId21" Type="http://schemas.openxmlformats.org/officeDocument/2006/relationships/slide" Target="slides/slide12.xml"/><Relationship Id="rId43" Type="http://schemas.openxmlformats.org/officeDocument/2006/relationships/font" Target="fonts/OpenSans-regular.fntdata"/><Relationship Id="rId24" Type="http://schemas.openxmlformats.org/officeDocument/2006/relationships/slide" Target="slides/slide15.xml"/><Relationship Id="rId46" Type="http://schemas.openxmlformats.org/officeDocument/2006/relationships/font" Target="fonts/OpenSans-boldItalic.fntdata"/><Relationship Id="rId23" Type="http://schemas.openxmlformats.org/officeDocument/2006/relationships/slide" Target="slides/slide14.xml"/><Relationship Id="rId45" Type="http://schemas.openxmlformats.org/officeDocument/2006/relationships/font" Target="fonts/OpenSans-italic.fntdata"/><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47" Type="http://customschemas.google.com/relationships/presentationmetadata" Target="metadata"/><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0.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font" Target="fonts/HelveticaNeue-regular.fntdata"/><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font" Target="fonts/HelveticaNeue-italic.fntdata"/><Relationship Id="rId14" Type="http://schemas.openxmlformats.org/officeDocument/2006/relationships/slide" Target="slides/slide5.xml"/><Relationship Id="rId36" Type="http://schemas.openxmlformats.org/officeDocument/2006/relationships/font" Target="fonts/HelveticaNeue-bold.fntdata"/><Relationship Id="rId17" Type="http://schemas.openxmlformats.org/officeDocument/2006/relationships/slide" Target="slides/slide8.xml"/><Relationship Id="rId39" Type="http://schemas.openxmlformats.org/officeDocument/2006/relationships/font" Target="fonts/OpenSansLight-regular.fntdata"/><Relationship Id="rId16" Type="http://schemas.openxmlformats.org/officeDocument/2006/relationships/slide" Target="slides/slide7.xml"/><Relationship Id="rId38" Type="http://schemas.openxmlformats.org/officeDocument/2006/relationships/font" Target="fonts/HelveticaNeue-bold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630237"/>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oastmasters.org/magazine/magazine-issues/2022/nov/club-secretary"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1:notes"/>
          <p:cNvSpPr/>
          <p:nvPr>
            <p:ph idx="2" type="sldImg"/>
          </p:nvPr>
        </p:nvSpPr>
        <p:spPr>
          <a:xfrm>
            <a:off x="685800" y="665163"/>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p1: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i="1" lang="en-US" sz="1200">
                <a:latin typeface="Arial"/>
                <a:ea typeface="Arial"/>
                <a:cs typeface="Arial"/>
                <a:sym typeface="Arial"/>
              </a:rPr>
              <a:t>A duration of 4 hours is recommended for Club Officer Training, allowing for comprehensive review and discussion of topics, like the Club Success Plan, the Distinguished Club Program, and leadership development. The full Club Officer Training is composed of three 1-hour sessions, but we recommend breaks between each session. This leaves approximately 30 to 45 minutes for another session or keynote presentation focused on the needs of the clubs in your District. </a:t>
            </a:r>
            <a:endParaRPr sz="1200">
              <a:latin typeface="Arial"/>
              <a:ea typeface="Arial"/>
              <a:cs typeface="Arial"/>
              <a:sym typeface="Arial"/>
            </a:endParaRPr>
          </a:p>
          <a:p>
            <a:pPr indent="0" lvl="0" marL="0" rtl="0" algn="l">
              <a:spcBef>
                <a:spcPts val="0"/>
              </a:spcBef>
              <a:spcAft>
                <a:spcPts val="0"/>
              </a:spcAft>
              <a:buNone/>
            </a:pPr>
            <a:r>
              <a:t/>
            </a:r>
            <a:endParaRPr/>
          </a:p>
        </p:txBody>
      </p:sp>
      <p:sp>
        <p:nvSpPr>
          <p:cNvPr id="1174" name="Google Shape;117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0" name="Google Shape;1180;p2: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lnSpc>
                <a:spcPct val="107000"/>
              </a:lnSpc>
              <a:spcBef>
                <a:spcPts val="800"/>
              </a:spcBef>
              <a:spcAft>
                <a:spcPts val="0"/>
              </a:spcAft>
              <a:buNone/>
            </a:pPr>
            <a:r>
              <a:rPr b="1" lang="en-US">
                <a:latin typeface="Arial"/>
                <a:ea typeface="Arial"/>
                <a:cs typeface="Arial"/>
                <a:sym typeface="Arial"/>
              </a:rPr>
              <a:t>Welcome to the Secretary training. </a:t>
            </a:r>
            <a:endParaRPr/>
          </a:p>
          <a:p>
            <a:pPr indent="0" lvl="0" marL="0" rtl="0" algn="l">
              <a:spcBef>
                <a:spcPts val="80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(To begin the session, </a:t>
            </a:r>
            <a:r>
              <a:rPr b="1" lang="en-US">
                <a:latin typeface="Arial"/>
                <a:ea typeface="Arial"/>
                <a:cs typeface="Arial"/>
                <a:sym typeface="Arial"/>
              </a:rPr>
              <a:t>ask</a:t>
            </a:r>
            <a:r>
              <a:rPr lang="en-US">
                <a:latin typeface="Arial"/>
                <a:ea typeface="Arial"/>
                <a:cs typeface="Arial"/>
                <a:sym typeface="Arial"/>
              </a:rPr>
              <a:t> the club secretaries why they are serving as club secretaries. If the training is online, have them enter their responses into the chat and ask the Chat Master to read a few aloud. </a:t>
            </a:r>
            <a:r>
              <a:rPr b="0" lang="en-US">
                <a:latin typeface="Arial"/>
                <a:ea typeface="Arial"/>
                <a:cs typeface="Arial"/>
                <a:sym typeface="Arial"/>
              </a:rPr>
              <a:t>If the training is physically in-person, </a:t>
            </a:r>
            <a:r>
              <a:rPr b="1" lang="en-US">
                <a:latin typeface="Arial"/>
                <a:ea typeface="Arial"/>
                <a:cs typeface="Arial"/>
                <a:sym typeface="Arial"/>
              </a:rPr>
              <a:t>ask</a:t>
            </a:r>
            <a:r>
              <a:rPr lang="en-US">
                <a:latin typeface="Arial"/>
                <a:ea typeface="Arial"/>
                <a:cs typeface="Arial"/>
                <a:sym typeface="Arial"/>
              </a:rPr>
              <a:t> a few of them to briefly verbalize their reason for serving in no more than ONE SENTENCE.)</a:t>
            </a:r>
            <a:endParaRPr/>
          </a:p>
        </p:txBody>
      </p:sp>
      <p:sp>
        <p:nvSpPr>
          <p:cNvPr id="1181" name="Google Shape;118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3:notes"/>
          <p:cNvSpPr/>
          <p:nvPr>
            <p:ph idx="2" type="sldImg"/>
          </p:nvPr>
        </p:nvSpPr>
        <p:spPr>
          <a:xfrm>
            <a:off x="914400" y="685800"/>
            <a:ext cx="5043488" cy="2836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p3: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1 minute</a:t>
            </a:r>
            <a:endParaRPr/>
          </a:p>
          <a:p>
            <a:pPr indent="0" lvl="0" marL="0" rtl="0" algn="l">
              <a:spcBef>
                <a:spcPts val="0"/>
              </a:spcBef>
              <a:spcAft>
                <a:spcPts val="0"/>
              </a:spcAft>
              <a:buNone/>
            </a:pPr>
            <a:r>
              <a:rPr b="1" lang="en-US" sz="1200">
                <a:latin typeface="Arial"/>
                <a:ea typeface="Arial"/>
                <a:cs typeface="Arial"/>
                <a:sym typeface="Arial"/>
              </a:rPr>
              <a:t>Elapsed time: 3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sz="900">
              <a:latin typeface="Arial"/>
              <a:ea typeface="Arial"/>
              <a:cs typeface="Arial"/>
              <a:sym typeface="Arial"/>
            </a:endParaRPr>
          </a:p>
          <a:p>
            <a:pPr indent="0" lvl="0" marL="0" rtl="0" algn="l">
              <a:spcBef>
                <a:spcPts val="800"/>
              </a:spcBef>
              <a:spcAft>
                <a:spcPts val="0"/>
              </a:spcAft>
              <a:buNone/>
            </a:pPr>
            <a:r>
              <a:rPr lang="en-US">
                <a:latin typeface="Arial"/>
                <a:ea typeface="Arial"/>
                <a:cs typeface="Arial"/>
                <a:sym typeface="Arial"/>
              </a:rPr>
              <a:t>(Briefly mention the high-level agenda items to be covered in the session.)</a:t>
            </a:r>
            <a:endParaRPr/>
          </a:p>
          <a:p>
            <a:pPr indent="0" lvl="0" marL="0" rtl="0" algn="l">
              <a:spcBef>
                <a:spcPts val="0"/>
              </a:spcBef>
              <a:spcAft>
                <a:spcPts val="0"/>
              </a:spcAft>
              <a:buNone/>
            </a:pPr>
            <a:r>
              <a:t/>
            </a:r>
            <a:endParaRPr>
              <a:latin typeface="Arial"/>
              <a:ea typeface="Arial"/>
              <a:cs typeface="Arial"/>
              <a:sym typeface="Arial"/>
            </a:endParaRPr>
          </a:p>
          <a:p>
            <a:pPr indent="-171450" lvl="0" marL="423450" marR="0" rtl="0" algn="l">
              <a:lnSpc>
                <a:spcPct val="100000"/>
              </a:lnSpc>
              <a:spcBef>
                <a:spcPts val="0"/>
              </a:spcBef>
              <a:spcAft>
                <a:spcPts val="0"/>
              </a:spcAft>
              <a:buClr>
                <a:schemeClr val="dk1"/>
              </a:buClr>
              <a:buSzPts val="1200"/>
              <a:buFont typeface="Arial"/>
              <a:buChar char="•"/>
            </a:pPr>
            <a:r>
              <a:rPr b="0" i="0" lang="en-US" u="none" strike="noStrike">
                <a:latin typeface="Arial"/>
                <a:ea typeface="Arial"/>
                <a:cs typeface="Arial"/>
                <a:sym typeface="Arial"/>
              </a:rPr>
              <a:t>Club Success Cycle</a:t>
            </a:r>
            <a:endParaRPr/>
          </a:p>
          <a:p>
            <a:pPr indent="-171450" lvl="0" marL="423450" rtl="0" algn="l">
              <a:spcBef>
                <a:spcPts val="0"/>
              </a:spcBef>
              <a:spcAft>
                <a:spcPts val="0"/>
              </a:spcAft>
              <a:buClr>
                <a:schemeClr val="dk1"/>
              </a:buClr>
              <a:buSzPts val="1200"/>
              <a:buFont typeface="Arial"/>
              <a:buChar char="•"/>
            </a:pPr>
            <a:r>
              <a:rPr b="0" i="0" lang="en-US" u="none" strike="noStrike">
                <a:latin typeface="Arial"/>
                <a:ea typeface="Arial"/>
                <a:cs typeface="Arial"/>
                <a:sym typeface="Arial"/>
              </a:rPr>
              <a:t>Transferrable Skills</a:t>
            </a:r>
            <a:endParaRPr/>
          </a:p>
          <a:p>
            <a:pPr indent="-171450" lvl="0" marL="423450" rtl="0" algn="l">
              <a:spcBef>
                <a:spcPts val="0"/>
              </a:spcBef>
              <a:spcAft>
                <a:spcPts val="0"/>
              </a:spcAft>
              <a:buClr>
                <a:schemeClr val="dk1"/>
              </a:buClr>
              <a:buSzPts val="1200"/>
              <a:buFont typeface="Arial"/>
              <a:buChar char="•"/>
            </a:pPr>
            <a:r>
              <a:rPr b="0" i="0" lang="en-US" u="none" strike="noStrike">
                <a:latin typeface="Arial"/>
                <a:ea typeface="Arial"/>
                <a:cs typeface="Arial"/>
                <a:sym typeface="Arial"/>
              </a:rPr>
              <a:t>Role &amp; Responsibilities</a:t>
            </a:r>
            <a:endParaRPr/>
          </a:p>
          <a:p>
            <a:pPr indent="-171450" lvl="0" marL="423450" rtl="0" algn="l">
              <a:spcBef>
                <a:spcPts val="0"/>
              </a:spcBef>
              <a:spcAft>
                <a:spcPts val="0"/>
              </a:spcAft>
              <a:buClr>
                <a:schemeClr val="dk1"/>
              </a:buClr>
              <a:buSzPts val="1200"/>
              <a:buFont typeface="Arial"/>
              <a:buChar char="•"/>
            </a:pPr>
            <a:r>
              <a:rPr b="0" i="0" lang="en-US" u="none" strike="noStrike">
                <a:latin typeface="Arial"/>
                <a:ea typeface="Arial"/>
                <a:cs typeface="Arial"/>
                <a:sym typeface="Arial"/>
              </a:rPr>
              <a:t>Best Practices</a:t>
            </a:r>
            <a:endParaRPr/>
          </a:p>
          <a:p>
            <a:pPr indent="-171450" lvl="0" marL="423450" rtl="0" algn="l">
              <a:spcBef>
                <a:spcPts val="0"/>
              </a:spcBef>
              <a:spcAft>
                <a:spcPts val="0"/>
              </a:spcAft>
              <a:buClr>
                <a:schemeClr val="dk1"/>
              </a:buClr>
              <a:buSzPts val="1200"/>
              <a:buFont typeface="Arial"/>
              <a:buChar char="•"/>
            </a:pPr>
            <a:r>
              <a:rPr b="0" i="0" lang="en-US" u="none" strike="noStrike">
                <a:latin typeface="Arial"/>
                <a:ea typeface="Arial"/>
                <a:cs typeface="Arial"/>
                <a:sym typeface="Arial"/>
              </a:rPr>
              <a:t>Resources</a:t>
            </a:r>
            <a:endParaRPr/>
          </a:p>
          <a:p>
            <a:pPr indent="-171450" lvl="0" marL="423450" rtl="0" algn="l">
              <a:spcBef>
                <a:spcPts val="0"/>
              </a:spcBef>
              <a:spcAft>
                <a:spcPts val="0"/>
              </a:spcAft>
              <a:buClr>
                <a:schemeClr val="dk1"/>
              </a:buClr>
              <a:buSzPts val="1200"/>
              <a:buFont typeface="Arial"/>
              <a:buChar char="•"/>
            </a:pPr>
            <a:r>
              <a:rPr b="0" i="0" lang="en-US" u="none" strike="noStrike">
                <a:latin typeface="Arial"/>
                <a:ea typeface="Arial"/>
                <a:cs typeface="Arial"/>
                <a:sym typeface="Arial"/>
              </a:rPr>
              <a:t>Test Questions</a:t>
            </a:r>
            <a:endParaRPr/>
          </a:p>
          <a:p>
            <a:pPr indent="-171450" lvl="0" marL="423450" rtl="0" algn="l">
              <a:spcBef>
                <a:spcPts val="0"/>
              </a:spcBef>
              <a:spcAft>
                <a:spcPts val="0"/>
              </a:spcAft>
              <a:buClr>
                <a:schemeClr val="dk1"/>
              </a:buClr>
              <a:buSzPts val="1200"/>
              <a:buFont typeface="Arial"/>
              <a:buChar char="•"/>
            </a:pPr>
            <a:r>
              <a:rPr b="0" i="0" lang="en-US" u="none" strike="noStrike">
                <a:latin typeface="Arial"/>
                <a:ea typeface="Arial"/>
                <a:cs typeface="Arial"/>
                <a:sym typeface="Arial"/>
              </a:rPr>
              <a:t>Q&amp;A</a:t>
            </a:r>
            <a:endParaRPr/>
          </a:p>
          <a:p>
            <a:pPr indent="-171450" lvl="0" marL="423450" rtl="0" algn="l">
              <a:spcBef>
                <a:spcPts val="0"/>
              </a:spcBef>
              <a:spcAft>
                <a:spcPts val="0"/>
              </a:spcAft>
              <a:buClr>
                <a:schemeClr val="dk1"/>
              </a:buClr>
              <a:buSzPts val="1200"/>
              <a:buFont typeface="Arial"/>
              <a:buChar char="•"/>
            </a:pPr>
            <a:r>
              <a:rPr b="0" i="0" lang="en-US" u="none" strike="noStrike">
                <a:latin typeface="Arial"/>
                <a:ea typeface="Arial"/>
                <a:cs typeface="Arial"/>
                <a:sym typeface="Arial"/>
              </a:rPr>
              <a:t>Next Steps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4: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3" name="Google Shape;1193;p4: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5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lnSpc>
                <a:spcPct val="115000"/>
              </a:lnSpc>
              <a:spcBef>
                <a:spcPts val="800"/>
              </a:spcBef>
              <a:spcAft>
                <a:spcPts val="0"/>
              </a:spcAft>
              <a:buNone/>
            </a:pPr>
            <a:r>
              <a:rPr b="0" lang="en-US">
                <a:latin typeface="Arial"/>
                <a:ea typeface="Arial"/>
                <a:cs typeface="Arial"/>
                <a:sym typeface="Arial"/>
              </a:rPr>
              <a:t>(</a:t>
            </a:r>
            <a:r>
              <a:rPr b="1" lang="en-US">
                <a:latin typeface="Arial"/>
                <a:ea typeface="Arial"/>
                <a:cs typeface="Arial"/>
                <a:sym typeface="Arial"/>
              </a:rPr>
              <a:t>Ask</a:t>
            </a:r>
            <a:r>
              <a:rPr b="0" lang="en-US">
                <a:latin typeface="Arial"/>
                <a:ea typeface="Arial"/>
                <a:cs typeface="Arial"/>
                <a:sym typeface="Arial"/>
              </a:rPr>
              <a:t> the club secretaries to share their session goals. If the training is online, ask participants to enter their responses in the chat feature. If the training is physically in-person, ask a few of the participants to share a goal in a phrase or in a single sentence.)</a:t>
            </a:r>
            <a:endParaRPr/>
          </a:p>
          <a:p>
            <a:pPr indent="0" lvl="0" marL="0" rtl="0" algn="l">
              <a:lnSpc>
                <a:spcPct val="115000"/>
              </a:lnSpc>
              <a:spcBef>
                <a:spcPts val="800"/>
              </a:spcBef>
              <a:spcAft>
                <a:spcPts val="0"/>
              </a:spcAft>
              <a:buNone/>
            </a:pPr>
            <a:r>
              <a:t/>
            </a:r>
            <a:endParaRPr b="0">
              <a:latin typeface="Arial"/>
              <a:ea typeface="Arial"/>
              <a:cs typeface="Arial"/>
              <a:sym typeface="Arial"/>
            </a:endParaRPr>
          </a:p>
          <a:p>
            <a:pPr indent="0" lvl="0" marL="0" rtl="0" algn="l">
              <a:lnSpc>
                <a:spcPct val="115000"/>
              </a:lnSpc>
              <a:spcBef>
                <a:spcPts val="800"/>
              </a:spcBef>
              <a:spcAft>
                <a:spcPts val="0"/>
              </a:spcAft>
              <a:buClr>
                <a:schemeClr val="dk1"/>
              </a:buClr>
              <a:buSzPts val="1000"/>
              <a:buFont typeface="Arial"/>
              <a:buNone/>
            </a:pPr>
            <a:r>
              <a:rPr lang="en-US">
                <a:latin typeface="Arial"/>
                <a:ea typeface="Arial"/>
                <a:cs typeface="Arial"/>
                <a:sym typeface="Arial"/>
              </a:rPr>
              <a:t>(Facilitator then shares the goals of the COT session.)</a:t>
            </a:r>
            <a:endParaRPr>
              <a:latin typeface="Arial"/>
              <a:ea typeface="Arial"/>
              <a:cs typeface="Arial"/>
              <a:sym typeface="Arial"/>
            </a:endParaRPr>
          </a:p>
          <a:p>
            <a:pPr indent="-171450" lvl="0" marL="171450" rtl="0" algn="l">
              <a:lnSpc>
                <a:spcPct val="115000"/>
              </a:lnSpc>
              <a:spcBef>
                <a:spcPts val="800"/>
              </a:spcBef>
              <a:spcAft>
                <a:spcPts val="0"/>
              </a:spcAft>
              <a:buClr>
                <a:schemeClr val="dk1"/>
              </a:buClr>
              <a:buSzPts val="1000"/>
              <a:buFont typeface="Arial"/>
              <a:buChar char="•"/>
            </a:pPr>
            <a:r>
              <a:rPr lang="en-US" sz="1200">
                <a:latin typeface="Arial"/>
                <a:ea typeface="Arial"/>
                <a:cs typeface="Arial"/>
                <a:sym typeface="Arial"/>
              </a:rPr>
              <a:t>Identify your role and responsibilities within the club</a:t>
            </a:r>
            <a:endParaRPr/>
          </a:p>
          <a:p>
            <a:pPr indent="-171450" lvl="0" marL="171450" rtl="0" algn="l">
              <a:lnSpc>
                <a:spcPct val="115000"/>
              </a:lnSpc>
              <a:spcBef>
                <a:spcPts val="800"/>
              </a:spcBef>
              <a:spcAft>
                <a:spcPts val="0"/>
              </a:spcAft>
              <a:buClr>
                <a:schemeClr val="dk1"/>
              </a:buClr>
              <a:buSzPts val="1000"/>
              <a:buFont typeface="Arial"/>
              <a:buChar char="•"/>
            </a:pPr>
            <a:r>
              <a:rPr lang="en-US" sz="1200">
                <a:latin typeface="Arial"/>
                <a:ea typeface="Arial"/>
                <a:cs typeface="Arial"/>
                <a:sym typeface="Arial"/>
              </a:rPr>
              <a:t>Comprehend how to fulfil your responsibilities within the club and within the Executive Committee</a:t>
            </a:r>
            <a:endParaRPr/>
          </a:p>
          <a:p>
            <a:pPr indent="-171450" lvl="0" marL="171450" rtl="0" algn="l">
              <a:lnSpc>
                <a:spcPct val="115000"/>
              </a:lnSpc>
              <a:spcBef>
                <a:spcPts val="800"/>
              </a:spcBef>
              <a:spcAft>
                <a:spcPts val="0"/>
              </a:spcAft>
              <a:buClr>
                <a:schemeClr val="dk1"/>
              </a:buClr>
              <a:buSzPts val="1000"/>
              <a:buFont typeface="Arial"/>
              <a:buChar char="•"/>
            </a:pPr>
            <a:r>
              <a:rPr lang="en-US" sz="1200">
                <a:latin typeface="Arial"/>
                <a:ea typeface="Arial"/>
                <a:cs typeface="Arial"/>
                <a:sym typeface="Arial"/>
              </a:rPr>
              <a:t>Recognize the benefits to be gained from the role</a:t>
            </a:r>
            <a:endParaRPr sz="1200">
              <a:latin typeface="Arial"/>
              <a:ea typeface="Arial"/>
              <a:cs typeface="Arial"/>
              <a:sym typeface="Arial"/>
            </a:endParaRPr>
          </a:p>
        </p:txBody>
      </p:sp>
      <p:sp>
        <p:nvSpPr>
          <p:cNvPr id="1194" name="Google Shape;11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5:notes"/>
          <p:cNvSpPr/>
          <p:nvPr>
            <p:ph idx="2" type="sldImg"/>
          </p:nvPr>
        </p:nvSpPr>
        <p:spPr>
          <a:xfrm>
            <a:off x="925513" y="665163"/>
            <a:ext cx="4956175" cy="27876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p5:notes"/>
          <p:cNvSpPr txBox="1"/>
          <p:nvPr>
            <p:ph idx="1" type="body"/>
          </p:nvPr>
        </p:nvSpPr>
        <p:spPr>
          <a:xfrm>
            <a:off x="723332" y="3575713"/>
            <a:ext cx="5418161" cy="53362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a:t>
            </a:r>
            <a:r>
              <a:rPr b="1" lang="en-US">
                <a:latin typeface="Arial"/>
                <a:ea typeface="Arial"/>
                <a:cs typeface="Arial"/>
                <a:sym typeface="Arial"/>
              </a:rPr>
              <a:t>: 2 minutes</a:t>
            </a:r>
            <a:endParaRPr/>
          </a:p>
          <a:p>
            <a:pPr indent="0" lvl="0" marL="0" rtl="0" algn="l">
              <a:spcBef>
                <a:spcPts val="0"/>
              </a:spcBef>
              <a:spcAft>
                <a:spcPts val="0"/>
              </a:spcAft>
              <a:buNone/>
            </a:pPr>
            <a:r>
              <a:rPr b="1" lang="en-US">
                <a:latin typeface="Arial"/>
                <a:ea typeface="Arial"/>
                <a:cs typeface="Arial"/>
                <a:sym typeface="Arial"/>
              </a:rPr>
              <a:t>Elapsed time: 7 minutes</a:t>
            </a:r>
            <a:endParaRPr/>
          </a:p>
          <a:p>
            <a:pPr indent="0" lvl="0" marL="0" rtl="0" algn="l">
              <a:spcBef>
                <a:spcPts val="0"/>
              </a:spcBef>
              <a:spcAft>
                <a:spcPts val="0"/>
              </a:spcAft>
              <a:buNone/>
            </a:pPr>
            <a:r>
              <a:t/>
            </a:r>
            <a:endParaRPr b="1">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Facilitator Notes: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a:t>
            </a:r>
            <a:r>
              <a:rPr b="1" lang="en-US">
                <a:latin typeface="Arial"/>
                <a:ea typeface="Arial"/>
                <a:cs typeface="Arial"/>
                <a:sym typeface="Arial"/>
              </a:rPr>
              <a:t>Refer</a:t>
            </a:r>
            <a:r>
              <a:rPr lang="en-US">
                <a:latin typeface="Arial"/>
                <a:ea typeface="Arial"/>
                <a:cs typeface="Arial"/>
                <a:sym typeface="Arial"/>
              </a:rPr>
              <a:t> to the Club Success Cycle all attendees will have seen in session 1 and </a:t>
            </a:r>
            <a:r>
              <a:rPr b="1" lang="en-US">
                <a:latin typeface="Arial"/>
                <a:ea typeface="Arial"/>
                <a:cs typeface="Arial"/>
                <a:sym typeface="Arial"/>
              </a:rPr>
              <a:t>ask</a:t>
            </a:r>
            <a:r>
              <a:rPr lang="en-US">
                <a:latin typeface="Arial"/>
                <a:ea typeface="Arial"/>
                <a:cs typeface="Arial"/>
                <a:sym typeface="Arial"/>
              </a:rPr>
              <a:t> club officers where they think the Club Secretary role fits into the Club Success Cycle. After discussion, refer to the next slide for some responses.)</a:t>
            </a:r>
            <a:endParaRPr/>
          </a:p>
          <a:p>
            <a:pPr indent="0" lvl="0" marL="0" rtl="0" algn="l">
              <a:spcBef>
                <a:spcPts val="0"/>
              </a:spcBef>
              <a:spcAft>
                <a:spcPts val="0"/>
              </a:spcAft>
              <a:buNone/>
            </a:pPr>
            <a:r>
              <a:t/>
            </a:r>
            <a:endParaRPr/>
          </a:p>
        </p:txBody>
      </p:sp>
      <p:sp>
        <p:nvSpPr>
          <p:cNvPr id="1200" name="Google Shape;12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6:notes"/>
          <p:cNvSpPr/>
          <p:nvPr>
            <p:ph idx="2" type="sldImg"/>
          </p:nvPr>
        </p:nvSpPr>
        <p:spPr>
          <a:xfrm>
            <a:off x="685800" y="665163"/>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7" name="Google Shape;1227;p6: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a:t>
            </a:r>
            <a:r>
              <a:rPr b="1" lang="en-US">
                <a:latin typeface="Arial"/>
                <a:ea typeface="Arial"/>
                <a:cs typeface="Arial"/>
                <a:sym typeface="Arial"/>
              </a:rPr>
              <a:t>: 2 minutes</a:t>
            </a:r>
            <a:endParaRPr/>
          </a:p>
          <a:p>
            <a:pPr indent="0" lvl="0" marL="0" rtl="0" algn="l">
              <a:spcBef>
                <a:spcPts val="0"/>
              </a:spcBef>
              <a:spcAft>
                <a:spcPts val="0"/>
              </a:spcAft>
              <a:buNone/>
            </a:pPr>
            <a:r>
              <a:rPr b="1" lang="en-US">
                <a:latin typeface="Arial"/>
                <a:ea typeface="Arial"/>
                <a:cs typeface="Arial"/>
                <a:sym typeface="Arial"/>
              </a:rPr>
              <a:t>Elapsed time: 9 minutes</a:t>
            </a:r>
            <a:endParaRPr b="1">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lang="en-US">
                <a:latin typeface="Arial"/>
                <a:ea typeface="Arial"/>
                <a:cs typeface="Arial"/>
                <a:sym typeface="Arial"/>
              </a:rPr>
              <a:t>Facilitators Notes:</a:t>
            </a:r>
            <a:endParaRPr>
              <a:latin typeface="Arial"/>
              <a:ea typeface="Arial"/>
              <a:cs typeface="Arial"/>
              <a:sym typeface="Arial"/>
            </a:endParaRPr>
          </a:p>
          <a:p>
            <a:pPr indent="0" lvl="0" marL="0" rtl="0" algn="l">
              <a:spcBef>
                <a:spcPts val="0"/>
              </a:spcBef>
              <a:spcAft>
                <a:spcPts val="0"/>
              </a:spcAft>
              <a:buNone/>
            </a:pPr>
            <a:r>
              <a:t/>
            </a:r>
            <a:endParaRPr b="1">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Advocate</a:t>
            </a:r>
            <a:r>
              <a:rPr lang="en-US">
                <a:latin typeface="Arial"/>
                <a:ea typeface="Arial"/>
                <a:cs typeface="Arial"/>
                <a:sym typeface="Arial"/>
              </a:rPr>
              <a:t>: As with all other club officers and club members, the Club Secretary is an advocate for the club.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(Remind them that speaking with non-members and discussing a personal experience and how Toastmasters has been a benefit to them is a great marketing tool. People tend to trust stories they have heard from friends.)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Membership</a:t>
            </a:r>
            <a:r>
              <a:rPr lang="en-US">
                <a:latin typeface="Arial"/>
                <a:ea typeface="Arial"/>
                <a:cs typeface="Arial"/>
                <a:sym typeface="Arial"/>
              </a:rPr>
              <a:t>: Secretaries can play a role in the “meet and greet” team to help the VPM and VPPR inform guests about the meeting and Toastmasters. You can also help the VPM register new members on Club Central after helping them fill in the Toastmasters membership application form.</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Pathways</a:t>
            </a:r>
            <a:r>
              <a:rPr lang="en-US">
                <a:latin typeface="Arial"/>
                <a:ea typeface="Arial"/>
                <a:cs typeface="Arial"/>
                <a:sym typeface="Arial"/>
              </a:rPr>
              <a:t>: In many clubs the Secretary also supports the VPE by recording Pathways Level completions in Basecamp and ensuring that the data in Basecamp is accurate.</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Best Practice</a:t>
            </a:r>
            <a:r>
              <a:rPr lang="en-US">
                <a:latin typeface="Arial"/>
                <a:ea typeface="Arial"/>
                <a:cs typeface="Arial"/>
                <a:sym typeface="Arial"/>
              </a:rPr>
              <a:t>:  Other responsibilities for the Club Secretary can be discussed and decided during the completion of the Club Success Plan. </a:t>
            </a:r>
            <a:endParaRPr>
              <a:latin typeface="Arial"/>
              <a:ea typeface="Arial"/>
              <a:cs typeface="Arial"/>
              <a:sym typeface="Arial"/>
            </a:endParaRPr>
          </a:p>
          <a:p>
            <a:pPr indent="0" lvl="0" marL="0" rtl="0" algn="l">
              <a:spcBef>
                <a:spcPts val="0"/>
              </a:spcBef>
              <a:spcAft>
                <a:spcPts val="0"/>
              </a:spcAft>
              <a:buNone/>
            </a:pPr>
            <a:r>
              <a:t/>
            </a:r>
            <a:endParaRPr/>
          </a:p>
        </p:txBody>
      </p:sp>
      <p:sp>
        <p:nvSpPr>
          <p:cNvPr id="1228" name="Google Shape;12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7: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1" name="Google Shape;1241;p7: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11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b="1" lang="en-US">
                <a:latin typeface="Arial"/>
                <a:ea typeface="Arial"/>
                <a:cs typeface="Arial"/>
                <a:sym typeface="Arial"/>
              </a:rPr>
              <a:t>(Ask </a:t>
            </a:r>
            <a:r>
              <a:rPr b="0" lang="en-US">
                <a:latin typeface="Arial"/>
                <a:ea typeface="Arial"/>
                <a:cs typeface="Arial"/>
                <a:sym typeface="Arial"/>
              </a:rPr>
              <a:t>the club secretaries for the transferable skills they can gain from serving as Club Secretary. </a:t>
            </a:r>
            <a:r>
              <a:rPr lang="en-US">
                <a:latin typeface="Arial"/>
                <a:ea typeface="Arial"/>
                <a:cs typeface="Arial"/>
                <a:sym typeface="Arial"/>
              </a:rPr>
              <a:t>Emphasize the importance of transferable skills in both our personal and professional lives.)</a:t>
            </a:r>
            <a:endParaRPr b="0">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We all join Toastmasters for our own personal and professional reasons. What are transferable skills we can learn from serving as Club Secretary?</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(Then share the list and comment briefly on any of them from your own experiences as Club Secretary.)</a:t>
            </a:r>
            <a:endParaRPr/>
          </a:p>
          <a:p>
            <a:pPr indent="0" lvl="0" marL="0" rtl="0" algn="l">
              <a:spcBef>
                <a:spcPts val="0"/>
              </a:spcBef>
              <a:spcAft>
                <a:spcPts val="0"/>
              </a:spcAft>
              <a:buNone/>
            </a:pPr>
            <a:r>
              <a:t/>
            </a:r>
            <a:endParaRPr>
              <a:latin typeface="Arial"/>
              <a:ea typeface="Arial"/>
              <a:cs typeface="Arial"/>
              <a:sym typeface="Arial"/>
            </a:endParaRPr>
          </a:p>
          <a:p>
            <a:pPr indent="-171450" lvl="0" marL="171450" rtl="0" algn="l">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Document management (including archiving)</a:t>
            </a:r>
            <a:endParaRPr/>
          </a:p>
          <a:p>
            <a:pPr indent="-171450" lvl="0" marL="171450" marR="0" rtl="0" algn="l">
              <a:lnSpc>
                <a:spcPct val="100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Writing skills (taking minutes, emails)</a:t>
            </a:r>
            <a:endParaRPr/>
          </a:p>
          <a:p>
            <a:pPr indent="-171450" lvl="0" marL="171450" rtl="0" algn="l">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Communication skills</a:t>
            </a:r>
            <a:endParaRPr/>
          </a:p>
          <a:p>
            <a:pPr indent="-171450" lvl="0" marL="171450" rtl="0" algn="l">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Organization</a:t>
            </a:r>
            <a:endParaRPr>
              <a:latin typeface="Arial"/>
              <a:ea typeface="Arial"/>
              <a:cs typeface="Arial"/>
              <a:sym typeface="Arial"/>
            </a:endParaRPr>
          </a:p>
          <a:p>
            <a:pPr indent="-171450" lvl="0" marL="171450" rtl="0" algn="l">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Meeting coordination</a:t>
            </a:r>
            <a:endParaRPr/>
          </a:p>
          <a:p>
            <a:pPr indent="-171450" lvl="0" marL="171450" rtl="0" algn="l">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Time management</a:t>
            </a:r>
            <a:endParaRPr/>
          </a:p>
          <a:p>
            <a:pPr indent="-171450" lvl="0" marL="171450" rtl="0" algn="l">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Attention to detail</a:t>
            </a:r>
            <a:endParaRPr/>
          </a:p>
          <a:p>
            <a:pPr indent="-171450" lvl="0" marL="171450" rtl="0" algn="l">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Collaboration  </a:t>
            </a:r>
            <a:endParaRPr/>
          </a:p>
          <a:p>
            <a:pPr indent="0" lvl="0" marL="0" rtl="0" algn="l">
              <a:spcBef>
                <a:spcPts val="0"/>
              </a:spcBef>
              <a:spcAft>
                <a:spcPts val="0"/>
              </a:spcAft>
              <a:buNone/>
            </a:pPr>
            <a:r>
              <a:t/>
            </a:r>
            <a:endParaRPr/>
          </a:p>
        </p:txBody>
      </p:sp>
      <p:sp>
        <p:nvSpPr>
          <p:cNvPr id="1242" name="Google Shape;12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8: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8" name="Google Shape;1248;p8: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1 minute</a:t>
            </a:r>
            <a:endParaRPr/>
          </a:p>
          <a:p>
            <a:pPr indent="0" lvl="0" marL="0" rtl="0" algn="l">
              <a:spcBef>
                <a:spcPts val="0"/>
              </a:spcBef>
              <a:spcAft>
                <a:spcPts val="0"/>
              </a:spcAft>
              <a:buNone/>
            </a:pPr>
            <a:r>
              <a:rPr b="1" lang="en-US" sz="1200">
                <a:latin typeface="Arial"/>
                <a:ea typeface="Arial"/>
                <a:cs typeface="Arial"/>
                <a:sym typeface="Arial"/>
              </a:rPr>
              <a:t>Elapsed time: 12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b="1" sz="1200">
              <a:latin typeface="Arial"/>
              <a:ea typeface="Arial"/>
              <a:cs typeface="Arial"/>
              <a:sym typeface="Arial"/>
            </a:endParaRPr>
          </a:p>
          <a:p>
            <a:pPr indent="0" lvl="0" marL="0" rtl="0" algn="l">
              <a:spcBef>
                <a:spcPts val="0"/>
              </a:spcBef>
              <a:spcAft>
                <a:spcPts val="0"/>
              </a:spcAft>
              <a:buNone/>
            </a:pPr>
            <a:r>
              <a:rPr b="0" lang="en-US">
                <a:latin typeface="Arial"/>
                <a:ea typeface="Arial"/>
                <a:cs typeface="Arial"/>
                <a:sym typeface="Arial"/>
              </a:rPr>
              <a:t>Let’s investigate the main responsibilities of club secretaries.</a:t>
            </a:r>
            <a:endParaRPr/>
          </a:p>
          <a:p>
            <a:pPr indent="0" lvl="0" marL="0" rtl="0" algn="l">
              <a:spcBef>
                <a:spcPts val="0"/>
              </a:spcBef>
              <a:spcAft>
                <a:spcPts val="0"/>
              </a:spcAft>
              <a:buNone/>
            </a:pPr>
            <a:r>
              <a:t/>
            </a:r>
            <a:endParaRPr/>
          </a:p>
        </p:txBody>
      </p:sp>
      <p:sp>
        <p:nvSpPr>
          <p:cNvPr id="1249" name="Google Shape;124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9: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4" name="Google Shape;1254;p9: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1 minute</a:t>
            </a:r>
            <a:endParaRPr/>
          </a:p>
          <a:p>
            <a:pPr indent="0" lvl="0" marL="0" rtl="0" algn="l">
              <a:spcBef>
                <a:spcPts val="0"/>
              </a:spcBef>
              <a:spcAft>
                <a:spcPts val="0"/>
              </a:spcAft>
              <a:buNone/>
            </a:pPr>
            <a:r>
              <a:rPr b="1" lang="en-US" sz="1200">
                <a:latin typeface="Arial"/>
                <a:ea typeface="Arial"/>
                <a:cs typeface="Arial"/>
                <a:sym typeface="Arial"/>
              </a:rPr>
              <a:t>Elapsed time: 13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latin typeface="Arial"/>
                <a:ea typeface="Arial"/>
                <a:cs typeface="Arial"/>
                <a:sym typeface="Arial"/>
              </a:rPr>
              <a:t>(Underscore the importance of the role of the Secretary in ensuring the smooth operations of the club, which you will describe in detail in the coming slides.)</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Clr>
                <a:srgbClr val="222222"/>
              </a:buClr>
              <a:buSzPts val="1200"/>
              <a:buFont typeface="Arial"/>
              <a:buNone/>
            </a:pPr>
            <a:r>
              <a:rPr b="0" i="0" lang="en-US">
                <a:solidFill>
                  <a:srgbClr val="222222"/>
                </a:solidFill>
                <a:latin typeface="Arial"/>
                <a:ea typeface="Arial"/>
                <a:cs typeface="Arial"/>
                <a:sym typeface="Arial"/>
              </a:rPr>
              <a:t>A Toastmasters club </a:t>
            </a:r>
            <a:r>
              <a:rPr b="1" i="1" lang="en-US">
                <a:solidFill>
                  <a:srgbClr val="222222"/>
                </a:solidFill>
                <a:latin typeface="Arial"/>
                <a:ea typeface="Arial"/>
                <a:cs typeface="Arial"/>
                <a:sym typeface="Arial"/>
              </a:rPr>
              <a:t>literally</a:t>
            </a:r>
            <a:r>
              <a:rPr b="0" i="0" lang="en-US">
                <a:solidFill>
                  <a:srgbClr val="222222"/>
                </a:solidFill>
                <a:latin typeface="Arial"/>
                <a:ea typeface="Arial"/>
                <a:cs typeface="Arial"/>
                <a:sym typeface="Arial"/>
              </a:rPr>
              <a:t> cannot exist without a Club Secretary. Club Secretary is one of three required club officer roles, along with President and one Vice President. As a minimum, three different members must hold these three roles to be considered a valid club officer list. The Secretary prepares the minutes of Executive Committee and club business meetings, but the Club Secretary does much more than this, as we will learn throughout this training. </a:t>
            </a:r>
            <a:endParaRPr/>
          </a:p>
          <a:p>
            <a:pPr indent="0" lvl="0" marL="0" rtl="0" algn="l">
              <a:spcBef>
                <a:spcPts val="750"/>
              </a:spcBef>
              <a:spcAft>
                <a:spcPts val="0"/>
              </a:spcAft>
              <a:buClr>
                <a:schemeClr val="dk1"/>
              </a:buClr>
              <a:buSzPts val="1200"/>
              <a:buFont typeface="Calibri"/>
              <a:buNone/>
            </a:pPr>
            <a:r>
              <a:t/>
            </a:r>
            <a:endParaRPr/>
          </a:p>
        </p:txBody>
      </p:sp>
      <p:sp>
        <p:nvSpPr>
          <p:cNvPr id="1255" name="Google Shape;12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10: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1" name="Google Shape;1261;p10: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16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b="1" lang="en-US">
                <a:latin typeface="Arial"/>
                <a:ea typeface="Arial"/>
                <a:cs typeface="Arial"/>
                <a:sym typeface="Arial"/>
              </a:rPr>
              <a:t>(Ask</a:t>
            </a:r>
            <a:r>
              <a:rPr b="0" lang="en-US">
                <a:latin typeface="Arial"/>
                <a:ea typeface="Arial"/>
                <a:cs typeface="Arial"/>
                <a:sym typeface="Arial"/>
              </a:rPr>
              <a:t> the club secretaries what they think the role and responsibilities of a Club Secretary are.)</a:t>
            </a:r>
            <a:endParaRPr/>
          </a:p>
          <a:p>
            <a:pPr indent="0" lvl="0" marL="0" rtl="0" algn="l">
              <a:spcBef>
                <a:spcPts val="0"/>
              </a:spcBef>
              <a:spcAft>
                <a:spcPts val="0"/>
              </a:spcAft>
              <a:buNone/>
            </a:pPr>
            <a:r>
              <a:t/>
            </a:r>
            <a:endParaRPr b="0">
              <a:latin typeface="Arial"/>
              <a:ea typeface="Arial"/>
              <a:cs typeface="Arial"/>
              <a:sym typeface="Arial"/>
            </a:endParaRPr>
          </a:p>
          <a:p>
            <a:pPr indent="0" lvl="0" marL="0" rtl="0" algn="l">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The Club Secretary is responsible for club records and correspondence. </a:t>
            </a:r>
            <a:r>
              <a:rPr b="0" i="0" lang="en-US">
                <a:solidFill>
                  <a:srgbClr val="222222"/>
                </a:solidFill>
                <a:latin typeface="Arial"/>
                <a:ea typeface="Arial"/>
                <a:cs typeface="Arial"/>
                <a:sym typeface="Arial"/>
              </a:rPr>
              <a:t>The Club Secretary manages the club’s documents and communication that keep the club operating efficiently.  Essential skills for the job are:</a:t>
            </a:r>
            <a:endParaRPr/>
          </a:p>
          <a:p>
            <a:pPr indent="-171450" lvl="0" marL="171450" marR="0" rtl="0" algn="l">
              <a:lnSpc>
                <a:spcPct val="100000"/>
              </a:lnSpc>
              <a:spcBef>
                <a:spcPts val="750"/>
              </a:spcBef>
              <a:spcAft>
                <a:spcPts val="0"/>
              </a:spcAft>
              <a:buClr>
                <a:srgbClr val="222222"/>
              </a:buClr>
              <a:buSzPts val="1200"/>
              <a:buFont typeface="Arial"/>
              <a:buChar char="•"/>
            </a:pPr>
            <a:r>
              <a:rPr b="0" i="0" lang="en-US">
                <a:solidFill>
                  <a:srgbClr val="222222"/>
                </a:solidFill>
                <a:latin typeface="Arial"/>
                <a:ea typeface="Arial"/>
                <a:cs typeface="Arial"/>
                <a:sym typeface="Arial"/>
              </a:rPr>
              <a:t>Organizational skills, the ability to listen, and reporting accurately </a:t>
            </a:r>
            <a:endParaRPr/>
          </a:p>
          <a:p>
            <a:pPr indent="-171450" lvl="0" marL="171450" marR="0" rtl="0" algn="l">
              <a:lnSpc>
                <a:spcPct val="100000"/>
              </a:lnSpc>
              <a:spcBef>
                <a:spcPts val="750"/>
              </a:spcBef>
              <a:spcAft>
                <a:spcPts val="0"/>
              </a:spcAft>
              <a:buClr>
                <a:srgbClr val="222222"/>
              </a:buClr>
              <a:buSzPts val="1200"/>
              <a:buFont typeface="Arial"/>
              <a:buChar char="•"/>
            </a:pPr>
            <a:r>
              <a:rPr b="0" i="0" lang="en-US">
                <a:solidFill>
                  <a:srgbClr val="222222"/>
                </a:solidFill>
                <a:latin typeface="Arial"/>
                <a:ea typeface="Arial"/>
                <a:cs typeface="Arial"/>
                <a:sym typeface="Arial"/>
              </a:rPr>
              <a:t>Recording, distributing, and maintaining minutes of meetings, including Executive Committee meetings and club business meetings</a:t>
            </a:r>
            <a:endParaRPr/>
          </a:p>
          <a:p>
            <a:pPr indent="-171450" lvl="0" marL="171450" marR="0" rtl="0" algn="l">
              <a:lnSpc>
                <a:spcPct val="100000"/>
              </a:lnSpc>
              <a:spcBef>
                <a:spcPts val="750"/>
              </a:spcBef>
              <a:spcAft>
                <a:spcPts val="0"/>
              </a:spcAft>
              <a:buClr>
                <a:srgbClr val="222222"/>
              </a:buClr>
              <a:buSzPts val="1200"/>
              <a:buFont typeface="Arial"/>
              <a:buChar char="•"/>
            </a:pPr>
            <a:r>
              <a:rPr b="0" i="0" lang="en-US">
                <a:solidFill>
                  <a:srgbClr val="222222"/>
                </a:solidFill>
                <a:latin typeface="Arial"/>
                <a:ea typeface="Arial"/>
                <a:cs typeface="Arial"/>
                <a:sym typeface="Arial"/>
              </a:rPr>
              <a:t>Following up on action items decided by the Club Executive Committee and the club</a:t>
            </a:r>
            <a:endParaRPr/>
          </a:p>
          <a:p>
            <a:pPr indent="-171450" lvl="0" marL="171450" rtl="0" algn="l">
              <a:spcBef>
                <a:spcPts val="750"/>
              </a:spcBef>
              <a:spcAft>
                <a:spcPts val="0"/>
              </a:spcAft>
              <a:buClr>
                <a:srgbClr val="222222"/>
              </a:buClr>
              <a:buSzPts val="1200"/>
              <a:buFont typeface="Arial"/>
              <a:buChar char="•"/>
            </a:pPr>
            <a:r>
              <a:rPr b="0" i="0" lang="en-US">
                <a:solidFill>
                  <a:srgbClr val="222222"/>
                </a:solidFill>
                <a:latin typeface="Arial"/>
                <a:ea typeface="Arial"/>
                <a:cs typeface="Arial"/>
                <a:sym typeface="Arial"/>
              </a:rPr>
              <a:t>Communicating with Toastmasters International World Headquarters staff when questions arise that cannot be answered online</a:t>
            </a:r>
            <a:endParaRPr/>
          </a:p>
          <a:p>
            <a:pPr indent="0" lvl="0" marL="0" rtl="0" algn="l">
              <a:spcBef>
                <a:spcPts val="750"/>
              </a:spcBef>
              <a:spcAft>
                <a:spcPts val="0"/>
              </a:spcAft>
              <a:buClr>
                <a:schemeClr val="dk1"/>
              </a:buClr>
              <a:buSzPts val="1200"/>
              <a:buFont typeface="Arial"/>
              <a:buNone/>
            </a:pPr>
            <a:br>
              <a:rPr lang="en-US">
                <a:latin typeface="Arial"/>
                <a:ea typeface="Arial"/>
                <a:cs typeface="Arial"/>
                <a:sym typeface="Arial"/>
              </a:rPr>
            </a:br>
            <a:r>
              <a:rPr b="1" lang="en-US">
                <a:latin typeface="Arial"/>
                <a:ea typeface="Arial"/>
                <a:cs typeface="Arial"/>
                <a:sym typeface="Arial"/>
              </a:rPr>
              <a:t>Source</a:t>
            </a:r>
            <a:r>
              <a:rPr lang="en-US">
                <a:latin typeface="Arial"/>
                <a:ea typeface="Arial"/>
                <a:cs typeface="Arial"/>
                <a:sym typeface="Arial"/>
              </a:rPr>
              <a:t>: </a:t>
            </a:r>
            <a:r>
              <a:rPr lang="en-US" u="sng">
                <a:solidFill>
                  <a:schemeClr val="hlink"/>
                </a:solidFill>
                <a:latin typeface="Arial"/>
                <a:ea typeface="Arial"/>
                <a:cs typeface="Arial"/>
                <a:sym typeface="Arial"/>
                <a:hlinkClick r:id="rId2"/>
              </a:rPr>
              <a:t>https://www.toastmasters.org/magazine/magazine-issues/2022/nov/club-secretary</a:t>
            </a:r>
            <a:r>
              <a:rPr lang="en-US">
                <a:latin typeface="Arial"/>
                <a:ea typeface="Arial"/>
                <a:cs typeface="Arial"/>
                <a:sym typeface="Arial"/>
              </a:rPr>
              <a:t> </a:t>
            </a:r>
            <a:endParaRPr>
              <a:latin typeface="Arial"/>
              <a:ea typeface="Arial"/>
              <a:cs typeface="Arial"/>
              <a:sym typeface="Arial"/>
            </a:endParaRPr>
          </a:p>
          <a:p>
            <a:pPr indent="0" lvl="0" marL="0" rtl="0" algn="l">
              <a:spcBef>
                <a:spcPts val="0"/>
              </a:spcBef>
              <a:spcAft>
                <a:spcPts val="0"/>
              </a:spcAft>
              <a:buNone/>
            </a:pPr>
            <a:r>
              <a:t/>
            </a:r>
            <a:endParaRPr b="0">
              <a:latin typeface="Arial"/>
              <a:ea typeface="Arial"/>
              <a:cs typeface="Arial"/>
              <a:sym typeface="Arial"/>
            </a:endParaRPr>
          </a:p>
          <a:p>
            <a:pPr indent="0" lvl="0" marL="0" rtl="0" algn="l">
              <a:spcBef>
                <a:spcPts val="0"/>
              </a:spcBef>
              <a:spcAft>
                <a:spcPts val="0"/>
              </a:spcAft>
              <a:buNone/>
            </a:pPr>
            <a:r>
              <a:t/>
            </a:r>
            <a:endParaRPr/>
          </a:p>
        </p:txBody>
      </p:sp>
      <p:sp>
        <p:nvSpPr>
          <p:cNvPr id="1262" name="Google Shape;126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11: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7" name="Google Shape;1267;p11:notes"/>
          <p:cNvSpPr txBox="1"/>
          <p:nvPr>
            <p:ph idx="1" type="body"/>
          </p:nvPr>
        </p:nvSpPr>
        <p:spPr>
          <a:xfrm>
            <a:off x="685800" y="3887785"/>
            <a:ext cx="5486400" cy="479742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18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b="1" sz="1200">
              <a:latin typeface="Arial"/>
              <a:ea typeface="Arial"/>
              <a:cs typeface="Arial"/>
              <a:sym typeface="Arial"/>
            </a:endParaRPr>
          </a:p>
          <a:p>
            <a:pPr indent="0" lvl="0" marL="0" rtl="0" algn="l">
              <a:spcBef>
                <a:spcPts val="800"/>
              </a:spcBef>
              <a:spcAft>
                <a:spcPts val="0"/>
              </a:spcAft>
              <a:buNone/>
            </a:pPr>
            <a:r>
              <a:rPr b="1" i="0" lang="en-US">
                <a:latin typeface="Arial"/>
                <a:ea typeface="Arial"/>
                <a:cs typeface="Arial"/>
                <a:sym typeface="Arial"/>
              </a:rPr>
              <a:t>(Review </a:t>
            </a:r>
            <a:r>
              <a:rPr b="0" i="0" lang="en-US">
                <a:latin typeface="Arial"/>
                <a:ea typeface="Arial"/>
                <a:cs typeface="Arial"/>
                <a:sym typeface="Arial"/>
              </a:rPr>
              <a:t>each responsibility.)</a:t>
            </a:r>
            <a:endParaRPr b="0" i="0">
              <a:latin typeface="Arial"/>
              <a:ea typeface="Arial"/>
              <a:cs typeface="Arial"/>
              <a:sym typeface="Arial"/>
            </a:endParaRPr>
          </a:p>
          <a:p>
            <a:pPr indent="0" lvl="0" marL="0" rtl="0" algn="l">
              <a:spcBef>
                <a:spcPts val="0"/>
              </a:spcBef>
              <a:spcAft>
                <a:spcPts val="0"/>
              </a:spcAft>
              <a:buNone/>
            </a:pPr>
            <a:r>
              <a:t/>
            </a:r>
            <a:endParaRPr b="1" i="1">
              <a:latin typeface="Arial"/>
              <a:ea typeface="Arial"/>
              <a:cs typeface="Arial"/>
              <a:sym typeface="Arial"/>
            </a:endParaRPr>
          </a:p>
          <a:p>
            <a:pPr indent="-228600" lvl="0" marL="228600" rtl="0" algn="l">
              <a:spcBef>
                <a:spcPts val="0"/>
              </a:spcBef>
              <a:spcAft>
                <a:spcPts val="0"/>
              </a:spcAft>
              <a:buClr>
                <a:schemeClr val="dk1"/>
              </a:buClr>
              <a:buSzPts val="1200"/>
              <a:buFont typeface="Arial"/>
              <a:buChar char="•"/>
            </a:pPr>
            <a:r>
              <a:rPr lang="en-US">
                <a:latin typeface="Arial"/>
                <a:ea typeface="Arial"/>
                <a:cs typeface="Arial"/>
                <a:sym typeface="Arial"/>
              </a:rPr>
              <a:t>When business is transacted at a club meeting, the Secretary is responsible for recording and maintaining the records of the club’s decisions and distributing the minutes of these business meetings to club members. </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Char char="•"/>
            </a:pPr>
            <a:r>
              <a:rPr lang="en-US">
                <a:latin typeface="Arial"/>
                <a:ea typeface="Arial"/>
                <a:cs typeface="Arial"/>
                <a:sym typeface="Arial"/>
              </a:rPr>
              <a:t>Share with all club members where minutes and other important club documents will be stored, e.g. Google Drive, OneDrive, etc.</a:t>
            </a:r>
            <a:endParaRPr/>
          </a:p>
          <a:p>
            <a:pPr indent="-228600" lvl="0" marL="228600" marR="0" rtl="0" algn="l">
              <a:lnSpc>
                <a:spcPct val="100000"/>
              </a:lnSpc>
              <a:spcBef>
                <a:spcPts val="0"/>
              </a:spcBef>
              <a:spcAft>
                <a:spcPts val="0"/>
              </a:spcAft>
              <a:buClr>
                <a:schemeClr val="dk1"/>
              </a:buClr>
              <a:buSzPts val="1200"/>
              <a:buFont typeface="Arial"/>
              <a:buChar char="•"/>
            </a:pPr>
            <a:r>
              <a:rPr b="0" lang="en-US" sz="1200">
                <a:latin typeface="Arial"/>
                <a:ea typeface="Arial"/>
                <a:cs typeface="Arial"/>
                <a:sym typeface="Arial"/>
              </a:rPr>
              <a:t>Manage club correspondence</a:t>
            </a:r>
            <a:endParaRPr>
              <a:latin typeface="Arial"/>
              <a:ea typeface="Arial"/>
              <a:cs typeface="Arial"/>
              <a:sym typeface="Arial"/>
            </a:endParaRPr>
          </a:p>
          <a:p>
            <a:pPr indent="-152400" lvl="0" marL="228600" rtl="0" algn="l">
              <a:spcBef>
                <a:spcPts val="0"/>
              </a:spcBef>
              <a:spcAft>
                <a:spcPts val="0"/>
              </a:spcAft>
              <a:buClr>
                <a:schemeClr val="dk1"/>
              </a:buClr>
              <a:buSzPts val="12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Arial"/>
              <a:buNone/>
            </a:pPr>
            <a:r>
              <a:rPr b="1" lang="en-US">
                <a:latin typeface="Arial"/>
                <a:ea typeface="Arial"/>
                <a:cs typeface="Arial"/>
                <a:sym typeface="Arial"/>
              </a:rPr>
              <a:t>IMPORTANT</a:t>
            </a:r>
            <a:r>
              <a:rPr lang="en-US">
                <a:latin typeface="Arial"/>
                <a:ea typeface="Arial"/>
                <a:cs typeface="Arial"/>
                <a:sym typeface="Arial"/>
              </a:rPr>
              <a:t>: Refer to the Club Leadership Handbook for the list of items to record in business meetings. </a:t>
            </a:r>
            <a:endParaRPr/>
          </a:p>
        </p:txBody>
      </p:sp>
      <p:sp>
        <p:nvSpPr>
          <p:cNvPr id="1268" name="Google Shape;126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4" name="Google Shape;1274;p12:notes"/>
          <p:cNvSpPr txBox="1"/>
          <p:nvPr>
            <p:ph idx="1" type="body"/>
          </p:nvPr>
        </p:nvSpPr>
        <p:spPr>
          <a:xfrm>
            <a:off x="685800" y="3887785"/>
            <a:ext cx="5486400" cy="479742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20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b="1" lang="en-US" sz="1200">
                <a:latin typeface="Arial"/>
                <a:ea typeface="Arial"/>
                <a:cs typeface="Arial"/>
                <a:sym typeface="Arial"/>
              </a:rPr>
              <a:t>(Continued from previous slide.)</a:t>
            </a:r>
            <a:endParaRPr b="1" sz="1200">
              <a:latin typeface="Arial"/>
              <a:ea typeface="Arial"/>
              <a:cs typeface="Arial"/>
              <a:sym typeface="Arial"/>
            </a:endParaRPr>
          </a:p>
          <a:p>
            <a:pPr indent="0" lvl="0" marL="0" rtl="0" algn="l">
              <a:spcBef>
                <a:spcPts val="0"/>
              </a:spcBef>
              <a:spcAft>
                <a:spcPts val="0"/>
              </a:spcAft>
              <a:buNone/>
            </a:pPr>
            <a:r>
              <a:t/>
            </a:r>
            <a:endParaRPr b="1" sz="1200">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US"/>
              <a:t>The Secretary needs to ensure relevant legal requirements/documents are readily accessible, e.g. GDPR (General Data Protection Regulations) requirements In Europe.</a:t>
            </a:r>
            <a:endParaRPr/>
          </a:p>
          <a:p>
            <a:pPr indent="-228600" lvl="0" marL="228600" rtl="0" algn="l">
              <a:spcBef>
                <a:spcPts val="0"/>
              </a:spcBef>
              <a:spcAft>
                <a:spcPts val="0"/>
              </a:spcAft>
              <a:buClr>
                <a:schemeClr val="dk1"/>
              </a:buClr>
              <a:buSzPts val="1200"/>
              <a:buFont typeface="Arial"/>
              <a:buAutoNum type="arabicPeriod"/>
            </a:pPr>
            <a:r>
              <a:rPr lang="en-US">
                <a:latin typeface="Arial"/>
                <a:ea typeface="Arial"/>
                <a:cs typeface="Arial"/>
                <a:sym typeface="Arial"/>
              </a:rPr>
              <a:t>The club’s calendar maintained by the Secretary will remind the Secretary when to update Club Central.</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AutoNum type="arabicPeriod"/>
            </a:pPr>
            <a:r>
              <a:rPr lang="en-US">
                <a:latin typeface="Arial"/>
                <a:ea typeface="Arial"/>
                <a:cs typeface="Arial"/>
                <a:sym typeface="Arial"/>
              </a:rPr>
              <a:t>Other responsibilities to repeat:</a:t>
            </a:r>
            <a:endParaRPr>
              <a:latin typeface="Arial"/>
              <a:ea typeface="Arial"/>
              <a:cs typeface="Arial"/>
              <a:sym typeface="Arial"/>
            </a:endParaRPr>
          </a:p>
          <a:p>
            <a:pPr indent="-171450" lvl="1" marL="628650" rtl="0" algn="l">
              <a:spcBef>
                <a:spcPts val="0"/>
              </a:spcBef>
              <a:spcAft>
                <a:spcPts val="0"/>
              </a:spcAft>
              <a:buClr>
                <a:schemeClr val="dk1"/>
              </a:buClr>
              <a:buSzPts val="1200"/>
              <a:buFont typeface="Arial"/>
              <a:buChar char="•"/>
            </a:pPr>
            <a:r>
              <a:rPr b="0" lang="en-US" sz="1200">
                <a:latin typeface="Arial"/>
                <a:ea typeface="Arial"/>
                <a:cs typeface="Arial"/>
                <a:sym typeface="Arial"/>
              </a:rPr>
              <a:t>Maintain a calendar of club events (with President and VPE)</a:t>
            </a:r>
            <a:endParaRPr b="0" sz="1200">
              <a:latin typeface="Arial"/>
              <a:ea typeface="Arial"/>
              <a:cs typeface="Arial"/>
              <a:sym typeface="Arial"/>
            </a:endParaRPr>
          </a:p>
          <a:p>
            <a:pPr indent="-171450" lvl="1" marL="628650" rtl="0" algn="l">
              <a:spcBef>
                <a:spcPts val="0"/>
              </a:spcBef>
              <a:spcAft>
                <a:spcPts val="0"/>
              </a:spcAft>
              <a:buClr>
                <a:schemeClr val="dk1"/>
              </a:buClr>
              <a:buSzPts val="1200"/>
              <a:buFont typeface="Arial"/>
              <a:buChar char="•"/>
            </a:pPr>
            <a:r>
              <a:rPr lang="en-US">
                <a:latin typeface="Arial"/>
                <a:ea typeface="Arial"/>
                <a:cs typeface="Arial"/>
                <a:sym typeface="Arial"/>
              </a:rPr>
              <a:t>Assign the </a:t>
            </a:r>
            <a:r>
              <a:rPr b="0" lang="en-US" sz="1200">
                <a:latin typeface="Arial"/>
                <a:ea typeface="Arial"/>
                <a:cs typeface="Arial"/>
                <a:sym typeface="Arial"/>
              </a:rPr>
              <a:t>club </a:t>
            </a:r>
            <a:r>
              <a:rPr lang="en-US">
                <a:latin typeface="Arial"/>
                <a:ea typeface="Arial"/>
                <a:cs typeface="Arial"/>
                <a:sym typeface="Arial"/>
              </a:rPr>
              <a:t>proxy by the deadline</a:t>
            </a:r>
            <a:r>
              <a:rPr b="0" lang="en-US" sz="1200">
                <a:latin typeface="Arial"/>
                <a:ea typeface="Arial"/>
                <a:cs typeface="Arial"/>
                <a:sym typeface="Arial"/>
              </a:rPr>
              <a:t> for </a:t>
            </a:r>
            <a:r>
              <a:rPr lang="en-US">
                <a:latin typeface="Arial"/>
                <a:ea typeface="Arial"/>
                <a:cs typeface="Arial"/>
                <a:sym typeface="Arial"/>
              </a:rPr>
              <a:t>the August </a:t>
            </a:r>
            <a:r>
              <a:rPr b="0" lang="en-US" sz="1200">
                <a:latin typeface="Arial"/>
                <a:ea typeface="Arial"/>
                <a:cs typeface="Arial"/>
                <a:sym typeface="Arial"/>
              </a:rPr>
              <a:t>Toastmasters </a:t>
            </a:r>
            <a:r>
              <a:rPr lang="en-US">
                <a:latin typeface="Arial"/>
                <a:ea typeface="Arial"/>
                <a:cs typeface="Arial"/>
                <a:sym typeface="Arial"/>
              </a:rPr>
              <a:t>International Annual Business</a:t>
            </a:r>
            <a:r>
              <a:rPr b="0" lang="en-US" sz="1200">
                <a:latin typeface="Arial"/>
                <a:ea typeface="Arial"/>
                <a:cs typeface="Arial"/>
                <a:sym typeface="Arial"/>
              </a:rPr>
              <a:t> meeting</a:t>
            </a:r>
            <a:r>
              <a:rPr lang="en-US">
                <a:latin typeface="Arial"/>
                <a:ea typeface="Arial"/>
                <a:cs typeface="Arial"/>
                <a:sym typeface="Arial"/>
              </a:rPr>
              <a:t> (TI ABM) </a:t>
            </a:r>
            <a:br>
              <a:rPr lang="en-US">
                <a:latin typeface="Arial"/>
                <a:ea typeface="Arial"/>
                <a:cs typeface="Arial"/>
                <a:sym typeface="Arial"/>
              </a:rPr>
            </a:br>
            <a:r>
              <a:rPr lang="en-US">
                <a:latin typeface="Arial"/>
                <a:ea typeface="Arial"/>
                <a:cs typeface="Arial"/>
                <a:sym typeface="Arial"/>
              </a:rPr>
              <a:t>(Both Club Secretary and President have access to assign the club proxy for the TI ABM. One or the other may handle this on behalf of the club.)</a:t>
            </a:r>
            <a:endParaRPr b="0" sz="1200">
              <a:latin typeface="Arial"/>
              <a:ea typeface="Arial"/>
              <a:cs typeface="Arial"/>
              <a:sym typeface="Arial"/>
            </a:endParaRPr>
          </a:p>
          <a:p>
            <a:pPr indent="-171450" lvl="1" marL="628650" rtl="0" algn="l">
              <a:spcBef>
                <a:spcPts val="0"/>
              </a:spcBef>
              <a:spcAft>
                <a:spcPts val="0"/>
              </a:spcAft>
              <a:buClr>
                <a:schemeClr val="dk1"/>
              </a:buClr>
              <a:buSzPts val="1200"/>
              <a:buFont typeface="Arial"/>
              <a:buChar char="•"/>
            </a:pPr>
            <a:r>
              <a:rPr b="0" lang="en-US" sz="1200">
                <a:latin typeface="Arial"/>
                <a:ea typeface="Arial"/>
                <a:cs typeface="Arial"/>
                <a:sym typeface="Arial"/>
              </a:rPr>
              <a:t>Submit new club officer </a:t>
            </a:r>
            <a:r>
              <a:rPr lang="en-US">
                <a:latin typeface="Arial"/>
                <a:ea typeface="Arial"/>
                <a:cs typeface="Arial"/>
                <a:sym typeface="Arial"/>
              </a:rPr>
              <a:t>list</a:t>
            </a:r>
            <a:r>
              <a:rPr b="0" lang="en-US" sz="1200">
                <a:latin typeface="Arial"/>
                <a:ea typeface="Arial"/>
                <a:cs typeface="Arial"/>
                <a:sym typeface="Arial"/>
              </a:rPr>
              <a:t> in June (and December if semi-annual officers) </a:t>
            </a:r>
            <a:r>
              <a:rPr lang="en-US">
                <a:latin typeface="Arial"/>
                <a:ea typeface="Arial"/>
                <a:cs typeface="Arial"/>
                <a:sym typeface="Arial"/>
              </a:rPr>
              <a:t>through Club Central </a:t>
            </a:r>
            <a:endParaRPr b="0" sz="1200">
              <a:latin typeface="Arial"/>
              <a:ea typeface="Arial"/>
              <a:cs typeface="Arial"/>
              <a:sym typeface="Arial"/>
            </a:endParaRPr>
          </a:p>
          <a:p>
            <a:pPr indent="-171450" lvl="1" marL="628650" rtl="0" algn="l">
              <a:spcBef>
                <a:spcPts val="0"/>
              </a:spcBef>
              <a:spcAft>
                <a:spcPts val="0"/>
              </a:spcAft>
              <a:buClr>
                <a:schemeClr val="dk1"/>
              </a:buClr>
              <a:buSzPts val="1200"/>
              <a:buFont typeface="Arial"/>
              <a:buChar char="•"/>
            </a:pPr>
            <a:r>
              <a:rPr b="0" lang="en-US" sz="1200">
                <a:latin typeface="Arial"/>
                <a:ea typeface="Arial"/>
                <a:cs typeface="Arial"/>
                <a:sym typeface="Arial"/>
              </a:rPr>
              <a:t>Organize transition with new team (transition checklist, lessons learned, transition meeting)</a:t>
            </a:r>
            <a:endParaRPr b="0">
              <a:latin typeface="Arial"/>
              <a:ea typeface="Arial"/>
              <a:cs typeface="Arial"/>
              <a:sym typeface="Arial"/>
            </a:endParaRPr>
          </a:p>
          <a:p>
            <a:pPr indent="-228600" lvl="0" marL="228600" rtl="0" algn="l">
              <a:spcBef>
                <a:spcPts val="0"/>
              </a:spcBef>
              <a:spcAft>
                <a:spcPts val="0"/>
              </a:spcAft>
              <a:buClr>
                <a:schemeClr val="dk1"/>
              </a:buClr>
              <a:buSzPts val="1200"/>
              <a:buFont typeface="Arial"/>
              <a:buAutoNum type="arabicPeriod"/>
            </a:pPr>
            <a:r>
              <a:rPr lang="en-US">
                <a:latin typeface="Arial"/>
                <a:ea typeface="Arial"/>
                <a:cs typeface="Arial"/>
                <a:sym typeface="Arial"/>
              </a:rPr>
              <a:t>The Secretary is also a Base Camp manager and may need to approve members’ projects. All club officers now have access to approve member level completions in Base Camp. </a:t>
            </a:r>
            <a:endParaRPr>
              <a:latin typeface="Arial"/>
              <a:ea typeface="Arial"/>
              <a:cs typeface="Arial"/>
              <a:sym typeface="Arial"/>
            </a:endParaRPr>
          </a:p>
        </p:txBody>
      </p:sp>
      <p:sp>
        <p:nvSpPr>
          <p:cNvPr id="1275" name="Google Shape;12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13: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1" name="Google Shape;1281;p13: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lnSpc>
                <a:spcPct val="107000"/>
              </a:lnSpc>
              <a:spcBef>
                <a:spcPts val="800"/>
              </a:spcBef>
              <a:spcAft>
                <a:spcPts val="0"/>
              </a:spcAft>
              <a:buNone/>
            </a:pPr>
            <a:r>
              <a:rPr b="1" lang="en-US" sz="1200">
                <a:latin typeface="Arial"/>
                <a:ea typeface="Arial"/>
                <a:cs typeface="Arial"/>
                <a:sym typeface="Arial"/>
              </a:rPr>
              <a:t>(Ask </a:t>
            </a:r>
            <a:r>
              <a:rPr b="0" lang="en-US" sz="1200">
                <a:latin typeface="Arial"/>
                <a:ea typeface="Arial"/>
                <a:cs typeface="Arial"/>
                <a:sym typeface="Arial"/>
              </a:rPr>
              <a:t>what they think the responsibilities of the Club Secretary are for the Executive Committee Meetings. Then </a:t>
            </a:r>
            <a:r>
              <a:rPr b="1" lang="en-US" sz="1200">
                <a:latin typeface="Arial"/>
                <a:ea typeface="Arial"/>
                <a:cs typeface="Arial"/>
                <a:sym typeface="Arial"/>
              </a:rPr>
              <a:t>click </a:t>
            </a:r>
            <a:r>
              <a:rPr b="0" lang="en-US" sz="1200">
                <a:latin typeface="Arial"/>
                <a:ea typeface="Arial"/>
                <a:cs typeface="Arial"/>
                <a:sym typeface="Arial"/>
              </a:rPr>
              <a:t>to show the list.)</a:t>
            </a:r>
            <a:endParaRPr/>
          </a:p>
          <a:p>
            <a:pPr indent="-228600" lvl="0" marL="228600" rtl="0" algn="l">
              <a:spcBef>
                <a:spcPts val="800"/>
              </a:spcBef>
              <a:spcAft>
                <a:spcPts val="0"/>
              </a:spcAft>
              <a:buClr>
                <a:schemeClr val="dk1"/>
              </a:buClr>
              <a:buSzPts val="1200"/>
              <a:buFont typeface="Arial"/>
              <a:buAutoNum type="arabicPeriod"/>
            </a:pPr>
            <a:r>
              <a:rPr lang="en-US">
                <a:latin typeface="Arial"/>
                <a:ea typeface="Arial"/>
                <a:cs typeface="Arial"/>
                <a:sym typeface="Arial"/>
              </a:rPr>
              <a:t>Secretary works closely with the Club President to plan Executive Committee meetings, to prepare the agendas, and circulate these to the Executive Committee members in advance (one to two weeks before the meeting). </a:t>
            </a:r>
            <a:r>
              <a:rPr b="1" lang="en-US">
                <a:latin typeface="Arial"/>
                <a:ea typeface="Arial"/>
                <a:cs typeface="Arial"/>
                <a:sym typeface="Arial"/>
              </a:rPr>
              <a:t>Best practice</a:t>
            </a:r>
            <a:r>
              <a:rPr lang="en-US">
                <a:latin typeface="Arial"/>
                <a:ea typeface="Arial"/>
                <a:cs typeface="Arial"/>
                <a:sym typeface="Arial"/>
              </a:rPr>
              <a:t>: Conduct Executive Committee meetings at least monthly and at the beginning of the year decide the Executive Committee meeting dates for the whole year, e.g. the first Tuesday evening of each month.</a:t>
            </a:r>
            <a:endParaRPr>
              <a:latin typeface="Arial"/>
              <a:ea typeface="Arial"/>
              <a:cs typeface="Arial"/>
              <a:sym typeface="Arial"/>
            </a:endParaRPr>
          </a:p>
          <a:p>
            <a:pPr indent="-228600" lvl="0" marL="228600" marR="0" rtl="0" algn="l">
              <a:lnSpc>
                <a:spcPct val="100000"/>
              </a:lnSpc>
              <a:spcBef>
                <a:spcPts val="0"/>
              </a:spcBef>
              <a:spcAft>
                <a:spcPts val="0"/>
              </a:spcAft>
              <a:buClr>
                <a:schemeClr val="dk1"/>
              </a:buClr>
              <a:buSzPts val="1200"/>
              <a:buFont typeface="Arial"/>
              <a:buAutoNum type="arabicPeriod"/>
            </a:pPr>
            <a:r>
              <a:rPr lang="en-US">
                <a:latin typeface="Arial"/>
                <a:ea typeface="Arial"/>
                <a:cs typeface="Arial"/>
                <a:sym typeface="Arial"/>
              </a:rPr>
              <a:t>Secretary takes minutes of Executive Committee meetings and sends to the President for approval before being circulated to other Executive Committee members. It is important to agree to the deadline for circulation, e.g. within 24 hours, 3 days or 7 days of each meeting.  (Include this expectation in your Club Success Plan.) </a:t>
            </a:r>
            <a:r>
              <a:rPr b="0" lang="en-US" sz="1200">
                <a:latin typeface="Arial"/>
                <a:ea typeface="Arial"/>
                <a:cs typeface="Arial"/>
                <a:sym typeface="Arial"/>
              </a:rPr>
              <a:t>You can use Artificial Intelligence </a:t>
            </a:r>
            <a:r>
              <a:rPr lang="en-US">
                <a:latin typeface="Arial"/>
                <a:ea typeface="Arial"/>
                <a:cs typeface="Arial"/>
                <a:sym typeface="Arial"/>
              </a:rPr>
              <a:t>(AI) </a:t>
            </a:r>
            <a:r>
              <a:rPr b="0" lang="en-US" sz="1200">
                <a:latin typeface="Arial"/>
                <a:ea typeface="Arial"/>
                <a:cs typeface="Arial"/>
                <a:sym typeface="Arial"/>
              </a:rPr>
              <a:t>or a transcription application to help you achieve accurate minutes. (</a:t>
            </a:r>
            <a:r>
              <a:rPr b="1" lang="en-US" sz="1200">
                <a:latin typeface="Arial"/>
                <a:ea typeface="Arial"/>
                <a:cs typeface="Arial"/>
                <a:sym typeface="Arial"/>
              </a:rPr>
              <a:t>Ask</a:t>
            </a:r>
            <a:r>
              <a:rPr b="0" lang="en-US" sz="1200">
                <a:latin typeface="Arial"/>
                <a:ea typeface="Arial"/>
                <a:cs typeface="Arial"/>
                <a:sym typeface="Arial"/>
              </a:rPr>
              <a:t> club officers which program(s) they can use as not everyone will be familiar with these sorts of Apps.)</a:t>
            </a:r>
            <a:endParaRPr/>
          </a:p>
          <a:p>
            <a:pPr indent="-228600" lvl="0" marL="228600" marR="0" rtl="0" algn="l">
              <a:lnSpc>
                <a:spcPct val="100000"/>
              </a:lnSpc>
              <a:spcBef>
                <a:spcPts val="0"/>
              </a:spcBef>
              <a:spcAft>
                <a:spcPts val="0"/>
              </a:spcAft>
              <a:buClr>
                <a:schemeClr val="dk1"/>
              </a:buClr>
              <a:buSzPts val="1200"/>
              <a:buFont typeface="Arial"/>
              <a:buAutoNum type="arabicPeriod"/>
            </a:pPr>
            <a:r>
              <a:rPr b="0" lang="en-US" sz="1200">
                <a:latin typeface="Arial"/>
                <a:ea typeface="Arial"/>
                <a:cs typeface="Arial"/>
                <a:sym typeface="Arial"/>
              </a:rPr>
              <a:t>It is also worth setting up a standard agenda for parts of the meeting, such as reports by each club officer at each meeting. At the start of the year, the Club Success Plan will feature strongly as it needs to be submitted by the end of September. After an Area Director visit and report is submitted, you may want to add a discussion about the report's findings to the next agenda.</a:t>
            </a:r>
            <a:endParaRPr b="0" sz="1200">
              <a:latin typeface="Arial"/>
              <a:ea typeface="Arial"/>
              <a:cs typeface="Arial"/>
              <a:sym typeface="Arial"/>
            </a:endParaRPr>
          </a:p>
          <a:p>
            <a:pPr indent="-228600" lvl="0" marL="228600" rtl="0" algn="l">
              <a:spcBef>
                <a:spcPts val="0"/>
              </a:spcBef>
              <a:spcAft>
                <a:spcPts val="0"/>
              </a:spcAft>
              <a:buClr>
                <a:schemeClr val="dk1"/>
              </a:buClr>
              <a:buSzPts val="1200"/>
              <a:buFont typeface="Arial"/>
              <a:buAutoNum type="arabicPeriod"/>
            </a:pPr>
            <a:r>
              <a:rPr lang="en-US">
                <a:latin typeface="Arial"/>
                <a:ea typeface="Arial"/>
                <a:cs typeface="Arial"/>
                <a:sym typeface="Arial"/>
              </a:rPr>
              <a:t>Secretary is responsible for maintaining these Executive Committee meeting minutes. </a:t>
            </a:r>
            <a:endParaRPr/>
          </a:p>
          <a:p>
            <a:pPr indent="0" lvl="0" marL="0" marR="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lang="en-US">
                <a:latin typeface="Arial"/>
                <a:ea typeface="Arial"/>
                <a:cs typeface="Arial"/>
                <a:sym typeface="Arial"/>
              </a:rPr>
              <a:t>IMPORTANT</a:t>
            </a:r>
            <a:r>
              <a:rPr lang="en-US">
                <a:latin typeface="Arial"/>
                <a:ea typeface="Arial"/>
                <a:cs typeface="Arial"/>
                <a:sym typeface="Arial"/>
              </a:rPr>
              <a:t>: Refer to the Club Leadership Handbook for the list of items to record in business meetings. </a:t>
            </a:r>
            <a:endParaRPr/>
          </a:p>
          <a:p>
            <a:pPr indent="0" lvl="0" marL="0" marR="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1282" name="Google Shape;128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14: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8" name="Google Shape;1288;p14: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25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b="1" sz="12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(Ask </a:t>
            </a:r>
            <a:r>
              <a:rPr b="0" lang="en-US" sz="1200">
                <a:latin typeface="Arial"/>
                <a:ea typeface="Arial"/>
                <a:cs typeface="Arial"/>
                <a:sym typeface="Arial"/>
              </a:rPr>
              <a:t>what they think are the “official” documents for a club. Then </a:t>
            </a:r>
            <a:r>
              <a:rPr b="1" lang="en-US" sz="1200">
                <a:latin typeface="Arial"/>
                <a:ea typeface="Arial"/>
                <a:cs typeface="Arial"/>
                <a:sym typeface="Arial"/>
              </a:rPr>
              <a:t>click </a:t>
            </a:r>
            <a:r>
              <a:rPr b="0" lang="en-US" sz="1200">
                <a:latin typeface="Arial"/>
                <a:ea typeface="Arial"/>
                <a:cs typeface="Arial"/>
                <a:sym typeface="Arial"/>
              </a:rPr>
              <a:t>to show the list</a:t>
            </a:r>
            <a:r>
              <a:rPr lang="en-US">
                <a:latin typeface="Arial"/>
                <a:ea typeface="Arial"/>
                <a:cs typeface="Arial"/>
                <a:sym typeface="Arial"/>
              </a:rPr>
              <a:t>.) </a:t>
            </a:r>
            <a:endParaRPr/>
          </a:p>
          <a:p>
            <a:pPr indent="0" lvl="0" marL="0" rtl="0" algn="l">
              <a:spcBef>
                <a:spcPts val="0"/>
              </a:spcBef>
              <a:spcAft>
                <a:spcPts val="0"/>
              </a:spcAft>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i="1" lang="en-US">
                <a:latin typeface="Arial"/>
                <a:ea typeface="Arial"/>
                <a:cs typeface="Arial"/>
                <a:sym typeface="Arial"/>
              </a:rPr>
              <a:t>These are OFFICIAL Toastmasters club documents and must be maintained in perpetuity by the club. </a:t>
            </a:r>
            <a:r>
              <a:rPr b="0" i="0" lang="en-US">
                <a:latin typeface="Arial"/>
                <a:ea typeface="Arial"/>
                <a:cs typeface="Arial"/>
                <a:sym typeface="Arial"/>
              </a:rPr>
              <a:t>The Club </a:t>
            </a:r>
            <a:r>
              <a:rPr lang="en-US">
                <a:latin typeface="Arial"/>
                <a:ea typeface="Arial"/>
                <a:cs typeface="Arial"/>
                <a:sym typeface="Arial"/>
              </a:rPr>
              <a:t>President is responsible for understanding the importance and impact of legal documents, and the Secretary is responsible for filing and retrieving the information when required.</a:t>
            </a:r>
            <a:endParaRPr>
              <a:latin typeface="Arial"/>
              <a:ea typeface="Arial"/>
              <a:cs typeface="Arial"/>
              <a:sym typeface="Arial"/>
            </a:endParaRPr>
          </a:p>
          <a:p>
            <a:pPr indent="0" lvl="0" marL="0" rtl="0" algn="l">
              <a:spcBef>
                <a:spcPts val="0"/>
              </a:spcBef>
              <a:spcAft>
                <a:spcPts val="0"/>
              </a:spcAft>
              <a:buNone/>
            </a:pPr>
            <a:r>
              <a:t/>
            </a:r>
            <a:endParaRPr b="1" i="1">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i="0" lang="en-US" sz="1200">
                <a:latin typeface="Arial"/>
                <a:ea typeface="Arial"/>
                <a:cs typeface="Arial"/>
                <a:sym typeface="Arial"/>
              </a:rPr>
              <a:t>Signed membership applications should be kept secure, such as in a lock box, or properly destroyed once they are digitized and stored according to jurisdictional privacy laws. </a:t>
            </a:r>
            <a:endParaRPr/>
          </a:p>
          <a:p>
            <a:pPr indent="0" lvl="0" marL="0" marR="0" rtl="0" algn="l">
              <a:lnSpc>
                <a:spcPct val="100000"/>
              </a:lnSpc>
              <a:spcBef>
                <a:spcPts val="0"/>
              </a:spcBef>
              <a:spcAft>
                <a:spcPts val="0"/>
              </a:spcAft>
              <a:buClr>
                <a:schemeClr val="dk1"/>
              </a:buClr>
              <a:buSzPts val="1200"/>
              <a:buFont typeface="Calibri"/>
              <a:buNone/>
            </a:pPr>
            <a:r>
              <a:t/>
            </a:r>
            <a:endParaRPr b="1" i="0" sz="120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i="0" lang="en-US" sz="1200">
                <a:latin typeface="Arial"/>
                <a:ea typeface="Arial"/>
                <a:cs typeface="Arial"/>
                <a:sym typeface="Arial"/>
              </a:rPr>
              <a:t>IMPORTANT: Please refer to the Club Leadership Handbook for a complete list of club files that must be maintained and for what length of time. </a:t>
            </a:r>
            <a:endParaRPr/>
          </a:p>
          <a:p>
            <a:pPr indent="0" lvl="0" marL="0" rtl="0" algn="l">
              <a:spcBef>
                <a:spcPts val="0"/>
              </a:spcBef>
              <a:spcAft>
                <a:spcPts val="0"/>
              </a:spcAft>
              <a:buNone/>
            </a:pPr>
            <a:r>
              <a:t/>
            </a:r>
            <a:endParaRPr b="1" i="1">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
        <p:nvSpPr>
          <p:cNvPr id="1289" name="Google Shape;128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15: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5" name="Google Shape;1295;p15: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27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b="1" sz="12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(Continues </a:t>
            </a:r>
            <a:r>
              <a:rPr b="0" lang="en-US" sz="1200">
                <a:latin typeface="Arial"/>
                <a:ea typeface="Arial"/>
                <a:cs typeface="Arial"/>
                <a:sym typeface="Arial"/>
              </a:rPr>
              <a:t>on the next slide. </a:t>
            </a:r>
            <a:r>
              <a:rPr lang="en-US">
                <a:latin typeface="Arial"/>
                <a:ea typeface="Arial"/>
                <a:cs typeface="Arial"/>
                <a:sym typeface="Arial"/>
              </a:rPr>
              <a:t>Facilitator to walk through list. </a:t>
            </a:r>
            <a:r>
              <a:rPr b="1" i="1" lang="en-US">
                <a:latin typeface="Arial"/>
                <a:ea typeface="Arial"/>
                <a:cs typeface="Arial"/>
                <a:sym typeface="Arial"/>
              </a:rPr>
              <a:t>Clubs may vary in what they expect the Secretary to file</a:t>
            </a:r>
            <a:r>
              <a:rPr lang="en-US">
                <a:latin typeface="Arial"/>
                <a:ea typeface="Arial"/>
                <a:cs typeface="Arial"/>
                <a:sym typeface="Arial"/>
              </a:rPr>
              <a:t>.)</a:t>
            </a:r>
            <a:endParaRPr/>
          </a:p>
        </p:txBody>
      </p:sp>
      <p:sp>
        <p:nvSpPr>
          <p:cNvPr id="1296" name="Google Shape;129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16: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2" name="Google Shape;1302;p16: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29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b="1" sz="12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(Continued from previous slide. </a:t>
            </a:r>
            <a:r>
              <a:rPr lang="en-US">
                <a:latin typeface="Arial"/>
                <a:ea typeface="Arial"/>
                <a:cs typeface="Arial"/>
                <a:sym typeface="Arial"/>
              </a:rPr>
              <a:t>Facilitator to walk through list. </a:t>
            </a:r>
            <a:r>
              <a:rPr b="1" i="1" lang="en-US">
                <a:latin typeface="Arial"/>
                <a:ea typeface="Arial"/>
                <a:cs typeface="Arial"/>
                <a:sym typeface="Arial"/>
              </a:rPr>
              <a:t>Clubs may vary in what they expect the Secretary to file</a:t>
            </a:r>
            <a:r>
              <a:rPr i="1" lang="en-US">
                <a:latin typeface="Arial"/>
                <a:ea typeface="Arial"/>
                <a:cs typeface="Arial"/>
                <a:sym typeface="Arial"/>
              </a:rPr>
              <a:t>.)</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Store documents on a Google Drive, OneDrive, or some other storage application that is automatically backed up and that all club officers can access. Pathways stores all member achievements, and these are accessible by club officers. </a:t>
            </a:r>
            <a:endParaRPr/>
          </a:p>
        </p:txBody>
      </p:sp>
      <p:sp>
        <p:nvSpPr>
          <p:cNvPr id="1303" name="Google Shape;130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17: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0" name="Google Shape;1310;p17: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32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b="1" sz="120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0" lang="en-US" sz="1200">
                <a:latin typeface="Arial"/>
                <a:ea typeface="Arial"/>
                <a:cs typeface="Arial"/>
                <a:sym typeface="Arial"/>
              </a:rPr>
              <a:t>(</a:t>
            </a:r>
            <a:r>
              <a:rPr b="1" lang="en-US" sz="1200">
                <a:latin typeface="Arial"/>
                <a:ea typeface="Arial"/>
                <a:cs typeface="Arial"/>
                <a:sym typeface="Arial"/>
              </a:rPr>
              <a:t>Ask</a:t>
            </a:r>
            <a:r>
              <a:rPr b="0" lang="en-US" sz="1200">
                <a:latin typeface="Arial"/>
                <a:ea typeface="Arial"/>
                <a:cs typeface="Arial"/>
                <a:sym typeface="Arial"/>
              </a:rPr>
              <a:t> the club secretaries about the best practices of their club secretaries. Then </a:t>
            </a:r>
            <a:r>
              <a:rPr b="1" lang="en-US" sz="1200">
                <a:latin typeface="Arial"/>
                <a:ea typeface="Arial"/>
                <a:cs typeface="Arial"/>
                <a:sym typeface="Arial"/>
              </a:rPr>
              <a:t>share</a:t>
            </a:r>
            <a:r>
              <a:rPr b="0" lang="en-US" sz="1200">
                <a:latin typeface="Arial"/>
                <a:ea typeface="Arial"/>
                <a:cs typeface="Arial"/>
                <a:sym typeface="Arial"/>
              </a:rPr>
              <a:t> the best practices with everyone.)</a:t>
            </a:r>
            <a:endParaRPr/>
          </a:p>
          <a:p>
            <a:pPr indent="0" lvl="0" marL="0" rtl="0" algn="l">
              <a:spcBef>
                <a:spcPts val="0"/>
              </a:spcBef>
              <a:spcAft>
                <a:spcPts val="0"/>
              </a:spcAft>
              <a:buNone/>
            </a:pPr>
            <a:r>
              <a:t/>
            </a:r>
            <a:endParaRPr/>
          </a:p>
        </p:txBody>
      </p:sp>
      <p:sp>
        <p:nvSpPr>
          <p:cNvPr id="1311" name="Google Shape;131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18: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7" name="Google Shape;1317;p18: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34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b="1" sz="120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a:latin typeface="Arial"/>
                <a:ea typeface="Arial"/>
                <a:cs typeface="Arial"/>
                <a:sym typeface="Arial"/>
              </a:rPr>
              <a:t>(</a:t>
            </a:r>
            <a:r>
              <a:rPr b="1" lang="en-US">
                <a:latin typeface="Arial"/>
                <a:ea typeface="Arial"/>
                <a:cs typeface="Arial"/>
                <a:sym typeface="Arial"/>
              </a:rPr>
              <a:t>Ask</a:t>
            </a:r>
            <a:r>
              <a:rPr lang="en-US">
                <a:latin typeface="Arial"/>
                <a:ea typeface="Arial"/>
                <a:cs typeface="Arial"/>
                <a:sym typeface="Arial"/>
              </a:rPr>
              <a:t> what additional training could be useful to a Club Secretary. Then click to show the list. These may be offered by the District or online by other Districts. Some commercial training, such as Canva training is free on YouTube as well.)</a:t>
            </a:r>
            <a:endParaRPr>
              <a:latin typeface="Arial"/>
              <a:ea typeface="Arial"/>
              <a:cs typeface="Arial"/>
              <a:sym typeface="Arial"/>
            </a:endParaRPr>
          </a:p>
        </p:txBody>
      </p:sp>
      <p:sp>
        <p:nvSpPr>
          <p:cNvPr id="1318" name="Google Shape;131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19: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6" name="Google Shape;1326;p19: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36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b="1" sz="120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lang="en-US">
                <a:latin typeface="Arial"/>
                <a:ea typeface="Arial"/>
                <a:cs typeface="Arial"/>
                <a:sym typeface="Arial"/>
              </a:rPr>
              <a:t>(Ask</a:t>
            </a:r>
            <a:r>
              <a:rPr lang="en-US">
                <a:latin typeface="Arial"/>
                <a:ea typeface="Arial"/>
                <a:cs typeface="Arial"/>
                <a:sym typeface="Arial"/>
              </a:rPr>
              <a:t> what resources club secretaries can use to obtain information or help. Then show the list and Q-codes.</a:t>
            </a:r>
            <a:endParaRPr/>
          </a:p>
          <a:p>
            <a:pPr indent="0" lvl="0" marL="0" marR="0" rtl="0" algn="l">
              <a:lnSpc>
                <a:spcPct val="100000"/>
              </a:lnSpc>
              <a:spcBef>
                <a:spcPts val="0"/>
              </a:spcBef>
              <a:spcAft>
                <a:spcPts val="0"/>
              </a:spcAft>
              <a:buClr>
                <a:schemeClr val="dk1"/>
              </a:buClr>
              <a:buSzPts val="1200"/>
              <a:buFont typeface="Arial"/>
              <a:buNone/>
            </a:pPr>
            <a:r>
              <a:rPr lang="en-US">
                <a:latin typeface="Arial"/>
                <a:ea typeface="Arial"/>
                <a:cs typeface="Arial"/>
                <a:sym typeface="Arial"/>
              </a:rPr>
              <a:t>Invite them to scan the Q-codes and link to the information provided.)</a:t>
            </a:r>
            <a:endParaRPr/>
          </a:p>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None/>
            </a:pPr>
            <a:r>
              <a:t/>
            </a:r>
            <a:endParaRPr/>
          </a:p>
        </p:txBody>
      </p:sp>
      <p:sp>
        <p:nvSpPr>
          <p:cNvPr id="1327" name="Google Shape;132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20: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p20: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1 minute</a:t>
            </a:r>
            <a:endParaRPr/>
          </a:p>
          <a:p>
            <a:pPr indent="0" lvl="0" marL="0" rtl="0" algn="l">
              <a:spcBef>
                <a:spcPts val="0"/>
              </a:spcBef>
              <a:spcAft>
                <a:spcPts val="0"/>
              </a:spcAft>
              <a:buNone/>
            </a:pPr>
            <a:r>
              <a:rPr b="1" lang="en-US" sz="1200">
                <a:latin typeface="Arial"/>
                <a:ea typeface="Arial"/>
                <a:cs typeface="Arial"/>
                <a:sym typeface="Arial"/>
              </a:rPr>
              <a:t>Elapsed time: 37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Let’s check our learning!</a:t>
            </a:r>
            <a:endParaRPr/>
          </a:p>
          <a:p>
            <a:pPr indent="0" lvl="0" marL="0" rtl="0" algn="l">
              <a:spcBef>
                <a:spcPts val="0"/>
              </a:spcBef>
              <a:spcAft>
                <a:spcPts val="0"/>
              </a:spcAft>
              <a:buNone/>
            </a:pPr>
            <a:r>
              <a:t/>
            </a:r>
            <a:endParaRPr/>
          </a:p>
        </p:txBody>
      </p:sp>
      <p:sp>
        <p:nvSpPr>
          <p:cNvPr id="1340" name="Google Shape;134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21: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4" name="Google Shape;1344;p21: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5 minutes</a:t>
            </a:r>
            <a:endParaRPr/>
          </a:p>
          <a:p>
            <a:pPr indent="0" lvl="0" marL="0" rtl="0" algn="l">
              <a:spcBef>
                <a:spcPts val="0"/>
              </a:spcBef>
              <a:spcAft>
                <a:spcPts val="0"/>
              </a:spcAft>
              <a:buNone/>
            </a:pPr>
            <a:r>
              <a:rPr b="1" lang="en-US" sz="1200">
                <a:latin typeface="Arial"/>
                <a:ea typeface="Arial"/>
                <a:cs typeface="Arial"/>
                <a:sym typeface="Arial"/>
              </a:rPr>
              <a:t>Elapsed time: 42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marR="0" rtl="0" algn="l">
              <a:lnSpc>
                <a:spcPct val="100000"/>
              </a:lnSpc>
              <a:spcBef>
                <a:spcPts val="800"/>
              </a:spcBef>
              <a:spcAft>
                <a:spcPts val="0"/>
              </a:spcAft>
              <a:buClr>
                <a:schemeClr val="dk1"/>
              </a:buClr>
              <a:buSzPts val="1200"/>
              <a:buFont typeface="Calibri"/>
              <a:buNone/>
            </a:pPr>
            <a:r>
              <a:t/>
            </a:r>
            <a:endParaRPr b="0" sz="120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0" lang="en-US" sz="1200">
                <a:latin typeface="Arial"/>
                <a:ea typeface="Arial"/>
                <a:cs typeface="Arial"/>
                <a:sym typeface="Arial"/>
              </a:rPr>
              <a:t>(</a:t>
            </a:r>
            <a:r>
              <a:rPr b="1" lang="en-US" sz="1200">
                <a:latin typeface="Arial"/>
                <a:ea typeface="Arial"/>
                <a:cs typeface="Arial"/>
                <a:sym typeface="Arial"/>
              </a:rPr>
              <a:t>Ask </a:t>
            </a:r>
            <a:r>
              <a:rPr b="0" lang="en-US" sz="1200">
                <a:latin typeface="Arial"/>
                <a:ea typeface="Arial"/>
                <a:cs typeface="Arial"/>
                <a:sym typeface="Arial"/>
              </a:rPr>
              <a:t>club secretaries for the answers to each question. Ask a different secretary to answer each question.)</a:t>
            </a:r>
            <a:endParaRPr b="0" sz="120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Calibri"/>
              <a:buNone/>
            </a:pPr>
            <a:r>
              <a:t/>
            </a:r>
            <a:endParaRPr b="1" sz="1200">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Answer 1:</a:t>
            </a:r>
            <a:r>
              <a:rPr b="0" lang="en-US">
                <a:latin typeface="Arial"/>
                <a:ea typeface="Arial"/>
                <a:cs typeface="Arial"/>
                <a:sym typeface="Arial"/>
              </a:rPr>
              <a:t>  </a:t>
            </a:r>
            <a:r>
              <a:rPr lang="en-US">
                <a:latin typeface="Arial"/>
                <a:ea typeface="Arial"/>
                <a:cs typeface="Arial"/>
                <a:sym typeface="Arial"/>
              </a:rPr>
              <a:t>To maintain all club records, manage official club correspondence, record and distribute meeting minutes (especially for Executive Committee meetings), and update club records via Club Central with Toastmasters International</a:t>
            </a:r>
            <a:endParaRPr/>
          </a:p>
          <a:p>
            <a:pPr indent="0" lvl="0" marL="0" rtl="0" algn="l">
              <a:spcBef>
                <a:spcPts val="0"/>
              </a:spcBef>
              <a:spcAft>
                <a:spcPts val="0"/>
              </a:spcAft>
              <a:buNone/>
            </a:pPr>
            <a:r>
              <a:rPr b="1" lang="en-US">
                <a:latin typeface="Arial"/>
                <a:ea typeface="Arial"/>
                <a:cs typeface="Arial"/>
                <a:sym typeface="Arial"/>
              </a:rPr>
              <a:t>Answer 2:</a:t>
            </a:r>
            <a:r>
              <a:rPr lang="en-US">
                <a:latin typeface="Arial"/>
                <a:ea typeface="Arial"/>
                <a:cs typeface="Arial"/>
                <a:sym typeface="Arial"/>
              </a:rPr>
              <a:t>  Membership rosters, meeting minutes, club officer lists, Club Constitution and Bylaws, historical documents, and correspondence</a:t>
            </a:r>
            <a:endParaRPr/>
          </a:p>
          <a:p>
            <a:pPr indent="0" lvl="0" marL="0" rtl="0" algn="l">
              <a:spcBef>
                <a:spcPts val="0"/>
              </a:spcBef>
              <a:spcAft>
                <a:spcPts val="0"/>
              </a:spcAft>
              <a:buNone/>
            </a:pPr>
            <a:r>
              <a:rPr b="1" lang="en-US">
                <a:latin typeface="Arial"/>
                <a:ea typeface="Arial"/>
                <a:cs typeface="Arial"/>
                <a:sym typeface="Arial"/>
              </a:rPr>
              <a:t>Answer 3:</a:t>
            </a:r>
            <a:r>
              <a:rPr b="0" lang="en-US">
                <a:latin typeface="Arial"/>
                <a:ea typeface="Arial"/>
                <a:cs typeface="Arial"/>
                <a:sym typeface="Arial"/>
              </a:rPr>
              <a:t>  </a:t>
            </a:r>
            <a:r>
              <a:rPr lang="en-US">
                <a:latin typeface="Arial"/>
                <a:ea typeface="Arial"/>
                <a:cs typeface="Arial"/>
                <a:sym typeface="Arial"/>
              </a:rPr>
              <a:t>The Club President and other club officers to ensure accuracy and that all decisions and action items are recorded.</a:t>
            </a:r>
            <a:endParaRPr/>
          </a:p>
          <a:p>
            <a:pPr indent="0" lvl="0" marL="0" rtl="0" algn="l">
              <a:spcBef>
                <a:spcPts val="0"/>
              </a:spcBef>
              <a:spcAft>
                <a:spcPts val="0"/>
              </a:spcAft>
              <a:buNone/>
            </a:pPr>
            <a:r>
              <a:rPr b="1" lang="en-US">
                <a:latin typeface="Arial"/>
                <a:ea typeface="Arial"/>
                <a:cs typeface="Arial"/>
                <a:sym typeface="Arial"/>
              </a:rPr>
              <a:t>Answer 4:  </a:t>
            </a:r>
            <a:r>
              <a:rPr lang="en-US">
                <a:latin typeface="Arial"/>
                <a:ea typeface="Arial"/>
                <a:cs typeface="Arial"/>
                <a:sym typeface="Arial"/>
              </a:rPr>
              <a:t>Update the club officer list in Club Central on the Toastmasters International website and inform the relevant club members and Area/Division leaders, as needed</a:t>
            </a:r>
            <a:endParaRPr/>
          </a:p>
          <a:p>
            <a:pPr indent="0" lvl="0" marL="0" marR="0" rtl="0" algn="l">
              <a:lnSpc>
                <a:spcPct val="100000"/>
              </a:lnSpc>
              <a:spcBef>
                <a:spcPts val="0"/>
              </a:spcBef>
              <a:spcAft>
                <a:spcPts val="0"/>
              </a:spcAft>
              <a:buClr>
                <a:schemeClr val="dk1"/>
              </a:buClr>
              <a:buSzPts val="1200"/>
              <a:buFont typeface="Arial"/>
              <a:buNone/>
            </a:pPr>
            <a:r>
              <a:rPr b="1" lang="en-US">
                <a:latin typeface="Arial"/>
                <a:ea typeface="Arial"/>
                <a:cs typeface="Arial"/>
                <a:sym typeface="Arial"/>
              </a:rPr>
              <a:t>Answer 5:  </a:t>
            </a:r>
            <a:r>
              <a:rPr b="0" lang="en-US">
                <a:latin typeface="Arial"/>
                <a:ea typeface="Arial"/>
                <a:cs typeface="Arial"/>
                <a:sym typeface="Arial"/>
              </a:rPr>
              <a:t>In Club Central on the Toastmasters International website</a:t>
            </a:r>
            <a:endParaRPr/>
          </a:p>
          <a:p>
            <a:pPr indent="0" lvl="0" marL="0" marR="0" rtl="0" algn="l">
              <a:lnSpc>
                <a:spcPct val="100000"/>
              </a:lnSpc>
              <a:spcBef>
                <a:spcPts val="0"/>
              </a:spcBef>
              <a:spcAft>
                <a:spcPts val="0"/>
              </a:spcAft>
              <a:buClr>
                <a:schemeClr val="dk1"/>
              </a:buClr>
              <a:buSzPts val="1200"/>
              <a:buFont typeface="Arial"/>
              <a:buNone/>
            </a:pPr>
            <a:r>
              <a:rPr b="1" lang="en-US">
                <a:latin typeface="Arial"/>
                <a:ea typeface="Arial"/>
                <a:cs typeface="Arial"/>
                <a:sym typeface="Arial"/>
              </a:rPr>
              <a:t>Answer 6:</a:t>
            </a:r>
            <a:r>
              <a:rPr b="0" lang="en-US">
                <a:latin typeface="Arial"/>
                <a:ea typeface="Arial"/>
                <a:cs typeface="Arial"/>
                <a:sym typeface="Arial"/>
              </a:rPr>
              <a:t>  To ensure that club decisions are recorded for future reference and to confirm tasks allocated to committee members. Club business meeting minutes, decisions, and action items should be communicated to all club members</a:t>
            </a:r>
            <a:endParaRPr/>
          </a:p>
          <a:p>
            <a:pPr indent="0" lvl="0" marL="0" rtl="0" algn="l">
              <a:spcBef>
                <a:spcPts val="0"/>
              </a:spcBef>
              <a:spcAft>
                <a:spcPts val="0"/>
              </a:spcAft>
              <a:buNone/>
            </a:pPr>
            <a:r>
              <a:t/>
            </a:r>
            <a:endParaRPr/>
          </a:p>
        </p:txBody>
      </p:sp>
      <p:sp>
        <p:nvSpPr>
          <p:cNvPr id="1345" name="Google Shape;134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2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p22:notes"/>
          <p:cNvSpPr txBox="1"/>
          <p:nvPr>
            <p:ph idx="1" type="body"/>
          </p:nvPr>
        </p:nvSpPr>
        <p:spPr>
          <a:xfrm>
            <a:off x="685800" y="3887785"/>
            <a:ext cx="5486400" cy="49133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5 minutes</a:t>
            </a:r>
            <a:endParaRPr/>
          </a:p>
          <a:p>
            <a:pPr indent="0" lvl="0" marL="0" rtl="0" algn="l">
              <a:spcBef>
                <a:spcPts val="0"/>
              </a:spcBef>
              <a:spcAft>
                <a:spcPts val="0"/>
              </a:spcAft>
              <a:buNone/>
            </a:pPr>
            <a:r>
              <a:rPr b="1" lang="en-US" sz="1200">
                <a:latin typeface="Arial"/>
                <a:ea typeface="Arial"/>
                <a:cs typeface="Arial"/>
                <a:sym typeface="Arial"/>
              </a:rPr>
              <a:t>Elapsed time: 47 minutes</a:t>
            </a:r>
            <a:endParaRPr/>
          </a:p>
          <a:p>
            <a:pPr indent="0" lvl="0" marL="0" rtl="0" algn="l">
              <a:lnSpc>
                <a:spcPct val="107000"/>
              </a:lnSpc>
              <a:spcBef>
                <a:spcPts val="0"/>
              </a:spcBef>
              <a:spcAft>
                <a:spcPts val="0"/>
              </a:spcAft>
              <a:buNone/>
            </a:pPr>
            <a:r>
              <a:t/>
            </a:r>
            <a:endParaRPr sz="8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b="0" sz="800">
              <a:latin typeface="Arial"/>
              <a:ea typeface="Arial"/>
              <a:cs typeface="Arial"/>
              <a:sym typeface="Arial"/>
            </a:endParaRPr>
          </a:p>
          <a:p>
            <a:pPr indent="0" lvl="0" marL="0" marR="0" rtl="0" algn="l">
              <a:lnSpc>
                <a:spcPct val="100000"/>
              </a:lnSpc>
              <a:spcBef>
                <a:spcPts val="800"/>
              </a:spcBef>
              <a:spcAft>
                <a:spcPts val="0"/>
              </a:spcAft>
              <a:buClr>
                <a:schemeClr val="dk1"/>
              </a:buClr>
              <a:buSzPts val="1200"/>
              <a:buFont typeface="Arial"/>
              <a:buNone/>
            </a:pPr>
            <a:r>
              <a:rPr b="0" lang="en-US" sz="1200">
                <a:latin typeface="Arial"/>
                <a:ea typeface="Arial"/>
                <a:cs typeface="Arial"/>
                <a:sym typeface="Arial"/>
              </a:rPr>
              <a:t>(</a:t>
            </a:r>
            <a:r>
              <a:rPr b="1" lang="en-US" sz="1200">
                <a:latin typeface="Arial"/>
                <a:ea typeface="Arial"/>
                <a:cs typeface="Arial"/>
                <a:sym typeface="Arial"/>
              </a:rPr>
              <a:t>Ask </a:t>
            </a:r>
            <a:r>
              <a:rPr b="0" lang="en-US" sz="1200">
                <a:latin typeface="Arial"/>
                <a:ea typeface="Arial"/>
                <a:cs typeface="Arial"/>
                <a:sym typeface="Arial"/>
              </a:rPr>
              <a:t>club secretaries for the answers to each question. Ask a different secretary to answer each question.)</a:t>
            </a:r>
            <a:endParaRPr b="0" sz="1200">
              <a:latin typeface="Arial"/>
              <a:ea typeface="Arial"/>
              <a:cs typeface="Arial"/>
              <a:sym typeface="Arial"/>
            </a:endParaRPr>
          </a:p>
          <a:p>
            <a:pPr indent="0" lvl="0" marL="0" rtl="0" algn="l">
              <a:spcBef>
                <a:spcPts val="0"/>
              </a:spcBef>
              <a:spcAft>
                <a:spcPts val="0"/>
              </a:spcAft>
              <a:buNone/>
            </a:pPr>
            <a:r>
              <a:t/>
            </a:r>
            <a:endParaRPr b="0" sz="800">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Answer 7:</a:t>
            </a:r>
            <a:r>
              <a:rPr b="0" lang="en-US">
                <a:latin typeface="Arial"/>
                <a:ea typeface="Arial"/>
                <a:cs typeface="Arial"/>
                <a:sym typeface="Arial"/>
              </a:rPr>
              <a:t>  To </a:t>
            </a:r>
            <a:r>
              <a:rPr lang="en-US">
                <a:latin typeface="Arial"/>
                <a:ea typeface="Arial"/>
                <a:cs typeface="Arial"/>
                <a:sym typeface="Arial"/>
              </a:rPr>
              <a:t>ensure that Executive Meeting transparency and continuity by documenting discussions, decisions, and action items. Executive Committee meeting minutes should be distributed to all Executive Committee members and archived for future reference</a:t>
            </a:r>
            <a:endParaRPr>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Answer 8:</a:t>
            </a:r>
            <a:r>
              <a:rPr b="0" lang="en-US">
                <a:latin typeface="Arial"/>
                <a:ea typeface="Arial"/>
                <a:cs typeface="Arial"/>
                <a:sym typeface="Arial"/>
              </a:rPr>
              <a:t>  </a:t>
            </a:r>
            <a:r>
              <a:rPr lang="en-US">
                <a:latin typeface="Arial"/>
                <a:ea typeface="Arial"/>
                <a:cs typeface="Arial"/>
                <a:sym typeface="Arial"/>
              </a:rPr>
              <a:t>By distributing minutes, maintaining up-to-date contact lists, managing correspondence, and ensuring timely access to important records and information</a:t>
            </a:r>
            <a:endParaRPr>
              <a:latin typeface="Arial"/>
              <a:ea typeface="Arial"/>
              <a:cs typeface="Arial"/>
              <a:sym typeface="Arial"/>
            </a:endParaRPr>
          </a:p>
          <a:p>
            <a:pPr indent="0" lvl="0" marL="0" rtl="0" algn="l">
              <a:spcBef>
                <a:spcPts val="0"/>
              </a:spcBef>
              <a:spcAft>
                <a:spcPts val="0"/>
              </a:spcAft>
              <a:buClr>
                <a:schemeClr val="dk1"/>
              </a:buClr>
              <a:buSzPts val="1200"/>
              <a:buFont typeface="Arial"/>
              <a:buNone/>
            </a:pPr>
            <a:r>
              <a:rPr b="1" lang="en-US">
                <a:latin typeface="Arial"/>
                <a:ea typeface="Arial"/>
                <a:cs typeface="Arial"/>
                <a:sym typeface="Arial"/>
              </a:rPr>
              <a:t>Answer 9:  </a:t>
            </a:r>
            <a:r>
              <a:rPr lang="en-US">
                <a:latin typeface="Arial"/>
                <a:ea typeface="Arial"/>
                <a:cs typeface="Arial"/>
                <a:sym typeface="Arial"/>
              </a:rPr>
              <a:t>Meeting minutes (club and Executive Committee)</a:t>
            </a:r>
            <a:endParaRPr>
              <a:latin typeface="Arial"/>
              <a:ea typeface="Arial"/>
              <a:cs typeface="Arial"/>
              <a:sym typeface="Arial"/>
            </a:endParaRPr>
          </a:p>
          <a:p>
            <a:pPr indent="-76200" lvl="1" marL="651510" rtl="0" algn="l">
              <a:spcBef>
                <a:spcPts val="0"/>
              </a:spcBef>
              <a:spcAft>
                <a:spcPts val="0"/>
              </a:spcAft>
              <a:buClr>
                <a:schemeClr val="dk1"/>
              </a:buClr>
              <a:buSzPts val="1200"/>
              <a:buFont typeface="Courier New"/>
              <a:buChar char="o"/>
            </a:pPr>
            <a:r>
              <a:rPr b="0" lang="en-US">
                <a:latin typeface="Arial"/>
                <a:ea typeface="Arial"/>
                <a:cs typeface="Arial"/>
                <a:sym typeface="Arial"/>
              </a:rPr>
              <a:t> Club Charter</a:t>
            </a:r>
            <a:endParaRPr/>
          </a:p>
          <a:p>
            <a:pPr indent="-76200" lvl="1" marL="651510" rtl="0" algn="l">
              <a:spcBef>
                <a:spcPts val="0"/>
              </a:spcBef>
              <a:spcAft>
                <a:spcPts val="0"/>
              </a:spcAft>
              <a:buClr>
                <a:schemeClr val="dk1"/>
              </a:buClr>
              <a:buSzPts val="1200"/>
              <a:buFont typeface="Courier New"/>
              <a:buChar char="o"/>
            </a:pPr>
            <a:r>
              <a:rPr b="0" lang="en-US">
                <a:latin typeface="Arial"/>
                <a:ea typeface="Arial"/>
                <a:cs typeface="Arial"/>
                <a:sym typeface="Arial"/>
              </a:rPr>
              <a:t> Club Constitution and Bylaws</a:t>
            </a:r>
            <a:endParaRPr/>
          </a:p>
          <a:p>
            <a:pPr indent="-76200" lvl="1" marL="651510" rtl="0" algn="l">
              <a:spcBef>
                <a:spcPts val="0"/>
              </a:spcBef>
              <a:spcAft>
                <a:spcPts val="0"/>
              </a:spcAft>
              <a:buClr>
                <a:schemeClr val="dk1"/>
              </a:buClr>
              <a:buSzPts val="1200"/>
              <a:buFont typeface="Courier New"/>
              <a:buChar char="o"/>
            </a:pPr>
            <a:r>
              <a:rPr b="0" lang="en-US">
                <a:latin typeface="Arial"/>
                <a:ea typeface="Arial"/>
                <a:cs typeface="Arial"/>
                <a:sym typeface="Arial"/>
              </a:rPr>
              <a:t> Addendum of Standard Club Options</a:t>
            </a:r>
            <a:endParaRPr/>
          </a:p>
          <a:p>
            <a:pPr indent="-76200" lvl="1" marL="651510" rtl="0" algn="l">
              <a:spcBef>
                <a:spcPts val="0"/>
              </a:spcBef>
              <a:spcAft>
                <a:spcPts val="0"/>
              </a:spcAft>
              <a:buClr>
                <a:schemeClr val="dk1"/>
              </a:buClr>
              <a:buSzPts val="1200"/>
              <a:buFont typeface="Courier New"/>
              <a:buChar char="o"/>
            </a:pPr>
            <a:r>
              <a:rPr b="0" lang="en-US">
                <a:latin typeface="Arial"/>
                <a:ea typeface="Arial"/>
                <a:cs typeface="Arial"/>
                <a:sym typeface="Arial"/>
              </a:rPr>
              <a:t> Officer and membership records</a:t>
            </a:r>
            <a:endParaRPr b="0">
              <a:latin typeface="Arial"/>
              <a:ea typeface="Arial"/>
              <a:cs typeface="Arial"/>
              <a:sym typeface="Arial"/>
            </a:endParaRPr>
          </a:p>
          <a:p>
            <a:pPr indent="-76200" lvl="1" marL="651510" rtl="0" algn="l">
              <a:spcBef>
                <a:spcPts val="0"/>
              </a:spcBef>
              <a:spcAft>
                <a:spcPts val="0"/>
              </a:spcAft>
              <a:buClr>
                <a:schemeClr val="dk1"/>
              </a:buClr>
              <a:buSzPts val="1200"/>
              <a:buFont typeface="Courier New"/>
              <a:buChar char="o"/>
            </a:pPr>
            <a:r>
              <a:rPr b="0" lang="en-US">
                <a:latin typeface="Arial"/>
                <a:ea typeface="Arial"/>
                <a:cs typeface="Arial"/>
                <a:sym typeface="Arial"/>
              </a:rPr>
              <a:t> Official correspondence</a:t>
            </a:r>
            <a:endParaRPr/>
          </a:p>
          <a:p>
            <a:pPr indent="0" lvl="0" marL="0" rtl="0" algn="l">
              <a:spcBef>
                <a:spcPts val="0"/>
              </a:spcBef>
              <a:spcAft>
                <a:spcPts val="0"/>
              </a:spcAft>
              <a:buClr>
                <a:schemeClr val="dk1"/>
              </a:buClr>
              <a:buSzPts val="1200"/>
              <a:buFont typeface="Arial"/>
              <a:buNone/>
            </a:pPr>
            <a:r>
              <a:rPr b="1" lang="en-US">
                <a:latin typeface="Arial"/>
                <a:ea typeface="Arial"/>
                <a:cs typeface="Arial"/>
                <a:sym typeface="Arial"/>
              </a:rPr>
              <a:t>Answer 10:  </a:t>
            </a:r>
            <a:r>
              <a:rPr lang="en-US">
                <a:latin typeface="Arial"/>
                <a:ea typeface="Arial"/>
                <a:cs typeface="Arial"/>
                <a:sym typeface="Arial"/>
              </a:rPr>
              <a:t>By maintaining accurate records, documenting meeting attendance and member progress, and confirming achievements and completed goals with the VP Education and President</a:t>
            </a:r>
            <a:endParaRPr>
              <a:latin typeface="Arial"/>
              <a:ea typeface="Arial"/>
              <a:cs typeface="Arial"/>
              <a:sym typeface="Arial"/>
            </a:endParaRPr>
          </a:p>
          <a:p>
            <a:pPr indent="0" lvl="0" marL="0" rtl="0" algn="l">
              <a:spcBef>
                <a:spcPts val="0"/>
              </a:spcBef>
              <a:spcAft>
                <a:spcPts val="0"/>
              </a:spcAft>
              <a:buClr>
                <a:schemeClr val="dk1"/>
              </a:buClr>
              <a:buSzPts val="1200"/>
              <a:buFont typeface="Arial"/>
              <a:buNone/>
            </a:pPr>
            <a:r>
              <a:rPr b="1" lang="en-US">
                <a:latin typeface="Arial"/>
                <a:ea typeface="Arial"/>
                <a:cs typeface="Arial"/>
                <a:sym typeface="Arial"/>
              </a:rPr>
              <a:t>Answer 11:  </a:t>
            </a:r>
            <a:r>
              <a:rPr lang="en-US">
                <a:latin typeface="Arial"/>
                <a:ea typeface="Arial"/>
                <a:cs typeface="Arial"/>
                <a:sym typeface="Arial"/>
              </a:rPr>
              <a:t>Tools/Resources</a:t>
            </a:r>
            <a:endParaRPr b="0">
              <a:latin typeface="Arial"/>
              <a:ea typeface="Arial"/>
              <a:cs typeface="Arial"/>
              <a:sym typeface="Arial"/>
            </a:endParaRPr>
          </a:p>
          <a:p>
            <a:pPr indent="-171450" lvl="1" marL="457200" rtl="0" algn="l">
              <a:spcBef>
                <a:spcPts val="0"/>
              </a:spcBef>
              <a:spcAft>
                <a:spcPts val="0"/>
              </a:spcAft>
              <a:buClr>
                <a:schemeClr val="dk1"/>
              </a:buClr>
              <a:buSzPts val="1200"/>
              <a:buFont typeface="Courier New"/>
              <a:buChar char="o"/>
            </a:pPr>
            <a:r>
              <a:rPr b="1" lang="en-US">
                <a:latin typeface="Arial"/>
                <a:ea typeface="Arial"/>
                <a:cs typeface="Arial"/>
                <a:sym typeface="Arial"/>
              </a:rPr>
              <a:t>Club Central </a:t>
            </a:r>
            <a:r>
              <a:rPr lang="en-US">
                <a:latin typeface="Arial"/>
                <a:ea typeface="Arial"/>
                <a:cs typeface="Arial"/>
                <a:sym typeface="Arial"/>
              </a:rPr>
              <a:t>(for managing officer lists, member updates)</a:t>
            </a:r>
            <a:endParaRPr>
              <a:latin typeface="Arial"/>
              <a:ea typeface="Arial"/>
              <a:cs typeface="Arial"/>
              <a:sym typeface="Arial"/>
            </a:endParaRPr>
          </a:p>
          <a:p>
            <a:pPr indent="-76200" lvl="1" marL="285750" rtl="0" algn="l">
              <a:spcBef>
                <a:spcPts val="0"/>
              </a:spcBef>
              <a:spcAft>
                <a:spcPts val="0"/>
              </a:spcAft>
              <a:buClr>
                <a:schemeClr val="dk1"/>
              </a:buClr>
              <a:buSzPts val="1200"/>
              <a:buFont typeface="Courier New"/>
              <a:buChar char="o"/>
            </a:pPr>
            <a:r>
              <a:rPr b="1" lang="en-US">
                <a:latin typeface="Arial"/>
                <a:ea typeface="Arial"/>
                <a:cs typeface="Arial"/>
                <a:sym typeface="Arial"/>
              </a:rPr>
              <a:t>   Base Camp</a:t>
            </a:r>
            <a:r>
              <a:rPr lang="en-US">
                <a:latin typeface="Arial"/>
                <a:ea typeface="Arial"/>
                <a:cs typeface="Arial"/>
                <a:sym typeface="Arial"/>
              </a:rPr>
              <a:t> (optional, but useful if helping with Pathways support)</a:t>
            </a:r>
            <a:endParaRPr>
              <a:latin typeface="Arial"/>
              <a:ea typeface="Arial"/>
              <a:cs typeface="Arial"/>
              <a:sym typeface="Arial"/>
            </a:endParaRPr>
          </a:p>
          <a:p>
            <a:pPr indent="-76200" lvl="1" marL="285750" rtl="0" algn="l">
              <a:spcBef>
                <a:spcPts val="0"/>
              </a:spcBef>
              <a:spcAft>
                <a:spcPts val="0"/>
              </a:spcAft>
              <a:buClr>
                <a:schemeClr val="dk1"/>
              </a:buClr>
              <a:buSzPts val="1200"/>
              <a:buFont typeface="Courier New"/>
              <a:buChar char="o"/>
            </a:pPr>
            <a:r>
              <a:rPr b="1" lang="en-US">
                <a:latin typeface="Arial"/>
                <a:ea typeface="Arial"/>
                <a:cs typeface="Arial"/>
                <a:sym typeface="Arial"/>
              </a:rPr>
              <a:t>   Toastmasters.org</a:t>
            </a:r>
            <a:r>
              <a:rPr lang="en-US">
                <a:latin typeface="Arial"/>
                <a:ea typeface="Arial"/>
                <a:cs typeface="Arial"/>
                <a:sym typeface="Arial"/>
              </a:rPr>
              <a:t> (for accessing official documents, policies, and procedures)</a:t>
            </a:r>
            <a:endParaRPr>
              <a:latin typeface="Arial"/>
              <a:ea typeface="Arial"/>
              <a:cs typeface="Arial"/>
              <a:sym typeface="Arial"/>
            </a:endParaRPr>
          </a:p>
          <a:p>
            <a:pPr indent="0" lvl="0" marL="0" rtl="0" algn="l">
              <a:spcBef>
                <a:spcPts val="0"/>
              </a:spcBef>
              <a:spcAft>
                <a:spcPts val="0"/>
              </a:spcAft>
              <a:buClr>
                <a:schemeClr val="dk1"/>
              </a:buClr>
              <a:buSzPts val="1200"/>
              <a:buFont typeface="Arial"/>
              <a:buNone/>
            </a:pPr>
            <a:r>
              <a:t/>
            </a:r>
            <a:endParaRPr>
              <a:latin typeface="Arial"/>
              <a:ea typeface="Arial"/>
              <a:cs typeface="Arial"/>
              <a:sym typeface="Arial"/>
            </a:endParaRPr>
          </a:p>
          <a:p>
            <a:pPr indent="0" lvl="0" marL="0" rtl="0" algn="l">
              <a:spcBef>
                <a:spcPts val="0"/>
              </a:spcBef>
              <a:spcAft>
                <a:spcPts val="0"/>
              </a:spcAft>
              <a:buNone/>
            </a:pPr>
            <a:r>
              <a:t/>
            </a:r>
            <a:endParaRPr/>
          </a:p>
        </p:txBody>
      </p:sp>
      <p:sp>
        <p:nvSpPr>
          <p:cNvPr id="1353" name="Google Shape;135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23: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9" name="Google Shape;1359;p23: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50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b="0" lang="en-US">
                <a:latin typeface="Arial"/>
                <a:ea typeface="Arial"/>
                <a:cs typeface="Arial"/>
                <a:sym typeface="Arial"/>
              </a:rPr>
              <a:t>(At the beginning of the session you asked the club secretaries to share their session goals. Address any questions from the club secretaries to ensure that all their goals were met.)</a:t>
            </a:r>
            <a:endParaRPr b="0">
              <a:latin typeface="Arial"/>
              <a:ea typeface="Arial"/>
              <a:cs typeface="Arial"/>
              <a:sym typeface="Arial"/>
            </a:endParaRPr>
          </a:p>
          <a:p>
            <a:pPr indent="0" lvl="0" marL="0" rtl="0" algn="l">
              <a:spcBef>
                <a:spcPts val="0"/>
              </a:spcBef>
              <a:spcAft>
                <a:spcPts val="0"/>
              </a:spcAft>
              <a:buNone/>
            </a:pPr>
            <a:r>
              <a:t/>
            </a:r>
            <a:endParaRPr/>
          </a:p>
        </p:txBody>
      </p:sp>
      <p:sp>
        <p:nvSpPr>
          <p:cNvPr id="1360" name="Google Shape;136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24: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5" name="Google Shape;1365;p24: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52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marR="0" rtl="0" algn="l">
              <a:lnSpc>
                <a:spcPct val="100000"/>
              </a:lnSpc>
              <a:spcBef>
                <a:spcPts val="800"/>
              </a:spcBef>
              <a:spcAft>
                <a:spcPts val="0"/>
              </a:spcAft>
              <a:buClr>
                <a:schemeClr val="dk1"/>
              </a:buClr>
              <a:buSzPts val="1200"/>
              <a:buFont typeface="Calibri"/>
              <a:buNone/>
            </a:pPr>
            <a:r>
              <a:t/>
            </a:r>
            <a:endParaRPr b="1" sz="1200">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a:t>
            </a:r>
            <a:r>
              <a:rPr b="1" lang="en-US">
                <a:latin typeface="Arial"/>
                <a:ea typeface="Arial"/>
                <a:cs typeface="Arial"/>
                <a:sym typeface="Arial"/>
              </a:rPr>
              <a:t>Ask</a:t>
            </a:r>
            <a:r>
              <a:rPr lang="en-US">
                <a:latin typeface="Arial"/>
                <a:ea typeface="Arial"/>
                <a:cs typeface="Arial"/>
                <a:sym typeface="Arial"/>
              </a:rPr>
              <a:t> club secretaries about their next steps. After discussion, review the items listed on the slide.)</a:t>
            </a:r>
            <a:endParaRPr/>
          </a:p>
        </p:txBody>
      </p:sp>
      <p:sp>
        <p:nvSpPr>
          <p:cNvPr id="1366" name="Google Shape;136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25: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2" name="Google Shape;1372;p25: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1 minute</a:t>
            </a:r>
            <a:endParaRPr/>
          </a:p>
          <a:p>
            <a:pPr indent="0" lvl="0" marL="0" rtl="0" algn="l">
              <a:spcBef>
                <a:spcPts val="0"/>
              </a:spcBef>
              <a:spcAft>
                <a:spcPts val="0"/>
              </a:spcAft>
              <a:buNone/>
            </a:pPr>
            <a:r>
              <a:rPr b="1" lang="en-US" sz="1200">
                <a:latin typeface="Arial"/>
                <a:ea typeface="Arial"/>
                <a:cs typeface="Arial"/>
                <a:sym typeface="Arial"/>
              </a:rPr>
              <a:t>Elapsed time: 53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latin typeface="Arial"/>
                <a:ea typeface="Arial"/>
                <a:cs typeface="Arial"/>
                <a:sym typeface="Arial"/>
              </a:rPr>
              <a:t>(End the session by thanking all the participants for stepping up to serve their clubs as club officers and encourage the club secretaries to take action today to create a Club Calendar, schedule “at least” monthly Executive Committee meetings, and submit the Club Success Plan by 30</a:t>
            </a:r>
            <a:r>
              <a:rPr baseline="30000" lang="en-US">
                <a:latin typeface="Arial"/>
                <a:ea typeface="Arial"/>
                <a:cs typeface="Arial"/>
                <a:sym typeface="Arial"/>
              </a:rPr>
              <a:t>th</a:t>
            </a:r>
            <a:r>
              <a:rPr lang="en-US">
                <a:latin typeface="Arial"/>
                <a:ea typeface="Arial"/>
                <a:cs typeface="Arial"/>
                <a:sym typeface="Arial"/>
              </a:rPr>
              <a:t> September.)</a:t>
            </a:r>
            <a:endParaRPr>
              <a:latin typeface="Arial"/>
              <a:ea typeface="Arial"/>
              <a:cs typeface="Arial"/>
              <a:sym typeface="Arial"/>
            </a:endParaRPr>
          </a:p>
        </p:txBody>
      </p:sp>
      <p:sp>
        <p:nvSpPr>
          <p:cNvPr id="1373" name="Google Shape;137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 Id="rId3" Type="http://schemas.openxmlformats.org/officeDocument/2006/relationships/image" Target="../media/image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 Id="rId3" Type="http://schemas.openxmlformats.org/officeDocument/2006/relationships/image" Target="../media/image5.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27"/>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7"/>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20" name="Shape 20"/>
        <p:cNvGrpSpPr/>
        <p:nvPr/>
      </p:nvGrpSpPr>
      <p:grpSpPr>
        <a:xfrm>
          <a:off x="0" y="0"/>
          <a:ext cx="0" cy="0"/>
          <a:chOff x="0" y="0"/>
          <a:chExt cx="0" cy="0"/>
        </a:xfrm>
      </p:grpSpPr>
      <p:cxnSp>
        <p:nvCxnSpPr>
          <p:cNvPr id="21" name="Google Shape;21;p34"/>
          <p:cNvCxnSpPr/>
          <p:nvPr/>
        </p:nvCxnSpPr>
        <p:spPr>
          <a:xfrm>
            <a:off x="406400" y="1256580"/>
            <a:ext cx="711200" cy="0"/>
          </a:xfrm>
          <a:prstGeom prst="straightConnector1">
            <a:avLst/>
          </a:prstGeom>
          <a:noFill/>
          <a:ln cap="flat" cmpd="sng" w="28575">
            <a:solidFill>
              <a:srgbClr val="800000"/>
            </a:solidFill>
            <a:prstDash val="solid"/>
            <a:miter lim="8000"/>
            <a:headEnd len="sm" w="sm" type="none"/>
            <a:tailEnd len="sm" w="sm" type="none"/>
          </a:ln>
        </p:spPr>
      </p:cxnSp>
      <p:sp>
        <p:nvSpPr>
          <p:cNvPr id="22" name="Google Shape;22;p34"/>
          <p:cNvSpPr txBox="1"/>
          <p:nvPr>
            <p:ph type="title"/>
          </p:nvPr>
        </p:nvSpPr>
        <p:spPr>
          <a:xfrm>
            <a:off x="304800" y="533400"/>
            <a:ext cx="11484000"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4"/>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0094D6"/>
              </a:buClr>
              <a:buSzPts val="2800"/>
              <a:buChar char="•"/>
              <a:defRPr sz="2800">
                <a:solidFill>
                  <a:srgbClr val="0094D6"/>
                </a:solidFill>
                <a:latin typeface="Arial"/>
                <a:ea typeface="Arial"/>
                <a:cs typeface="Arial"/>
                <a:sym typeface="Arial"/>
              </a:defRPr>
            </a:lvl1pPr>
            <a:lvl2pPr indent="-381000" lvl="1" marL="914400" algn="l">
              <a:lnSpc>
                <a:spcPct val="90000"/>
              </a:lnSpc>
              <a:spcBef>
                <a:spcPts val="500"/>
              </a:spcBef>
              <a:spcAft>
                <a:spcPts val="0"/>
              </a:spcAft>
              <a:buClr>
                <a:srgbClr val="0094D6"/>
              </a:buClr>
              <a:buSzPts val="2400"/>
              <a:buChar char="•"/>
              <a:defRPr sz="2400">
                <a:solidFill>
                  <a:srgbClr val="0094D6"/>
                </a:solidFill>
                <a:latin typeface="Arial"/>
                <a:ea typeface="Arial"/>
                <a:cs typeface="Arial"/>
                <a:sym typeface="Arial"/>
              </a:defRPr>
            </a:lvl2pPr>
            <a:lvl3pPr indent="-355600" lvl="2" marL="1371600" algn="l">
              <a:lnSpc>
                <a:spcPct val="90000"/>
              </a:lnSpc>
              <a:spcBef>
                <a:spcPts val="500"/>
              </a:spcBef>
              <a:spcAft>
                <a:spcPts val="0"/>
              </a:spcAft>
              <a:buClr>
                <a:srgbClr val="0094D6"/>
              </a:buClr>
              <a:buSzPts val="2000"/>
              <a:buChar char="•"/>
              <a:defRPr sz="2000">
                <a:solidFill>
                  <a:srgbClr val="0094D6"/>
                </a:solidFill>
                <a:latin typeface="Arial"/>
                <a:ea typeface="Arial"/>
                <a:cs typeface="Arial"/>
                <a:sym typeface="Arial"/>
              </a:defRPr>
            </a:lvl3pPr>
            <a:lvl4pPr indent="-342900" lvl="3" marL="1828800" algn="l">
              <a:lnSpc>
                <a:spcPct val="90000"/>
              </a:lnSpc>
              <a:spcBef>
                <a:spcPts val="500"/>
              </a:spcBef>
              <a:spcAft>
                <a:spcPts val="0"/>
              </a:spcAft>
              <a:buClr>
                <a:srgbClr val="0094D6"/>
              </a:buClr>
              <a:buSzPts val="1800"/>
              <a:buChar char="•"/>
              <a:defRPr sz="1800">
                <a:solidFill>
                  <a:srgbClr val="0094D6"/>
                </a:solidFill>
                <a:latin typeface="Arial"/>
                <a:ea typeface="Arial"/>
                <a:cs typeface="Arial"/>
                <a:sym typeface="Arial"/>
              </a:defRPr>
            </a:lvl4pPr>
            <a:lvl5pPr indent="-342900" lvl="4" marL="2286000" algn="l">
              <a:lnSpc>
                <a:spcPct val="90000"/>
              </a:lnSpc>
              <a:spcBef>
                <a:spcPts val="500"/>
              </a:spcBef>
              <a:spcAft>
                <a:spcPts val="0"/>
              </a:spcAft>
              <a:buClr>
                <a:srgbClr val="0094D6"/>
              </a:buClr>
              <a:buSzPts val="1800"/>
              <a:buChar char="•"/>
              <a:defRPr sz="1800">
                <a:solidFill>
                  <a:srgbClr val="0094D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4"/>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2pPr>
            <a:lvl3pPr indent="-304800" lvl="2" marL="13716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3pPr>
            <a:lvl4pPr indent="-304800" lvl="3" marL="18288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4pPr>
            <a:lvl5pPr indent="-304800" lvl="4" marL="22860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25" name="Shape 25"/>
        <p:cNvGrpSpPr/>
        <p:nvPr/>
      </p:nvGrpSpPr>
      <p:grpSpPr>
        <a:xfrm>
          <a:off x="0" y="0"/>
          <a:ext cx="0" cy="0"/>
          <a:chOff x="0" y="0"/>
          <a:chExt cx="0" cy="0"/>
        </a:xfrm>
      </p:grpSpPr>
      <p:sp>
        <p:nvSpPr>
          <p:cNvPr id="26" name="Google Shape;26;p36"/>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6"/>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3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6"/>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30" name="Google Shape;30;p36"/>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1" name="Shape 31"/>
        <p:cNvGrpSpPr/>
        <p:nvPr/>
      </p:nvGrpSpPr>
      <p:grpSpPr>
        <a:xfrm>
          <a:off x="0" y="0"/>
          <a:ext cx="0" cy="0"/>
          <a:chOff x="0" y="0"/>
          <a:chExt cx="0" cy="0"/>
        </a:xfrm>
      </p:grpSpPr>
      <p:sp>
        <p:nvSpPr>
          <p:cNvPr id="32" name="Google Shape;32;p57"/>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7"/>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34" name="Google Shape;34;p57"/>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35" name="Google Shape;35;p57"/>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36" name="Shape 36"/>
        <p:cNvGrpSpPr/>
        <p:nvPr/>
      </p:nvGrpSpPr>
      <p:grpSpPr>
        <a:xfrm>
          <a:off x="0" y="0"/>
          <a:ext cx="0" cy="0"/>
          <a:chOff x="0" y="0"/>
          <a:chExt cx="0" cy="0"/>
        </a:xfrm>
      </p:grpSpPr>
      <p:sp>
        <p:nvSpPr>
          <p:cNvPr id="37" name="Google Shape;37;p58"/>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8"/>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58"/>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41" name="Shape 41"/>
        <p:cNvGrpSpPr/>
        <p:nvPr/>
      </p:nvGrpSpPr>
      <p:grpSpPr>
        <a:xfrm>
          <a:off x="0" y="0"/>
          <a:ext cx="0" cy="0"/>
          <a:chOff x="0" y="0"/>
          <a:chExt cx="0" cy="0"/>
        </a:xfrm>
      </p:grpSpPr>
      <p:sp>
        <p:nvSpPr>
          <p:cNvPr id="42" name="Google Shape;42;p5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9"/>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59"/>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9"/>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59"/>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60"/>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51" name="Shape 51"/>
        <p:cNvGrpSpPr/>
        <p:nvPr/>
      </p:nvGrpSpPr>
      <p:grpSpPr>
        <a:xfrm>
          <a:off x="0" y="0"/>
          <a:ext cx="0" cy="0"/>
          <a:chOff x="0" y="0"/>
          <a:chExt cx="0" cy="0"/>
        </a:xfrm>
      </p:grpSpPr>
      <p:sp>
        <p:nvSpPr>
          <p:cNvPr id="52" name="Google Shape;52;p61"/>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61"/>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61"/>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61"/>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61"/>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61"/>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61"/>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60" name="Shape 60"/>
        <p:cNvGrpSpPr/>
        <p:nvPr/>
      </p:nvGrpSpPr>
      <p:grpSpPr>
        <a:xfrm>
          <a:off x="0" y="0"/>
          <a:ext cx="0" cy="0"/>
          <a:chOff x="0" y="0"/>
          <a:chExt cx="0" cy="0"/>
        </a:xfrm>
      </p:grpSpPr>
      <p:sp>
        <p:nvSpPr>
          <p:cNvPr id="61" name="Google Shape;61;p62"/>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62" name="Google Shape;62;p62"/>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63" name="Google Shape;63;p62"/>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64" name="Google Shape;64;p62"/>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 name="Google Shape;65;p62"/>
          <p:cNvSpPr/>
          <p:nvPr>
            <p:ph idx="2" type="pic"/>
          </p:nvPr>
        </p:nvSpPr>
        <p:spPr>
          <a:xfrm>
            <a:off x="1866900" y="1600200"/>
            <a:ext cx="3111500" cy="3159346"/>
          </a:xfrm>
          <a:prstGeom prst="rect">
            <a:avLst/>
          </a:prstGeom>
          <a:noFill/>
          <a:ln>
            <a:noFill/>
          </a:ln>
        </p:spPr>
      </p:sp>
      <p:sp>
        <p:nvSpPr>
          <p:cNvPr id="66" name="Google Shape;66;p62"/>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62"/>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6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69" name="Shape 69"/>
        <p:cNvGrpSpPr/>
        <p:nvPr/>
      </p:nvGrpSpPr>
      <p:grpSpPr>
        <a:xfrm>
          <a:off x="0" y="0"/>
          <a:ext cx="0" cy="0"/>
          <a:chOff x="0" y="0"/>
          <a:chExt cx="0" cy="0"/>
        </a:xfrm>
      </p:grpSpPr>
      <p:sp>
        <p:nvSpPr>
          <p:cNvPr id="70" name="Google Shape;70;p6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63"/>
          <p:cNvSpPr/>
          <p:nvPr>
            <p:ph idx="2" type="pic"/>
          </p:nvPr>
        </p:nvSpPr>
        <p:spPr>
          <a:xfrm>
            <a:off x="4928245" y="1953118"/>
            <a:ext cx="2335511" cy="2071068"/>
          </a:xfrm>
          <a:prstGeom prst="rect">
            <a:avLst/>
          </a:prstGeom>
          <a:noFill/>
          <a:ln>
            <a:noFill/>
          </a:ln>
        </p:spPr>
      </p:sp>
      <p:sp>
        <p:nvSpPr>
          <p:cNvPr id="72" name="Google Shape;72;p63"/>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63"/>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63"/>
          <p:cNvSpPr/>
          <p:nvPr>
            <p:ph idx="4" type="pic"/>
          </p:nvPr>
        </p:nvSpPr>
        <p:spPr>
          <a:xfrm>
            <a:off x="1490460" y="1953118"/>
            <a:ext cx="2335511" cy="2071068"/>
          </a:xfrm>
          <a:prstGeom prst="rect">
            <a:avLst/>
          </a:prstGeom>
          <a:noFill/>
          <a:ln>
            <a:noFill/>
          </a:ln>
        </p:spPr>
      </p:sp>
      <p:sp>
        <p:nvSpPr>
          <p:cNvPr id="75" name="Google Shape;75;p63"/>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63"/>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3"/>
          <p:cNvSpPr/>
          <p:nvPr>
            <p:ph idx="7" type="pic"/>
          </p:nvPr>
        </p:nvSpPr>
        <p:spPr>
          <a:xfrm>
            <a:off x="8360095" y="1953118"/>
            <a:ext cx="2335511" cy="2071068"/>
          </a:xfrm>
          <a:prstGeom prst="rect">
            <a:avLst/>
          </a:prstGeom>
          <a:noFill/>
          <a:ln>
            <a:noFill/>
          </a:ln>
        </p:spPr>
      </p:sp>
      <p:sp>
        <p:nvSpPr>
          <p:cNvPr id="78" name="Google Shape;78;p63"/>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63"/>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6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81" name="Shape 81"/>
        <p:cNvGrpSpPr/>
        <p:nvPr/>
      </p:nvGrpSpPr>
      <p:grpSpPr>
        <a:xfrm>
          <a:off x="0" y="0"/>
          <a:ext cx="0" cy="0"/>
          <a:chOff x="0" y="0"/>
          <a:chExt cx="0" cy="0"/>
        </a:xfrm>
      </p:grpSpPr>
      <p:sp>
        <p:nvSpPr>
          <p:cNvPr id="82" name="Google Shape;82;p64"/>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64"/>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4" name="Google Shape;84;p6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64"/>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86" name="Shape 86"/>
        <p:cNvGrpSpPr/>
        <p:nvPr/>
      </p:nvGrpSpPr>
      <p:grpSpPr>
        <a:xfrm>
          <a:off x="0" y="0"/>
          <a:ext cx="0" cy="0"/>
          <a:chOff x="0" y="0"/>
          <a:chExt cx="0" cy="0"/>
        </a:xfrm>
      </p:grpSpPr>
      <p:sp>
        <p:nvSpPr>
          <p:cNvPr id="87" name="Google Shape;87;p6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 name="Google Shape;88;p65"/>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65"/>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0" name="Google Shape;90;p6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1" name="Google Shape;91;p65"/>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92" name="Shape 92"/>
        <p:cNvGrpSpPr/>
        <p:nvPr/>
      </p:nvGrpSpPr>
      <p:grpSpPr>
        <a:xfrm>
          <a:off x="0" y="0"/>
          <a:ext cx="0" cy="0"/>
          <a:chOff x="0" y="0"/>
          <a:chExt cx="0" cy="0"/>
        </a:xfrm>
      </p:grpSpPr>
      <p:sp>
        <p:nvSpPr>
          <p:cNvPr id="93" name="Google Shape;93;p66"/>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 name="Google Shape;94;p66"/>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66"/>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6" name="Google Shape;96;p6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66"/>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98" name="Shape 98"/>
        <p:cNvGrpSpPr/>
        <p:nvPr/>
      </p:nvGrpSpPr>
      <p:grpSpPr>
        <a:xfrm>
          <a:off x="0" y="0"/>
          <a:ext cx="0" cy="0"/>
          <a:chOff x="0" y="0"/>
          <a:chExt cx="0" cy="0"/>
        </a:xfrm>
      </p:grpSpPr>
      <p:sp>
        <p:nvSpPr>
          <p:cNvPr id="99" name="Google Shape;99;p67"/>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67"/>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 name="Google Shape;101;p67"/>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2" name="Google Shape;102;p67"/>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03" name="Google Shape;103;p67"/>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04" name="Google Shape;104;p67"/>
          <p:cNvSpPr/>
          <p:nvPr>
            <p:ph idx="2" type="pic"/>
          </p:nvPr>
        </p:nvSpPr>
        <p:spPr>
          <a:xfrm>
            <a:off x="6096000" y="0"/>
            <a:ext cx="6099048" cy="6217920"/>
          </a:xfrm>
          <a:prstGeom prst="rect">
            <a:avLst/>
          </a:prstGeom>
          <a:noFill/>
          <a:ln>
            <a:noFill/>
          </a:ln>
        </p:spPr>
      </p:sp>
      <p:sp>
        <p:nvSpPr>
          <p:cNvPr id="105" name="Google Shape;105;p6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106" name="Shape 106"/>
        <p:cNvGrpSpPr/>
        <p:nvPr/>
      </p:nvGrpSpPr>
      <p:grpSpPr>
        <a:xfrm>
          <a:off x="0" y="0"/>
          <a:ext cx="0" cy="0"/>
          <a:chOff x="0" y="0"/>
          <a:chExt cx="0" cy="0"/>
        </a:xfrm>
      </p:grpSpPr>
      <p:sp>
        <p:nvSpPr>
          <p:cNvPr id="107" name="Google Shape;107;p6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 name="Google Shape;108;p68"/>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6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0" name="Google Shape;110;p6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1" name="Google Shape;111;p6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12" name="Google Shape;112;p68"/>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13" name="Google Shape;113;p68"/>
          <p:cNvSpPr/>
          <p:nvPr>
            <p:ph idx="2" type="pic"/>
          </p:nvPr>
        </p:nvSpPr>
        <p:spPr>
          <a:xfrm>
            <a:off x="6096000" y="0"/>
            <a:ext cx="6099048" cy="6217920"/>
          </a:xfrm>
          <a:prstGeom prst="rect">
            <a:avLst/>
          </a:prstGeom>
          <a:noFill/>
          <a:ln>
            <a:noFill/>
          </a:ln>
        </p:spPr>
      </p:sp>
      <p:sp>
        <p:nvSpPr>
          <p:cNvPr id="114" name="Google Shape;114;p6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115" name="Shape 115"/>
        <p:cNvGrpSpPr/>
        <p:nvPr/>
      </p:nvGrpSpPr>
      <p:grpSpPr>
        <a:xfrm>
          <a:off x="0" y="0"/>
          <a:ext cx="0" cy="0"/>
          <a:chOff x="0" y="0"/>
          <a:chExt cx="0" cy="0"/>
        </a:xfrm>
      </p:grpSpPr>
      <p:sp>
        <p:nvSpPr>
          <p:cNvPr id="116" name="Google Shape;116;p69"/>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69"/>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69"/>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9" name="Google Shape;119;p69"/>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20" name="Google Shape;120;p69"/>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21" name="Google Shape;121;p69"/>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22" name="Google Shape;122;p69"/>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6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124" name="Shape 124"/>
        <p:cNvGrpSpPr/>
        <p:nvPr/>
      </p:nvGrpSpPr>
      <p:grpSpPr>
        <a:xfrm>
          <a:off x="0" y="0"/>
          <a:ext cx="0" cy="0"/>
          <a:chOff x="0" y="0"/>
          <a:chExt cx="0" cy="0"/>
        </a:xfrm>
      </p:grpSpPr>
      <p:sp>
        <p:nvSpPr>
          <p:cNvPr id="125" name="Google Shape;125;p7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70"/>
          <p:cNvSpPr/>
          <p:nvPr>
            <p:ph idx="2" type="pic"/>
          </p:nvPr>
        </p:nvSpPr>
        <p:spPr>
          <a:xfrm>
            <a:off x="0" y="1142999"/>
            <a:ext cx="12192000" cy="5084065"/>
          </a:xfrm>
          <a:prstGeom prst="rect">
            <a:avLst/>
          </a:prstGeom>
          <a:noFill/>
          <a:ln>
            <a:noFill/>
          </a:ln>
        </p:spPr>
      </p:sp>
      <p:sp>
        <p:nvSpPr>
          <p:cNvPr id="127" name="Google Shape;127;p70"/>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7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9" name="Google Shape;129;p70"/>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130" name="Shape 130"/>
        <p:cNvGrpSpPr/>
        <p:nvPr/>
      </p:nvGrpSpPr>
      <p:grpSpPr>
        <a:xfrm>
          <a:off x="0" y="0"/>
          <a:ext cx="0" cy="0"/>
          <a:chOff x="0" y="0"/>
          <a:chExt cx="0" cy="0"/>
        </a:xfrm>
      </p:grpSpPr>
      <p:sp>
        <p:nvSpPr>
          <p:cNvPr id="131" name="Google Shape;131;p71"/>
          <p:cNvSpPr/>
          <p:nvPr>
            <p:ph idx="2" type="pic"/>
          </p:nvPr>
        </p:nvSpPr>
        <p:spPr>
          <a:xfrm>
            <a:off x="0" y="1143000"/>
            <a:ext cx="12192000" cy="5715000"/>
          </a:xfrm>
          <a:prstGeom prst="rect">
            <a:avLst/>
          </a:prstGeom>
          <a:noFill/>
          <a:ln>
            <a:noFill/>
          </a:ln>
        </p:spPr>
      </p:sp>
      <p:sp>
        <p:nvSpPr>
          <p:cNvPr id="132" name="Google Shape;132;p71"/>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 name="Google Shape;133;p71"/>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4" name="Google Shape;134;p71"/>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135" name="Shape 135"/>
        <p:cNvGrpSpPr/>
        <p:nvPr/>
      </p:nvGrpSpPr>
      <p:grpSpPr>
        <a:xfrm>
          <a:off x="0" y="0"/>
          <a:ext cx="0" cy="0"/>
          <a:chOff x="0" y="0"/>
          <a:chExt cx="0" cy="0"/>
        </a:xfrm>
      </p:grpSpPr>
      <p:sp>
        <p:nvSpPr>
          <p:cNvPr id="136" name="Google Shape;136;p72"/>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7" name="Google Shape;137;p72"/>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72"/>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9" name="Google Shape;139;p72"/>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40" name="Google Shape;140;p72"/>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41" name="Google Shape;141;p72"/>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142" name="Google Shape;142;p72"/>
          <p:cNvGrpSpPr/>
          <p:nvPr/>
        </p:nvGrpSpPr>
        <p:grpSpPr>
          <a:xfrm>
            <a:off x="6971959" y="785112"/>
            <a:ext cx="4340506" cy="868101"/>
            <a:chOff x="382104" y="3327719"/>
            <a:chExt cx="4340506" cy="868101"/>
          </a:xfrm>
        </p:grpSpPr>
        <p:sp>
          <p:nvSpPr>
            <p:cNvPr id="143" name="Google Shape;143;p72"/>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4" name="Google Shape;144;p72"/>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5" name="Google Shape;145;p72"/>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6" name="Google Shape;146;p72"/>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7" name="Google Shape;147;p72"/>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8" name="Google Shape;148;p72"/>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49" name="Google Shape;149;p72"/>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50" name="Google Shape;150;p72"/>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51" name="Google Shape;151;p72"/>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52" name="Google Shape;152;p72"/>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153" name="Google Shape;153;p72"/>
          <p:cNvGrpSpPr/>
          <p:nvPr/>
        </p:nvGrpSpPr>
        <p:grpSpPr>
          <a:xfrm>
            <a:off x="6971959" y="1900356"/>
            <a:ext cx="4340506" cy="868101"/>
            <a:chOff x="6794478" y="3327719"/>
            <a:chExt cx="4340506" cy="868101"/>
          </a:xfrm>
        </p:grpSpPr>
        <p:sp>
          <p:nvSpPr>
            <p:cNvPr id="154" name="Google Shape;154;p72"/>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 name="Google Shape;155;p72"/>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6" name="Google Shape;156;p72"/>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 name="Google Shape;157;p72"/>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 name="Google Shape;158;p72"/>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 name="Google Shape;159;p72"/>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60" name="Google Shape;160;p72"/>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61" name="Google Shape;161;p72"/>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62" name="Google Shape;162;p72"/>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63" name="Google Shape;163;p72"/>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164" name="Google Shape;164;p72"/>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165" name="Google Shape;165;p7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74" name="Shape 174"/>
        <p:cNvGrpSpPr/>
        <p:nvPr/>
      </p:nvGrpSpPr>
      <p:grpSpPr>
        <a:xfrm>
          <a:off x="0" y="0"/>
          <a:ext cx="0" cy="0"/>
          <a:chOff x="0" y="0"/>
          <a:chExt cx="0" cy="0"/>
        </a:xfrm>
      </p:grpSpPr>
      <p:sp>
        <p:nvSpPr>
          <p:cNvPr id="175" name="Google Shape;175;p29"/>
          <p:cNvSpPr/>
          <p:nvPr/>
        </p:nvSpPr>
        <p:spPr>
          <a:xfrm rot="10800000">
            <a:off x="-6283" y="0"/>
            <a:ext cx="12204565"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6" name="Google Shape;176;p29"/>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9"/>
          <p:cNvSpPr txBox="1"/>
          <p:nvPr>
            <p:ph idx="1" type="subTitle"/>
          </p:nvPr>
        </p:nvSpPr>
        <p:spPr>
          <a:xfrm>
            <a:off x="1524000" y="4739640"/>
            <a:ext cx="9144000" cy="37033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1400"/>
              <a:buNone/>
              <a:defRPr sz="1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178" name="Google Shape;178;p29"/>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179" name="Google Shape;179;p29"/>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p:cSld name="Spacer Slide">
    <p:spTree>
      <p:nvGrpSpPr>
        <p:cNvPr id="180" name="Shape 180"/>
        <p:cNvGrpSpPr/>
        <p:nvPr/>
      </p:nvGrpSpPr>
      <p:grpSpPr>
        <a:xfrm>
          <a:off x="0" y="0"/>
          <a:ext cx="0" cy="0"/>
          <a:chOff x="0" y="0"/>
          <a:chExt cx="0" cy="0"/>
        </a:xfrm>
      </p:grpSpPr>
      <p:sp>
        <p:nvSpPr>
          <p:cNvPr id="181" name="Google Shape;181;p42"/>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 name="Google Shape;182;p42"/>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83" name="Google Shape;183;p42"/>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84" name="Google Shape;184;p42"/>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42"/>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6" name="Shape 186"/>
        <p:cNvGrpSpPr/>
        <p:nvPr/>
      </p:nvGrpSpPr>
      <p:grpSpPr>
        <a:xfrm>
          <a:off x="0" y="0"/>
          <a:ext cx="0" cy="0"/>
          <a:chOff x="0" y="0"/>
          <a:chExt cx="0" cy="0"/>
        </a:xfrm>
      </p:grpSpPr>
      <p:sp>
        <p:nvSpPr>
          <p:cNvPr id="187" name="Google Shape;187;p43"/>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43"/>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89" name="Google Shape;189;p4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190" name="Shape 190"/>
        <p:cNvGrpSpPr/>
        <p:nvPr/>
      </p:nvGrpSpPr>
      <p:grpSpPr>
        <a:xfrm>
          <a:off x="0" y="0"/>
          <a:ext cx="0" cy="0"/>
          <a:chOff x="0" y="0"/>
          <a:chExt cx="0" cy="0"/>
        </a:xfrm>
      </p:grpSpPr>
      <p:sp>
        <p:nvSpPr>
          <p:cNvPr id="191" name="Google Shape;191;p4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44"/>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3" name="Google Shape;193;p44"/>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4" name="Google Shape;194;p4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195" name="Shape 195"/>
        <p:cNvGrpSpPr/>
        <p:nvPr/>
      </p:nvGrpSpPr>
      <p:grpSpPr>
        <a:xfrm>
          <a:off x="0" y="0"/>
          <a:ext cx="0" cy="0"/>
          <a:chOff x="0" y="0"/>
          <a:chExt cx="0" cy="0"/>
        </a:xfrm>
      </p:grpSpPr>
      <p:sp>
        <p:nvSpPr>
          <p:cNvPr id="196" name="Google Shape;196;p45"/>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45"/>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98" name="Google Shape;198;p45"/>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9" name="Google Shape;199;p45"/>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00" name="Google Shape;200;p45"/>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1" name="Google Shape;201;p4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2" name="Shape 202"/>
        <p:cNvGrpSpPr/>
        <p:nvPr/>
      </p:nvGrpSpPr>
      <p:grpSpPr>
        <a:xfrm>
          <a:off x="0" y="0"/>
          <a:ext cx="0" cy="0"/>
          <a:chOff x="0" y="0"/>
          <a:chExt cx="0" cy="0"/>
        </a:xfrm>
      </p:grpSpPr>
      <p:sp>
        <p:nvSpPr>
          <p:cNvPr id="203" name="Google Shape;203;p4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4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205" name="Shape 205"/>
        <p:cNvGrpSpPr/>
        <p:nvPr/>
      </p:nvGrpSpPr>
      <p:grpSpPr>
        <a:xfrm>
          <a:off x="0" y="0"/>
          <a:ext cx="0" cy="0"/>
          <a:chOff x="0" y="0"/>
          <a:chExt cx="0" cy="0"/>
        </a:xfrm>
      </p:grpSpPr>
      <p:sp>
        <p:nvSpPr>
          <p:cNvPr id="206" name="Google Shape;206;p4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4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8" name="Google Shape;208;p47"/>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9" name="Google Shape;209;p47"/>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0" name="Google Shape;210;p47"/>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1" name="Google Shape;211;p47"/>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2" name="Google Shape;212;p47"/>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3" name="Google Shape;213;p47"/>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214" name="Shape 214"/>
        <p:cNvGrpSpPr/>
        <p:nvPr/>
      </p:nvGrpSpPr>
      <p:grpSpPr>
        <a:xfrm>
          <a:off x="0" y="0"/>
          <a:ext cx="0" cy="0"/>
          <a:chOff x="0" y="0"/>
          <a:chExt cx="0" cy="0"/>
        </a:xfrm>
      </p:grpSpPr>
      <p:sp>
        <p:nvSpPr>
          <p:cNvPr id="215" name="Google Shape;215;p48"/>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48"/>
          <p:cNvSpPr/>
          <p:nvPr>
            <p:ph idx="2" type="pic"/>
          </p:nvPr>
        </p:nvSpPr>
        <p:spPr>
          <a:xfrm>
            <a:off x="4928245" y="1953118"/>
            <a:ext cx="2335511" cy="2071068"/>
          </a:xfrm>
          <a:prstGeom prst="rect">
            <a:avLst/>
          </a:prstGeom>
          <a:noFill/>
          <a:ln>
            <a:noFill/>
          </a:ln>
        </p:spPr>
      </p:sp>
      <p:sp>
        <p:nvSpPr>
          <p:cNvPr id="217" name="Google Shape;217;p48"/>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8" name="Google Shape;218;p48"/>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9" name="Google Shape;219;p48"/>
          <p:cNvSpPr/>
          <p:nvPr>
            <p:ph idx="4" type="pic"/>
          </p:nvPr>
        </p:nvSpPr>
        <p:spPr>
          <a:xfrm>
            <a:off x="1490460" y="1953118"/>
            <a:ext cx="2335511" cy="2071068"/>
          </a:xfrm>
          <a:prstGeom prst="rect">
            <a:avLst/>
          </a:prstGeom>
          <a:noFill/>
          <a:ln>
            <a:noFill/>
          </a:ln>
        </p:spPr>
      </p:sp>
      <p:sp>
        <p:nvSpPr>
          <p:cNvPr id="220" name="Google Shape;220;p48"/>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1" name="Google Shape;221;p48"/>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2" name="Google Shape;222;p48"/>
          <p:cNvSpPr/>
          <p:nvPr>
            <p:ph idx="7" type="pic"/>
          </p:nvPr>
        </p:nvSpPr>
        <p:spPr>
          <a:xfrm>
            <a:off x="8360095" y="1953118"/>
            <a:ext cx="2335511" cy="2071068"/>
          </a:xfrm>
          <a:prstGeom prst="rect">
            <a:avLst/>
          </a:prstGeom>
          <a:noFill/>
          <a:ln>
            <a:noFill/>
          </a:ln>
        </p:spPr>
      </p:sp>
      <p:sp>
        <p:nvSpPr>
          <p:cNvPr id="223" name="Google Shape;223;p48"/>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4" name="Google Shape;224;p48"/>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5" name="Google Shape;225;p4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226" name="Shape 226"/>
        <p:cNvGrpSpPr/>
        <p:nvPr/>
      </p:nvGrpSpPr>
      <p:grpSpPr>
        <a:xfrm>
          <a:off x="0" y="0"/>
          <a:ext cx="0" cy="0"/>
          <a:chOff x="0" y="0"/>
          <a:chExt cx="0" cy="0"/>
        </a:xfrm>
      </p:grpSpPr>
      <p:sp>
        <p:nvSpPr>
          <p:cNvPr id="227" name="Google Shape;227;p49"/>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49"/>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49"/>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49"/>
          <p:cNvSpPr/>
          <p:nvPr>
            <p:ph idx="2" type="pic"/>
          </p:nvPr>
        </p:nvSpPr>
        <p:spPr>
          <a:xfrm>
            <a:off x="1866900" y="1600200"/>
            <a:ext cx="3111500" cy="3159346"/>
          </a:xfrm>
          <a:prstGeom prst="rect">
            <a:avLst/>
          </a:prstGeom>
          <a:noFill/>
          <a:ln>
            <a:noFill/>
          </a:ln>
        </p:spPr>
      </p:sp>
      <p:sp>
        <p:nvSpPr>
          <p:cNvPr id="231" name="Google Shape;231;p49"/>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2" name="Google Shape;232;p49"/>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3" name="Google Shape;233;p49"/>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4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35" name="Google Shape;235;p49"/>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type="blank">
  <p:cSld name="BLANK">
    <p:spTree>
      <p:nvGrpSpPr>
        <p:cNvPr id="236" name="Shape 236"/>
        <p:cNvGrpSpPr/>
        <p:nvPr/>
      </p:nvGrpSpPr>
      <p:grpSpPr>
        <a:xfrm>
          <a:off x="0" y="0"/>
          <a:ext cx="0" cy="0"/>
          <a:chOff x="0" y="0"/>
          <a:chExt cx="0" cy="0"/>
        </a:xfrm>
      </p:grpSpPr>
      <p:sp>
        <p:nvSpPr>
          <p:cNvPr id="237" name="Google Shape;237;p50"/>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 name="Google Shape;238;p50"/>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39" name="Google Shape;239;p50"/>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40" name="Google Shape;240;p5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241" name="Shape 241"/>
        <p:cNvGrpSpPr/>
        <p:nvPr/>
      </p:nvGrpSpPr>
      <p:grpSpPr>
        <a:xfrm>
          <a:off x="0" y="0"/>
          <a:ext cx="0" cy="0"/>
          <a:chOff x="0" y="0"/>
          <a:chExt cx="0" cy="0"/>
        </a:xfrm>
      </p:grpSpPr>
      <p:sp>
        <p:nvSpPr>
          <p:cNvPr id="242" name="Google Shape;242;p51"/>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51"/>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44" name="Google Shape;244;p5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5" name="Google Shape;245;p51"/>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246" name="Shape 246"/>
        <p:cNvGrpSpPr/>
        <p:nvPr/>
      </p:nvGrpSpPr>
      <p:grpSpPr>
        <a:xfrm>
          <a:off x="0" y="0"/>
          <a:ext cx="0" cy="0"/>
          <a:chOff x="0" y="0"/>
          <a:chExt cx="0" cy="0"/>
        </a:xfrm>
      </p:grpSpPr>
      <p:sp>
        <p:nvSpPr>
          <p:cNvPr id="247" name="Google Shape;247;p52"/>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52"/>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52"/>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50" name="Google Shape;250;p5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1" name="Google Shape;251;p52"/>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252" name="Shape 252"/>
        <p:cNvGrpSpPr/>
        <p:nvPr/>
      </p:nvGrpSpPr>
      <p:grpSpPr>
        <a:xfrm>
          <a:off x="0" y="0"/>
          <a:ext cx="0" cy="0"/>
          <a:chOff x="0" y="0"/>
          <a:chExt cx="0" cy="0"/>
        </a:xfrm>
      </p:grpSpPr>
      <p:sp>
        <p:nvSpPr>
          <p:cNvPr id="253" name="Google Shape;253;p53"/>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53"/>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53"/>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256" name="Google Shape;256;p53"/>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257" name="Google Shape;257;p53"/>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58" name="Google Shape;258;p53"/>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59" name="Google Shape;259;p53"/>
          <p:cNvSpPr/>
          <p:nvPr>
            <p:ph idx="2" type="pic"/>
          </p:nvPr>
        </p:nvSpPr>
        <p:spPr>
          <a:xfrm>
            <a:off x="6096000" y="0"/>
            <a:ext cx="6099048" cy="6217920"/>
          </a:xfrm>
          <a:prstGeom prst="rect">
            <a:avLst/>
          </a:prstGeom>
          <a:noFill/>
          <a:ln>
            <a:noFill/>
          </a:ln>
        </p:spPr>
      </p:sp>
      <p:sp>
        <p:nvSpPr>
          <p:cNvPr id="260" name="Google Shape;260;p5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261" name="Shape 261"/>
        <p:cNvGrpSpPr/>
        <p:nvPr/>
      </p:nvGrpSpPr>
      <p:grpSpPr>
        <a:xfrm>
          <a:off x="0" y="0"/>
          <a:ext cx="0" cy="0"/>
          <a:chOff x="0" y="0"/>
          <a:chExt cx="0" cy="0"/>
        </a:xfrm>
      </p:grpSpPr>
      <p:sp>
        <p:nvSpPr>
          <p:cNvPr id="262" name="Google Shape;262;p54"/>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3" name="Google Shape;263;p54"/>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4" name="Google Shape;264;p54"/>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54"/>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266" name="Google Shape;266;p54"/>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267" name="Google Shape;267;p54"/>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8" name="Google Shape;268;p54"/>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 name="Google Shape;269;p5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1"/>
                </a:solidFill>
                <a:latin typeface="Arial"/>
                <a:ea typeface="Arial"/>
                <a:cs typeface="Arial"/>
                <a:sym typeface="Arial"/>
              </a:defRPr>
            </a:lvl1pPr>
            <a:lvl2pPr indent="0" lvl="1" marL="0" algn="r">
              <a:spcBef>
                <a:spcPts val="0"/>
              </a:spcBef>
              <a:buNone/>
              <a:defRPr b="1" sz="1200">
                <a:solidFill>
                  <a:schemeClr val="dk1"/>
                </a:solidFill>
                <a:latin typeface="Arial"/>
                <a:ea typeface="Arial"/>
                <a:cs typeface="Arial"/>
                <a:sym typeface="Arial"/>
              </a:defRPr>
            </a:lvl2pPr>
            <a:lvl3pPr indent="0" lvl="2" marL="0" algn="r">
              <a:spcBef>
                <a:spcPts val="0"/>
              </a:spcBef>
              <a:buNone/>
              <a:defRPr b="1" sz="1200">
                <a:solidFill>
                  <a:schemeClr val="dk1"/>
                </a:solidFill>
                <a:latin typeface="Arial"/>
                <a:ea typeface="Arial"/>
                <a:cs typeface="Arial"/>
                <a:sym typeface="Arial"/>
              </a:defRPr>
            </a:lvl3pPr>
            <a:lvl4pPr indent="0" lvl="3" marL="0" algn="r">
              <a:spcBef>
                <a:spcPts val="0"/>
              </a:spcBef>
              <a:buNone/>
              <a:defRPr b="1" sz="1200">
                <a:solidFill>
                  <a:schemeClr val="dk1"/>
                </a:solidFill>
                <a:latin typeface="Arial"/>
                <a:ea typeface="Arial"/>
                <a:cs typeface="Arial"/>
                <a:sym typeface="Arial"/>
              </a:defRPr>
            </a:lvl4pPr>
            <a:lvl5pPr indent="0" lvl="4" marL="0" algn="r">
              <a:spcBef>
                <a:spcPts val="0"/>
              </a:spcBef>
              <a:buNone/>
              <a:defRPr b="1" sz="1200">
                <a:solidFill>
                  <a:schemeClr val="dk1"/>
                </a:solidFill>
                <a:latin typeface="Arial"/>
                <a:ea typeface="Arial"/>
                <a:cs typeface="Arial"/>
                <a:sym typeface="Arial"/>
              </a:defRPr>
            </a:lvl5pPr>
            <a:lvl6pPr indent="0" lvl="5" marL="0" algn="r">
              <a:spcBef>
                <a:spcPts val="0"/>
              </a:spcBef>
              <a:buNone/>
              <a:defRPr b="1" sz="1200">
                <a:solidFill>
                  <a:schemeClr val="dk1"/>
                </a:solidFill>
                <a:latin typeface="Arial"/>
                <a:ea typeface="Arial"/>
                <a:cs typeface="Arial"/>
                <a:sym typeface="Arial"/>
              </a:defRPr>
            </a:lvl6pPr>
            <a:lvl7pPr indent="0" lvl="6" marL="0" algn="r">
              <a:spcBef>
                <a:spcPts val="0"/>
              </a:spcBef>
              <a:buNone/>
              <a:defRPr b="1" sz="1200">
                <a:solidFill>
                  <a:schemeClr val="dk1"/>
                </a:solidFill>
                <a:latin typeface="Arial"/>
                <a:ea typeface="Arial"/>
                <a:cs typeface="Arial"/>
                <a:sym typeface="Arial"/>
              </a:defRPr>
            </a:lvl7pPr>
            <a:lvl8pPr indent="0" lvl="7" marL="0" algn="r">
              <a:spcBef>
                <a:spcPts val="0"/>
              </a:spcBef>
              <a:buNone/>
              <a:defRPr b="1" sz="1200">
                <a:solidFill>
                  <a:schemeClr val="dk1"/>
                </a:solidFill>
                <a:latin typeface="Arial"/>
                <a:ea typeface="Arial"/>
                <a:cs typeface="Arial"/>
                <a:sym typeface="Arial"/>
              </a:defRPr>
            </a:lvl8pPr>
            <a:lvl9pPr indent="0" lvl="8" marL="0" algn="r">
              <a:spcBef>
                <a:spcPts val="0"/>
              </a:spcBef>
              <a:buNone/>
              <a:defRPr b="1" sz="12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70" name="Google Shape;270;p54"/>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271" name="Shape 271"/>
        <p:cNvGrpSpPr/>
        <p:nvPr/>
      </p:nvGrpSpPr>
      <p:grpSpPr>
        <a:xfrm>
          <a:off x="0" y="0"/>
          <a:ext cx="0" cy="0"/>
          <a:chOff x="0" y="0"/>
          <a:chExt cx="0" cy="0"/>
        </a:xfrm>
      </p:grpSpPr>
      <p:sp>
        <p:nvSpPr>
          <p:cNvPr id="272" name="Google Shape;272;p55"/>
          <p:cNvSpPr/>
          <p:nvPr>
            <p:ph idx="2" type="pic"/>
          </p:nvPr>
        </p:nvSpPr>
        <p:spPr>
          <a:xfrm>
            <a:off x="0" y="1142999"/>
            <a:ext cx="12192000" cy="5084065"/>
          </a:xfrm>
          <a:prstGeom prst="rect">
            <a:avLst/>
          </a:prstGeom>
          <a:noFill/>
          <a:ln>
            <a:noFill/>
          </a:ln>
        </p:spPr>
      </p:sp>
      <p:sp>
        <p:nvSpPr>
          <p:cNvPr id="273" name="Google Shape;273;p55"/>
          <p:cNvSpPr/>
          <p:nvPr/>
        </p:nvSpPr>
        <p:spPr>
          <a:xfrm>
            <a:off x="0" y="-1"/>
            <a:ext cx="12192000" cy="114300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 name="Google Shape;274;p5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5" name="Google Shape;275;p55"/>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76" name="Google Shape;276;p55"/>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spTree>
      <p:nvGrpSpPr>
        <p:cNvPr id="277" name="Shape 277"/>
        <p:cNvGrpSpPr/>
        <p:nvPr/>
      </p:nvGrpSpPr>
      <p:grpSpPr>
        <a:xfrm>
          <a:off x="0" y="0"/>
          <a:ext cx="0" cy="0"/>
          <a:chOff x="0" y="0"/>
          <a:chExt cx="0" cy="0"/>
        </a:xfrm>
      </p:grpSpPr>
      <p:sp>
        <p:nvSpPr>
          <p:cNvPr id="278" name="Google Shape;278;p56"/>
          <p:cNvSpPr/>
          <p:nvPr/>
        </p:nvSpPr>
        <p:spPr>
          <a:xfrm rot="10800000">
            <a:off x="0"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79" name="Google Shape;279;p56"/>
          <p:cNvCxnSpPr/>
          <p:nvPr/>
        </p:nvCxnSpPr>
        <p:spPr>
          <a:xfrm>
            <a:off x="406402" y="989880"/>
            <a:ext cx="711200" cy="0"/>
          </a:xfrm>
          <a:prstGeom prst="straightConnector1">
            <a:avLst/>
          </a:prstGeom>
          <a:noFill/>
          <a:ln cap="flat" cmpd="sng" w="28575">
            <a:solidFill>
              <a:schemeClr val="lt1"/>
            </a:solidFill>
            <a:prstDash val="solid"/>
            <a:miter lim="8000"/>
            <a:headEnd len="sm" w="sm" type="none"/>
            <a:tailEnd len="sm" w="sm" type="none"/>
          </a:ln>
        </p:spPr>
      </p:cxnSp>
      <p:sp>
        <p:nvSpPr>
          <p:cNvPr id="280" name="Google Shape;280;p56"/>
          <p:cNvSpPr/>
          <p:nvPr>
            <p:ph idx="2" type="pic"/>
          </p:nvPr>
        </p:nvSpPr>
        <p:spPr>
          <a:xfrm>
            <a:off x="0" y="1143000"/>
            <a:ext cx="12192000" cy="5714999"/>
          </a:xfrm>
          <a:prstGeom prst="rect">
            <a:avLst/>
          </a:prstGeom>
          <a:noFill/>
          <a:ln>
            <a:noFill/>
          </a:ln>
        </p:spPr>
      </p:sp>
      <p:sp>
        <p:nvSpPr>
          <p:cNvPr id="281" name="Google Shape;281;p56"/>
          <p:cNvSpPr/>
          <p:nvPr/>
        </p:nvSpPr>
        <p:spPr>
          <a:xfrm>
            <a:off x="0" y="-1"/>
            <a:ext cx="12192000" cy="1143001"/>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 name="Google Shape;282;p56"/>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3" name="Google Shape;283;p56"/>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x">
  <p:cSld name="TITLE_AND_BODY">
    <p:bg>
      <p:bgPr>
        <a:solidFill>
          <a:srgbClr val="F5F5F5"/>
        </a:solidFill>
      </p:bgPr>
    </p:bg>
    <p:spTree>
      <p:nvGrpSpPr>
        <p:cNvPr id="291" name="Shape 291"/>
        <p:cNvGrpSpPr/>
        <p:nvPr/>
      </p:nvGrpSpPr>
      <p:grpSpPr>
        <a:xfrm>
          <a:off x="0" y="0"/>
          <a:ext cx="0" cy="0"/>
          <a:chOff x="0" y="0"/>
          <a:chExt cx="0" cy="0"/>
        </a:xfrm>
      </p:grpSpPr>
      <p:sp>
        <p:nvSpPr>
          <p:cNvPr id="292" name="Google Shape;292;p31"/>
          <p:cNvSpPr txBox="1"/>
          <p:nvPr>
            <p:ph type="title"/>
          </p:nvPr>
        </p:nvSpPr>
        <p:spPr>
          <a:xfrm>
            <a:off x="1524000" y="2359916"/>
            <a:ext cx="9144000" cy="73152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333333"/>
              </a:buClr>
              <a:buSzPts val="5400"/>
              <a:buFont typeface="Arial"/>
              <a:buNone/>
              <a:defRPr sz="5400">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293" name="Google Shape;293;p31"/>
          <p:cNvSpPr txBox="1"/>
          <p:nvPr>
            <p:ph idx="1" type="body"/>
          </p:nvPr>
        </p:nvSpPr>
        <p:spPr>
          <a:xfrm>
            <a:off x="1524000" y="3358503"/>
            <a:ext cx="9144000" cy="914401"/>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1pPr>
            <a:lvl2pPr indent="-228600" lvl="1" marL="9144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2pPr>
            <a:lvl3pPr indent="-228600" lvl="2" marL="13716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3pPr>
            <a:lvl4pPr indent="-228600" lvl="3" marL="18288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4pPr>
            <a:lvl5pPr indent="-228600" lvl="4" marL="22860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294" name="Google Shape;294;p31"/>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Helvetica Neue"/>
              <a:ea typeface="Helvetica Neue"/>
              <a:cs typeface="Helvetica Neue"/>
              <a:sym typeface="Helvetica Neue"/>
            </a:endParaRPr>
          </a:p>
        </p:txBody>
      </p:sp>
      <p:pic>
        <p:nvPicPr>
          <p:cNvPr descr="Picture 15" id="295" name="Google Shape;295;p31"/>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296" name="Google Shape;296;p31"/>
          <p:cNvSpPr txBox="1"/>
          <p:nvPr>
            <p:ph idx="12" type="sldNum"/>
          </p:nvPr>
        </p:nvSpPr>
        <p:spPr>
          <a:xfrm>
            <a:off x="11452587" y="6363581"/>
            <a:ext cx="358413" cy="35066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i="0" u="none" cap="none" strike="noStrike">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rgbClr val="F5F5F5"/>
        </a:solidFill>
      </p:bgPr>
    </p:bg>
    <p:spTree>
      <p:nvGrpSpPr>
        <p:cNvPr id="297" name="Shape 297"/>
        <p:cNvGrpSpPr/>
        <p:nvPr/>
      </p:nvGrpSpPr>
      <p:grpSpPr>
        <a:xfrm>
          <a:off x="0" y="0"/>
          <a:ext cx="0" cy="0"/>
          <a:chOff x="0" y="0"/>
          <a:chExt cx="0" cy="0"/>
        </a:xfrm>
      </p:grpSpPr>
      <p:sp>
        <p:nvSpPr>
          <p:cNvPr id="298" name="Google Shape;298;p135"/>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299" name="Google Shape;299;p135"/>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00" name="Google Shape;300;p135"/>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01" name="Google Shape;301;p135"/>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02" name="Google Shape;302;p135"/>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03" name="Google Shape;303;p135"/>
          <p:cNvSpPr txBox="1"/>
          <p:nvPr>
            <p:ph idx="1" type="body"/>
          </p:nvPr>
        </p:nvSpPr>
        <p:spPr>
          <a:xfrm>
            <a:off x="277933" y="1520042"/>
            <a:ext cx="11647369" cy="4358245"/>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1pPr>
            <a:lvl2pPr indent="-406400" lvl="1" marL="9144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2pPr>
            <a:lvl3pPr indent="-406400" lvl="2" marL="13716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3pPr>
            <a:lvl4pPr indent="-406400" lvl="3" marL="18288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4pPr>
            <a:lvl5pPr indent="-406400" lvl="4" marL="22860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04" name="Google Shape;304;p135"/>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showMasterSp="0">
  <p:cSld name="Title and Two Content">
    <p:bg>
      <p:bgPr>
        <a:solidFill>
          <a:srgbClr val="F5F5F5"/>
        </a:solidFill>
      </p:bgPr>
    </p:bg>
    <p:spTree>
      <p:nvGrpSpPr>
        <p:cNvPr id="305" name="Shape 305"/>
        <p:cNvGrpSpPr/>
        <p:nvPr/>
      </p:nvGrpSpPr>
      <p:grpSpPr>
        <a:xfrm>
          <a:off x="0" y="0"/>
          <a:ext cx="0" cy="0"/>
          <a:chOff x="0" y="0"/>
          <a:chExt cx="0" cy="0"/>
        </a:xfrm>
      </p:grpSpPr>
      <p:sp>
        <p:nvSpPr>
          <p:cNvPr id="306" name="Google Shape;306;p136"/>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07" name="Google Shape;307;p136"/>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08" name="Google Shape;308;p136"/>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09" name="Google Shape;309;p136"/>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10" name="Google Shape;310;p136"/>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11" name="Google Shape;311;p136"/>
          <p:cNvSpPr txBox="1"/>
          <p:nvPr>
            <p:ph idx="1" type="body"/>
          </p:nvPr>
        </p:nvSpPr>
        <p:spPr>
          <a:xfrm>
            <a:off x="277934" y="1535081"/>
            <a:ext cx="5641848" cy="4332319"/>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1pPr>
            <a:lvl2pPr indent="-406400" lvl="1" marL="9144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2pPr>
            <a:lvl3pPr indent="-406400" lvl="2" marL="13716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3pPr>
            <a:lvl4pPr indent="-406400" lvl="3" marL="18288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4pPr>
            <a:lvl5pPr indent="-406400" lvl="4" marL="22860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12" name="Google Shape;312;p136"/>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showMasterSp="0">
  <p:cSld name="Title and Content Comparison">
    <p:bg>
      <p:bgPr>
        <a:solidFill>
          <a:srgbClr val="F5F5F5"/>
        </a:solidFill>
      </p:bgPr>
    </p:bg>
    <p:spTree>
      <p:nvGrpSpPr>
        <p:cNvPr id="313" name="Shape 313"/>
        <p:cNvGrpSpPr/>
        <p:nvPr/>
      </p:nvGrpSpPr>
      <p:grpSpPr>
        <a:xfrm>
          <a:off x="0" y="0"/>
          <a:ext cx="0" cy="0"/>
          <a:chOff x="0" y="0"/>
          <a:chExt cx="0" cy="0"/>
        </a:xfrm>
      </p:grpSpPr>
      <p:sp>
        <p:nvSpPr>
          <p:cNvPr id="314" name="Google Shape;314;p137"/>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15" name="Google Shape;315;p137"/>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16" name="Google Shape;316;p137"/>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17" name="Google Shape;317;p137"/>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18" name="Google Shape;318;p137"/>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19" name="Google Shape;319;p137"/>
          <p:cNvSpPr txBox="1"/>
          <p:nvPr>
            <p:ph idx="1" type="body"/>
          </p:nvPr>
        </p:nvSpPr>
        <p:spPr>
          <a:xfrm>
            <a:off x="277934" y="1361862"/>
            <a:ext cx="5641848"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20" name="Google Shape;320;p137"/>
          <p:cNvSpPr txBox="1"/>
          <p:nvPr>
            <p:ph idx="2" type="body"/>
          </p:nvPr>
        </p:nvSpPr>
        <p:spPr>
          <a:xfrm>
            <a:off x="6283452" y="1361862"/>
            <a:ext cx="5641850"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21" name="Google Shape;321;p137"/>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showMasterSp="0">
  <p:cSld name="Title and Three Content">
    <p:bg>
      <p:bgPr>
        <a:solidFill>
          <a:srgbClr val="F5F5F5"/>
        </a:solidFill>
      </p:bgPr>
    </p:bg>
    <p:spTree>
      <p:nvGrpSpPr>
        <p:cNvPr id="322" name="Shape 322"/>
        <p:cNvGrpSpPr/>
        <p:nvPr/>
      </p:nvGrpSpPr>
      <p:grpSpPr>
        <a:xfrm>
          <a:off x="0" y="0"/>
          <a:ext cx="0" cy="0"/>
          <a:chOff x="0" y="0"/>
          <a:chExt cx="0" cy="0"/>
        </a:xfrm>
      </p:grpSpPr>
      <p:sp>
        <p:nvSpPr>
          <p:cNvPr id="323" name="Google Shape;323;p138"/>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24" name="Google Shape;324;p138"/>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25" name="Google Shape;325;p138"/>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26" name="Google Shape;326;p138"/>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27" name="Google Shape;327;p138"/>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28" name="Google Shape;328;p138"/>
          <p:cNvSpPr txBox="1"/>
          <p:nvPr>
            <p:ph idx="1" type="body"/>
          </p:nvPr>
        </p:nvSpPr>
        <p:spPr>
          <a:xfrm>
            <a:off x="8382000" y="2005583"/>
            <a:ext cx="3200400" cy="3140076"/>
          </a:xfrm>
          <a:prstGeom prst="rect">
            <a:avLst/>
          </a:prstGeom>
          <a:solidFill>
            <a:srgbClr val="FFFFFF"/>
          </a:solidFill>
          <a:ln>
            <a:noFill/>
          </a:ln>
          <a:effectLst>
            <a:outerShdw blurRad="38100" rotWithShape="0" dir="5400000" dist="12700">
              <a:srgbClr val="000000">
                <a:alpha val="34901"/>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333333"/>
              </a:buClr>
              <a:buSzPts val="1800"/>
              <a:buFont typeface="Arial"/>
              <a:buNone/>
              <a:defRPr sz="1800">
                <a:solidFill>
                  <a:srgbClr val="333333"/>
                </a:solidFill>
                <a:latin typeface="Arial"/>
                <a:ea typeface="Arial"/>
                <a:cs typeface="Arial"/>
                <a:sym typeface="Arial"/>
              </a:defRPr>
            </a:lvl1pPr>
            <a:lvl2pPr indent="-342900" lvl="1" marL="9144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2pPr>
            <a:lvl3pPr indent="-342900" lvl="2" marL="13716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3pPr>
            <a:lvl4pPr indent="-342900" lvl="3" marL="18288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4pPr>
            <a:lvl5pPr indent="-342900" lvl="4" marL="22860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29" name="Google Shape;329;p138"/>
          <p:cNvSpPr txBox="1"/>
          <p:nvPr>
            <p:ph idx="2" type="body"/>
          </p:nvPr>
        </p:nvSpPr>
        <p:spPr>
          <a:xfrm>
            <a:off x="4504463" y="2020342"/>
            <a:ext cx="3183073" cy="3122749"/>
          </a:xfrm>
          <a:prstGeom prst="rect">
            <a:avLst/>
          </a:prstGeom>
          <a:solidFill>
            <a:srgbClr val="FFFFFF"/>
          </a:solidFill>
          <a:ln>
            <a:noFill/>
          </a:ln>
          <a:effectLst>
            <a:outerShdw blurRad="38100" rotWithShape="0" dir="5400000" dist="12700">
              <a:srgbClr val="000000">
                <a:alpha val="34901"/>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30" name="Google Shape;330;p138"/>
          <p:cNvSpPr txBox="1"/>
          <p:nvPr>
            <p:ph idx="3" type="body"/>
          </p:nvPr>
        </p:nvSpPr>
        <p:spPr>
          <a:xfrm>
            <a:off x="618264" y="1989864"/>
            <a:ext cx="3183072" cy="3122747"/>
          </a:xfrm>
          <a:prstGeom prst="rect">
            <a:avLst/>
          </a:prstGeom>
          <a:solidFill>
            <a:srgbClr val="FFFFFF"/>
          </a:solidFill>
          <a:ln>
            <a:noFill/>
          </a:ln>
          <a:effectLst>
            <a:outerShdw blurRad="38100" rotWithShape="0" dir="5400000" dist="12700">
              <a:srgbClr val="000000">
                <a:alpha val="34901"/>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31" name="Google Shape;331;p138"/>
          <p:cNvSpPr txBox="1"/>
          <p:nvPr>
            <p:ph idx="4" type="body"/>
          </p:nvPr>
        </p:nvSpPr>
        <p:spPr>
          <a:xfrm>
            <a:off x="838200" y="2362200"/>
            <a:ext cx="2743200" cy="304800"/>
          </a:xfrm>
          <a:prstGeom prst="rect">
            <a:avLst/>
          </a:prstGeom>
          <a:noFill/>
          <a:ln>
            <a:noFill/>
          </a:ln>
        </p:spPr>
        <p:txBody>
          <a:bodyPr anchorCtr="0" anchor="b" bIns="0" lIns="0" spcFirstLastPara="1" rIns="0" wrap="square" tIns="0">
            <a:normAutofit/>
          </a:bodyPr>
          <a:lstStyle>
            <a:lvl1pPr indent="-228600" lvl="0" marL="457200" algn="ctr">
              <a:lnSpc>
                <a:spcPct val="90000"/>
              </a:lnSpc>
              <a:spcBef>
                <a:spcPts val="1000"/>
              </a:spcBef>
              <a:spcAft>
                <a:spcPts val="0"/>
              </a:spcAft>
              <a:buClr>
                <a:srgbClr val="333333"/>
              </a:buClr>
              <a:buSzPts val="2000"/>
              <a:buFont typeface="Arial"/>
              <a:buNone/>
              <a:defRPr b="1" sz="2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32" name="Google Shape;332;p138"/>
          <p:cNvSpPr txBox="1"/>
          <p:nvPr>
            <p:ph idx="5" type="body"/>
          </p:nvPr>
        </p:nvSpPr>
        <p:spPr>
          <a:xfrm>
            <a:off x="8610600" y="2362200"/>
            <a:ext cx="2743200" cy="304800"/>
          </a:xfrm>
          <a:prstGeom prst="rect">
            <a:avLst/>
          </a:prstGeom>
          <a:noFill/>
          <a:ln>
            <a:noFill/>
          </a:ln>
        </p:spPr>
        <p:txBody>
          <a:bodyPr anchorCtr="0" anchor="b" bIns="0" lIns="0" spcFirstLastPara="1" rIns="0" wrap="square" tIns="0">
            <a:normAutofit/>
          </a:bodyPr>
          <a:lstStyle>
            <a:lvl1pPr indent="-228600" lvl="0" marL="457200" algn="ctr">
              <a:lnSpc>
                <a:spcPct val="90000"/>
              </a:lnSpc>
              <a:spcBef>
                <a:spcPts val="1000"/>
              </a:spcBef>
              <a:spcAft>
                <a:spcPts val="0"/>
              </a:spcAft>
              <a:buClr>
                <a:srgbClr val="333333"/>
              </a:buClr>
              <a:buSzPts val="2000"/>
              <a:buFont typeface="Arial"/>
              <a:buNone/>
              <a:defRPr b="1" sz="2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33" name="Google Shape;333;p138"/>
          <p:cNvSpPr txBox="1"/>
          <p:nvPr>
            <p:ph idx="6" type="body"/>
          </p:nvPr>
        </p:nvSpPr>
        <p:spPr>
          <a:xfrm>
            <a:off x="4724400" y="2362200"/>
            <a:ext cx="2743200" cy="304800"/>
          </a:xfrm>
          <a:prstGeom prst="rect">
            <a:avLst/>
          </a:prstGeom>
          <a:noFill/>
          <a:ln>
            <a:noFill/>
          </a:ln>
        </p:spPr>
        <p:txBody>
          <a:bodyPr anchorCtr="0" anchor="b" bIns="0" lIns="0" spcFirstLastPara="1" rIns="0" wrap="square" tIns="0">
            <a:normAutofit/>
          </a:bodyPr>
          <a:lstStyle>
            <a:lvl1pPr indent="-228600" lvl="0" marL="457200" algn="ctr">
              <a:lnSpc>
                <a:spcPct val="90000"/>
              </a:lnSpc>
              <a:spcBef>
                <a:spcPts val="1000"/>
              </a:spcBef>
              <a:spcAft>
                <a:spcPts val="0"/>
              </a:spcAft>
              <a:buClr>
                <a:srgbClr val="333333"/>
              </a:buClr>
              <a:buSzPts val="2000"/>
              <a:buFont typeface="Arial"/>
              <a:buNone/>
              <a:defRPr b="1" sz="2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34" name="Google Shape;334;p138"/>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and Text" showMasterSp="0">
  <p:cSld name="1_Image and Text">
    <p:bg>
      <p:bgPr>
        <a:solidFill>
          <a:srgbClr val="F5F5F5"/>
        </a:solidFill>
      </p:bgPr>
    </p:bg>
    <p:spTree>
      <p:nvGrpSpPr>
        <p:cNvPr id="335" name="Shape 335"/>
        <p:cNvGrpSpPr/>
        <p:nvPr/>
      </p:nvGrpSpPr>
      <p:grpSpPr>
        <a:xfrm>
          <a:off x="0" y="0"/>
          <a:ext cx="0" cy="0"/>
          <a:chOff x="0" y="0"/>
          <a:chExt cx="0" cy="0"/>
        </a:xfrm>
      </p:grpSpPr>
      <p:sp>
        <p:nvSpPr>
          <p:cNvPr id="336" name="Google Shape;336;p139"/>
          <p:cNvSpPr/>
          <p:nvPr/>
        </p:nvSpPr>
        <p:spPr>
          <a:xfrm>
            <a:off x="-12194" y="6212925"/>
            <a:ext cx="12216388"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1" id="337" name="Google Shape;337;p139"/>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sp>
        <p:nvSpPr>
          <p:cNvPr id="338" name="Google Shape;338;p139"/>
          <p:cNvSpPr/>
          <p:nvPr/>
        </p:nvSpPr>
        <p:spPr>
          <a:xfrm>
            <a:off x="3815398" y="1066800"/>
            <a:ext cx="6509702" cy="4273995"/>
          </a:xfrm>
          <a:prstGeom prst="roundRect">
            <a:avLst>
              <a:gd fmla="val 0" name="adj"/>
            </a:avLst>
          </a:prstGeom>
          <a:solidFill>
            <a:srgbClr val="FFFFFF"/>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39" name="Google Shape;339;p139"/>
          <p:cNvSpPr/>
          <p:nvPr/>
        </p:nvSpPr>
        <p:spPr>
          <a:xfrm>
            <a:off x="1866900" y="1600199"/>
            <a:ext cx="3111500" cy="3159349"/>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40" name="Google Shape;340;p139"/>
          <p:cNvSpPr/>
          <p:nvPr>
            <p:ph idx="2" type="pic"/>
          </p:nvPr>
        </p:nvSpPr>
        <p:spPr>
          <a:xfrm>
            <a:off x="1866900" y="1600200"/>
            <a:ext cx="3111500" cy="3159346"/>
          </a:xfrm>
          <a:prstGeom prst="rect">
            <a:avLst/>
          </a:prstGeom>
          <a:noFill/>
          <a:ln>
            <a:noFill/>
          </a:ln>
        </p:spPr>
      </p:sp>
      <p:sp>
        <p:nvSpPr>
          <p:cNvPr id="341" name="Google Shape;341;p139"/>
          <p:cNvSpPr txBox="1"/>
          <p:nvPr>
            <p:ph idx="1" type="body"/>
          </p:nvPr>
        </p:nvSpPr>
        <p:spPr>
          <a:xfrm>
            <a:off x="4978400" y="2839928"/>
            <a:ext cx="5346700" cy="457202"/>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1pPr>
            <a:lvl2pPr indent="-228600" lvl="1" marL="9144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2pPr>
            <a:lvl3pPr indent="-228600" lvl="2" marL="13716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3pPr>
            <a:lvl4pPr indent="-228600" lvl="3" marL="18288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4pPr>
            <a:lvl5pPr indent="-228600" lvl="4" marL="22860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42" name="Google Shape;342;p139"/>
          <p:cNvSpPr txBox="1"/>
          <p:nvPr>
            <p:ph idx="3" type="body"/>
          </p:nvPr>
        </p:nvSpPr>
        <p:spPr>
          <a:xfrm>
            <a:off x="4978400" y="3352800"/>
            <a:ext cx="5346700" cy="381000"/>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800"/>
              </a:spcBef>
              <a:spcAft>
                <a:spcPts val="0"/>
              </a:spcAft>
              <a:buClr>
                <a:srgbClr val="333333"/>
              </a:buClr>
              <a:buSzPts val="2100"/>
              <a:buFont typeface="Arial"/>
              <a:buNone/>
              <a:defRPr sz="21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43" name="Google Shape;343;p139"/>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showMasterSp="0">
  <p:cSld name="Title and 3 Images">
    <p:bg>
      <p:bgPr>
        <a:solidFill>
          <a:srgbClr val="F5F5F5"/>
        </a:solidFill>
      </p:bgPr>
    </p:bg>
    <p:spTree>
      <p:nvGrpSpPr>
        <p:cNvPr id="344" name="Shape 344"/>
        <p:cNvGrpSpPr/>
        <p:nvPr/>
      </p:nvGrpSpPr>
      <p:grpSpPr>
        <a:xfrm>
          <a:off x="0" y="0"/>
          <a:ext cx="0" cy="0"/>
          <a:chOff x="0" y="0"/>
          <a:chExt cx="0" cy="0"/>
        </a:xfrm>
      </p:grpSpPr>
      <p:sp>
        <p:nvSpPr>
          <p:cNvPr id="345" name="Google Shape;345;p140"/>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46" name="Google Shape;346;p140"/>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47" name="Google Shape;347;p140"/>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48" name="Google Shape;348;p140"/>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49" name="Google Shape;349;p140"/>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50" name="Google Shape;350;p140"/>
          <p:cNvSpPr/>
          <p:nvPr>
            <p:ph idx="2" type="pic"/>
          </p:nvPr>
        </p:nvSpPr>
        <p:spPr>
          <a:xfrm>
            <a:off x="4928244" y="1953117"/>
            <a:ext cx="2335513" cy="2071069"/>
          </a:xfrm>
          <a:prstGeom prst="rect">
            <a:avLst/>
          </a:prstGeom>
          <a:noFill/>
          <a:ln>
            <a:noFill/>
          </a:ln>
        </p:spPr>
      </p:sp>
      <p:sp>
        <p:nvSpPr>
          <p:cNvPr id="351" name="Google Shape;351;p140"/>
          <p:cNvSpPr txBox="1"/>
          <p:nvPr>
            <p:ph idx="1" type="body"/>
          </p:nvPr>
        </p:nvSpPr>
        <p:spPr>
          <a:xfrm>
            <a:off x="4922310" y="4024190"/>
            <a:ext cx="2347380" cy="1365956"/>
          </a:xfrm>
          <a:prstGeom prst="rect">
            <a:avLst/>
          </a:prstGeom>
          <a:solidFill>
            <a:srgbClr val="FFFFFF"/>
          </a:solidFill>
          <a:ln>
            <a:noFill/>
          </a:ln>
          <a:effectLst>
            <a:outerShdw blurRad="38100" rotWithShape="0" dir="5400000" dist="12700">
              <a:srgbClr val="000000">
                <a:alpha val="34901"/>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42900" lvl="1" marL="914400" algn="ctr">
              <a:lnSpc>
                <a:spcPct val="100000"/>
              </a:lnSpc>
              <a:spcBef>
                <a:spcPts val="0"/>
              </a:spcBef>
              <a:spcAft>
                <a:spcPts val="0"/>
              </a:spcAft>
              <a:buClr>
                <a:srgbClr val="595959"/>
              </a:buClr>
              <a:buSzPts val="1800"/>
              <a:buFont typeface="Open Sans"/>
              <a:buChar char="•"/>
              <a:defRPr sz="1800"/>
            </a:lvl2pPr>
            <a:lvl3pPr indent="-342900" lvl="2" marL="1371600" algn="ctr">
              <a:lnSpc>
                <a:spcPct val="100000"/>
              </a:lnSpc>
              <a:spcBef>
                <a:spcPts val="0"/>
              </a:spcBef>
              <a:spcAft>
                <a:spcPts val="0"/>
              </a:spcAft>
              <a:buClr>
                <a:srgbClr val="595959"/>
              </a:buClr>
              <a:buSzPts val="1800"/>
              <a:buFont typeface="Open Sans"/>
              <a:buChar char="•"/>
              <a:defRPr sz="1800"/>
            </a:lvl3pPr>
            <a:lvl4pPr indent="-342900" lvl="3" marL="1828800" algn="ctr">
              <a:lnSpc>
                <a:spcPct val="100000"/>
              </a:lnSpc>
              <a:spcBef>
                <a:spcPts val="0"/>
              </a:spcBef>
              <a:spcAft>
                <a:spcPts val="0"/>
              </a:spcAft>
              <a:buClr>
                <a:srgbClr val="595959"/>
              </a:buClr>
              <a:buSzPts val="1800"/>
              <a:buFont typeface="Open Sans"/>
              <a:buChar char="•"/>
              <a:defRPr sz="1800"/>
            </a:lvl4pPr>
            <a:lvl5pPr indent="-342900" lvl="4" marL="2286000" algn="ctr">
              <a:lnSpc>
                <a:spcPct val="100000"/>
              </a:lnSpc>
              <a:spcBef>
                <a:spcPts val="0"/>
              </a:spcBef>
              <a:spcAft>
                <a:spcPts val="0"/>
              </a:spcAft>
              <a:buClr>
                <a:srgbClr val="595959"/>
              </a:buClr>
              <a:buSzPts val="1800"/>
              <a:buFont typeface="Open Sans"/>
              <a:buChar char="•"/>
              <a:defRPr sz="18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2" name="Google Shape;352;p140"/>
          <p:cNvSpPr txBox="1"/>
          <p:nvPr>
            <p:ph idx="3" type="body"/>
          </p:nvPr>
        </p:nvSpPr>
        <p:spPr>
          <a:xfrm>
            <a:off x="5088878"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333333"/>
              </a:buClr>
              <a:buSzPts val="1900"/>
              <a:buFont typeface="Arial"/>
              <a:buNone/>
              <a:defRPr sz="19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3" name="Google Shape;353;p140"/>
          <p:cNvSpPr/>
          <p:nvPr>
            <p:ph idx="4" type="pic"/>
          </p:nvPr>
        </p:nvSpPr>
        <p:spPr>
          <a:xfrm>
            <a:off x="1490459" y="1953117"/>
            <a:ext cx="2335513" cy="2071069"/>
          </a:xfrm>
          <a:prstGeom prst="rect">
            <a:avLst/>
          </a:prstGeom>
          <a:noFill/>
          <a:ln>
            <a:noFill/>
          </a:ln>
        </p:spPr>
      </p:sp>
      <p:sp>
        <p:nvSpPr>
          <p:cNvPr id="354" name="Google Shape;354;p140"/>
          <p:cNvSpPr txBox="1"/>
          <p:nvPr>
            <p:ph idx="5" type="body"/>
          </p:nvPr>
        </p:nvSpPr>
        <p:spPr>
          <a:xfrm>
            <a:off x="1488292" y="4027959"/>
            <a:ext cx="2339845" cy="1358418"/>
          </a:xfrm>
          <a:prstGeom prst="rect">
            <a:avLst/>
          </a:prstGeom>
          <a:solidFill>
            <a:srgbClr val="FFFFFF"/>
          </a:solidFill>
          <a:ln>
            <a:noFill/>
          </a:ln>
          <a:effectLst>
            <a:outerShdw blurRad="38100" rotWithShape="0" dir="5400000" dist="12700">
              <a:srgbClr val="000000">
                <a:alpha val="34901"/>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5" name="Google Shape;355;p140"/>
          <p:cNvSpPr txBox="1"/>
          <p:nvPr>
            <p:ph idx="6" type="body"/>
          </p:nvPr>
        </p:nvSpPr>
        <p:spPr>
          <a:xfrm>
            <a:off x="1651093" y="4244697"/>
            <a:ext cx="2014243"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333333"/>
              </a:buClr>
              <a:buSzPts val="1900"/>
              <a:buFont typeface="Arial"/>
              <a:buNone/>
              <a:defRPr sz="19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6" name="Google Shape;356;p140"/>
          <p:cNvSpPr/>
          <p:nvPr>
            <p:ph idx="7" type="pic"/>
          </p:nvPr>
        </p:nvSpPr>
        <p:spPr>
          <a:xfrm>
            <a:off x="8360095" y="1953117"/>
            <a:ext cx="2335513" cy="2071069"/>
          </a:xfrm>
          <a:prstGeom prst="rect">
            <a:avLst/>
          </a:prstGeom>
          <a:noFill/>
          <a:ln>
            <a:noFill/>
          </a:ln>
        </p:spPr>
      </p:sp>
      <p:sp>
        <p:nvSpPr>
          <p:cNvPr id="357" name="Google Shape;357;p140"/>
          <p:cNvSpPr txBox="1"/>
          <p:nvPr>
            <p:ph idx="8" type="body"/>
          </p:nvPr>
        </p:nvSpPr>
        <p:spPr>
          <a:xfrm>
            <a:off x="8357927" y="4027959"/>
            <a:ext cx="2339844" cy="1358418"/>
          </a:xfrm>
          <a:prstGeom prst="rect">
            <a:avLst/>
          </a:prstGeom>
          <a:solidFill>
            <a:srgbClr val="FFFFFF"/>
          </a:solidFill>
          <a:ln>
            <a:noFill/>
          </a:ln>
          <a:effectLst>
            <a:outerShdw blurRad="38100" rotWithShape="0" dir="5400000" dist="12700">
              <a:srgbClr val="000000">
                <a:alpha val="34901"/>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8" name="Google Shape;358;p140"/>
          <p:cNvSpPr txBox="1"/>
          <p:nvPr>
            <p:ph idx="9" type="body"/>
          </p:nvPr>
        </p:nvSpPr>
        <p:spPr>
          <a:xfrm>
            <a:off x="8520727"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333333"/>
              </a:buClr>
              <a:buSzPts val="1900"/>
              <a:buFont typeface="Arial"/>
              <a:buNone/>
              <a:defRPr sz="19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9" name="Google Shape;359;p140"/>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showMasterSp="0">
  <p:cSld name="Title and Text Left_Content Right">
    <p:bg>
      <p:bgPr>
        <a:solidFill>
          <a:srgbClr val="F5F5F5"/>
        </a:solidFill>
      </p:bgPr>
    </p:bg>
    <p:spTree>
      <p:nvGrpSpPr>
        <p:cNvPr id="360" name="Shape 360"/>
        <p:cNvGrpSpPr/>
        <p:nvPr/>
      </p:nvGrpSpPr>
      <p:grpSpPr>
        <a:xfrm>
          <a:off x="0" y="0"/>
          <a:ext cx="0" cy="0"/>
          <a:chOff x="0" y="0"/>
          <a:chExt cx="0" cy="0"/>
        </a:xfrm>
      </p:grpSpPr>
      <p:sp>
        <p:nvSpPr>
          <p:cNvPr id="361" name="Google Shape;361;p141"/>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62" name="Google Shape;362;p141"/>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63" name="Google Shape;363;p141"/>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64" name="Google Shape;364;p141"/>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65" name="Google Shape;365;p141"/>
          <p:cNvSpPr txBox="1"/>
          <p:nvPr>
            <p:ph type="title"/>
          </p:nvPr>
        </p:nvSpPr>
        <p:spPr>
          <a:xfrm>
            <a:off x="277934" y="295773"/>
            <a:ext cx="5498278"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66" name="Google Shape;366;p141"/>
          <p:cNvSpPr txBox="1"/>
          <p:nvPr>
            <p:ph idx="1" type="body"/>
          </p:nvPr>
        </p:nvSpPr>
        <p:spPr>
          <a:xfrm>
            <a:off x="277934" y="1535080"/>
            <a:ext cx="5498278" cy="4332319"/>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67" name="Google Shape;367;p141"/>
          <p:cNvSpPr/>
          <p:nvPr>
            <p:ph idx="2" type="pic"/>
          </p:nvPr>
        </p:nvSpPr>
        <p:spPr>
          <a:xfrm>
            <a:off x="6096000" y="0"/>
            <a:ext cx="6099048" cy="6217921"/>
          </a:xfrm>
          <a:prstGeom prst="rect">
            <a:avLst/>
          </a:prstGeom>
          <a:noFill/>
          <a:ln>
            <a:noFill/>
          </a:ln>
        </p:spPr>
      </p:sp>
      <p:sp>
        <p:nvSpPr>
          <p:cNvPr id="368" name="Google Shape;368;p141"/>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showMasterSp="0">
  <p:cSld name="Title and Text Left_Content Right_2">
    <p:bg>
      <p:bgPr>
        <a:solidFill>
          <a:srgbClr val="F5F5F5"/>
        </a:solidFill>
      </p:bgPr>
    </p:bg>
    <p:spTree>
      <p:nvGrpSpPr>
        <p:cNvPr id="369" name="Shape 369"/>
        <p:cNvGrpSpPr/>
        <p:nvPr/>
      </p:nvGrpSpPr>
      <p:grpSpPr>
        <a:xfrm>
          <a:off x="0" y="0"/>
          <a:ext cx="0" cy="0"/>
          <a:chOff x="0" y="0"/>
          <a:chExt cx="0" cy="0"/>
        </a:xfrm>
      </p:grpSpPr>
      <p:sp>
        <p:nvSpPr>
          <p:cNvPr id="370" name="Google Shape;370;p142"/>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71" name="Google Shape;371;p142"/>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72" name="Google Shape;372;p142"/>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73" name="Google Shape;373;p142"/>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74" name="Google Shape;374;p142"/>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75" name="Google Shape;375;p142"/>
          <p:cNvSpPr txBox="1"/>
          <p:nvPr>
            <p:ph type="title"/>
          </p:nvPr>
        </p:nvSpPr>
        <p:spPr>
          <a:xfrm>
            <a:off x="277934" y="295773"/>
            <a:ext cx="5498278"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76" name="Google Shape;376;p142"/>
          <p:cNvSpPr txBox="1"/>
          <p:nvPr>
            <p:ph idx="1" type="body"/>
          </p:nvPr>
        </p:nvSpPr>
        <p:spPr>
          <a:xfrm>
            <a:off x="277934" y="1535080"/>
            <a:ext cx="5498278" cy="4332321"/>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77" name="Google Shape;377;p142"/>
          <p:cNvSpPr/>
          <p:nvPr>
            <p:ph idx="2" type="pic"/>
          </p:nvPr>
        </p:nvSpPr>
        <p:spPr>
          <a:xfrm>
            <a:off x="6096000" y="0"/>
            <a:ext cx="6099048" cy="6217921"/>
          </a:xfrm>
          <a:prstGeom prst="rect">
            <a:avLst/>
          </a:prstGeom>
          <a:noFill/>
          <a:ln>
            <a:noFill/>
          </a:ln>
        </p:spPr>
      </p:sp>
      <p:sp>
        <p:nvSpPr>
          <p:cNvPr id="378" name="Google Shape;378;p142"/>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showMasterSp="0">
  <p:cSld name="Title and Text Left_Text Right">
    <p:bg>
      <p:bgPr>
        <a:solidFill>
          <a:srgbClr val="F5F5F5"/>
        </a:solidFill>
      </p:bgPr>
    </p:bg>
    <p:spTree>
      <p:nvGrpSpPr>
        <p:cNvPr id="379" name="Shape 379"/>
        <p:cNvGrpSpPr/>
        <p:nvPr/>
      </p:nvGrpSpPr>
      <p:grpSpPr>
        <a:xfrm>
          <a:off x="0" y="0"/>
          <a:ext cx="0" cy="0"/>
          <a:chOff x="0" y="0"/>
          <a:chExt cx="0" cy="0"/>
        </a:xfrm>
      </p:grpSpPr>
      <p:sp>
        <p:nvSpPr>
          <p:cNvPr id="380" name="Google Shape;380;p143"/>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81" name="Google Shape;381;p143"/>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82" name="Google Shape;382;p143"/>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83" name="Google Shape;383;p143"/>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84" name="Google Shape;384;p143"/>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85" name="Google Shape;385;p143"/>
          <p:cNvSpPr txBox="1"/>
          <p:nvPr>
            <p:ph type="title"/>
          </p:nvPr>
        </p:nvSpPr>
        <p:spPr>
          <a:xfrm>
            <a:off x="277934" y="295773"/>
            <a:ext cx="549554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86" name="Google Shape;386;p143"/>
          <p:cNvSpPr txBox="1"/>
          <p:nvPr>
            <p:ph idx="1" type="body"/>
          </p:nvPr>
        </p:nvSpPr>
        <p:spPr>
          <a:xfrm>
            <a:off x="277934" y="1535080"/>
            <a:ext cx="5498278" cy="4332321"/>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87" name="Google Shape;387;p143"/>
          <p:cNvSpPr txBox="1"/>
          <p:nvPr>
            <p:ph idx="2" type="body"/>
          </p:nvPr>
        </p:nvSpPr>
        <p:spPr>
          <a:xfrm>
            <a:off x="6429754"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88" name="Google Shape;388;p143"/>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 Multiple_Content Right" showMasterSp="0">
  <p:cSld name="1_Title and Text Left Multiple_Content Right">
    <p:bg>
      <p:bgPr>
        <a:solidFill>
          <a:srgbClr val="F5F5F5"/>
        </a:solidFill>
      </p:bgPr>
    </p:bg>
    <p:spTree>
      <p:nvGrpSpPr>
        <p:cNvPr id="389" name="Shape 389"/>
        <p:cNvGrpSpPr/>
        <p:nvPr/>
      </p:nvGrpSpPr>
      <p:grpSpPr>
        <a:xfrm>
          <a:off x="0" y="0"/>
          <a:ext cx="0" cy="0"/>
          <a:chOff x="0" y="0"/>
          <a:chExt cx="0" cy="0"/>
        </a:xfrm>
      </p:grpSpPr>
      <p:sp>
        <p:nvSpPr>
          <p:cNvPr id="390" name="Google Shape;390;p144"/>
          <p:cNvSpPr txBox="1"/>
          <p:nvPr>
            <p:ph type="title"/>
          </p:nvPr>
        </p:nvSpPr>
        <p:spPr>
          <a:xfrm>
            <a:off x="277934" y="295773"/>
            <a:ext cx="5498278"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91" name="Google Shape;391;p144"/>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92" name="Google Shape;392;p144"/>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393" name="Google Shape;393;p144"/>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94" name="Google Shape;394;p144"/>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95" name="Google Shape;395;p144"/>
          <p:cNvSpPr/>
          <p:nvPr>
            <p:ph idx="2" type="pic"/>
          </p:nvPr>
        </p:nvSpPr>
        <p:spPr>
          <a:xfrm>
            <a:off x="6096000" y="0"/>
            <a:ext cx="6099048" cy="6217921"/>
          </a:xfrm>
          <a:prstGeom prst="rect">
            <a:avLst/>
          </a:prstGeom>
          <a:noFill/>
          <a:ln>
            <a:noFill/>
          </a:ln>
        </p:spPr>
      </p:sp>
      <p:sp>
        <p:nvSpPr>
          <p:cNvPr id="396" name="Google Shape;396;p144"/>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bg>
      <p:bgPr>
        <a:solidFill>
          <a:srgbClr val="F5F5F5"/>
        </a:solidFill>
      </p:bgPr>
    </p:bg>
    <p:spTree>
      <p:nvGrpSpPr>
        <p:cNvPr id="397" name="Shape 397"/>
        <p:cNvGrpSpPr/>
        <p:nvPr/>
      </p:nvGrpSpPr>
      <p:grpSpPr>
        <a:xfrm>
          <a:off x="0" y="0"/>
          <a:ext cx="0" cy="0"/>
          <a:chOff x="0" y="0"/>
          <a:chExt cx="0" cy="0"/>
        </a:xfrm>
      </p:grpSpPr>
      <p:sp>
        <p:nvSpPr>
          <p:cNvPr id="398" name="Google Shape;398;p145"/>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99" name="Google Shape;399;p145"/>
          <p:cNvSpPr txBox="1"/>
          <p:nvPr>
            <p:ph type="title"/>
          </p:nvPr>
        </p:nvSpPr>
        <p:spPr>
          <a:xfrm>
            <a:off x="277934" y="295773"/>
            <a:ext cx="5498278"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00" name="Google Shape;400;p145"/>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01" name="Google Shape;401;p145"/>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402" name="Google Shape;402;p145"/>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03" name="Google Shape;403;p145"/>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04" name="Google Shape;404;p145"/>
          <p:cNvSpPr/>
          <p:nvPr>
            <p:ph idx="2" type="pic"/>
          </p:nvPr>
        </p:nvSpPr>
        <p:spPr>
          <a:xfrm>
            <a:off x="6096000" y="0"/>
            <a:ext cx="6099048" cy="6217921"/>
          </a:xfrm>
          <a:prstGeom prst="rect">
            <a:avLst/>
          </a:prstGeom>
          <a:noFill/>
          <a:ln>
            <a:noFill/>
          </a:ln>
        </p:spPr>
      </p:sp>
      <p:sp>
        <p:nvSpPr>
          <p:cNvPr id="405" name="Google Shape;405;p145"/>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 Multiple_Text Right" showMasterSp="0">
  <p:cSld name="1_Title and Text Left Multiple_Text Right">
    <p:bg>
      <p:bgPr>
        <a:solidFill>
          <a:srgbClr val="F5F5F5"/>
        </a:solidFill>
      </p:bgPr>
    </p:bg>
    <p:spTree>
      <p:nvGrpSpPr>
        <p:cNvPr id="406" name="Shape 406"/>
        <p:cNvGrpSpPr/>
        <p:nvPr/>
      </p:nvGrpSpPr>
      <p:grpSpPr>
        <a:xfrm>
          <a:off x="0" y="0"/>
          <a:ext cx="0" cy="0"/>
          <a:chOff x="0" y="0"/>
          <a:chExt cx="0" cy="0"/>
        </a:xfrm>
      </p:grpSpPr>
      <p:sp>
        <p:nvSpPr>
          <p:cNvPr id="407" name="Google Shape;407;p146"/>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08" name="Google Shape;408;p146"/>
          <p:cNvSpPr txBox="1"/>
          <p:nvPr>
            <p:ph type="title"/>
          </p:nvPr>
        </p:nvSpPr>
        <p:spPr>
          <a:xfrm>
            <a:off x="277934" y="295773"/>
            <a:ext cx="5495546"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09" name="Google Shape;409;p146"/>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10" name="Google Shape;410;p146"/>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411" name="Google Shape;411;p146"/>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12" name="Google Shape;412;p146"/>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13" name="Google Shape;413;p146"/>
          <p:cNvSpPr txBox="1"/>
          <p:nvPr>
            <p:ph idx="2" type="body"/>
          </p:nvPr>
        </p:nvSpPr>
        <p:spPr>
          <a:xfrm>
            <a:off x="6418522"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14" name="Google Shape;414;p146"/>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showMasterSp="0">
  <p:cSld name="Title and Large Image">
    <p:bg>
      <p:bgPr>
        <a:solidFill>
          <a:srgbClr val="F5F5F5"/>
        </a:solidFill>
      </p:bgPr>
    </p:bg>
    <p:spTree>
      <p:nvGrpSpPr>
        <p:cNvPr id="415" name="Shape 415"/>
        <p:cNvGrpSpPr/>
        <p:nvPr/>
      </p:nvGrpSpPr>
      <p:grpSpPr>
        <a:xfrm>
          <a:off x="0" y="0"/>
          <a:ext cx="0" cy="0"/>
          <a:chOff x="0" y="0"/>
          <a:chExt cx="0" cy="0"/>
        </a:xfrm>
      </p:grpSpPr>
      <p:sp>
        <p:nvSpPr>
          <p:cNvPr id="416" name="Google Shape;416;p147"/>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417" name="Google Shape;417;p147"/>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18" name="Google Shape;418;p147"/>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19" name="Google Shape;419;p147"/>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20" name="Google Shape;420;p147"/>
          <p:cNvSpPr/>
          <p:nvPr>
            <p:ph idx="2" type="pic"/>
          </p:nvPr>
        </p:nvSpPr>
        <p:spPr>
          <a:xfrm>
            <a:off x="0" y="1142999"/>
            <a:ext cx="12192000" cy="5084065"/>
          </a:xfrm>
          <a:prstGeom prst="rect">
            <a:avLst/>
          </a:prstGeom>
          <a:noFill/>
          <a:ln>
            <a:noFill/>
          </a:ln>
        </p:spPr>
      </p:sp>
      <p:sp>
        <p:nvSpPr>
          <p:cNvPr id="421" name="Google Shape;421;p147"/>
          <p:cNvSpPr/>
          <p:nvPr/>
        </p:nvSpPr>
        <p:spPr>
          <a:xfrm>
            <a:off x="0" y="-1"/>
            <a:ext cx="12192000" cy="1143001"/>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22" name="Google Shape;422;p147"/>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423" name="Google Shape;423;p147"/>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24" name="Google Shape;424;p147"/>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bg>
      <p:bgPr>
        <a:solidFill>
          <a:srgbClr val="F5F5F5"/>
        </a:solidFill>
      </p:bgPr>
    </p:bg>
    <p:spTree>
      <p:nvGrpSpPr>
        <p:cNvPr id="425" name="Shape 425"/>
        <p:cNvGrpSpPr/>
        <p:nvPr/>
      </p:nvGrpSpPr>
      <p:grpSpPr>
        <a:xfrm>
          <a:off x="0" y="0"/>
          <a:ext cx="0" cy="0"/>
          <a:chOff x="0" y="0"/>
          <a:chExt cx="0" cy="0"/>
        </a:xfrm>
      </p:grpSpPr>
      <p:sp>
        <p:nvSpPr>
          <p:cNvPr id="426" name="Google Shape;426;p148"/>
          <p:cNvSpPr/>
          <p:nvPr>
            <p:ph idx="2" type="pic"/>
          </p:nvPr>
        </p:nvSpPr>
        <p:spPr>
          <a:xfrm>
            <a:off x="0" y="1143000"/>
            <a:ext cx="12192000" cy="5715000"/>
          </a:xfrm>
          <a:prstGeom prst="rect">
            <a:avLst/>
          </a:prstGeom>
          <a:noFill/>
          <a:ln>
            <a:noFill/>
          </a:ln>
        </p:spPr>
      </p:sp>
      <p:sp>
        <p:nvSpPr>
          <p:cNvPr id="427" name="Google Shape;427;p148"/>
          <p:cNvSpPr/>
          <p:nvPr/>
        </p:nvSpPr>
        <p:spPr>
          <a:xfrm>
            <a:off x="0" y="-1"/>
            <a:ext cx="12192000" cy="1143001"/>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28" name="Google Shape;428;p148"/>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429" name="Google Shape;429;p148"/>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30" name="Google Shape;430;p148"/>
          <p:cNvSpPr txBox="1"/>
          <p:nvPr>
            <p:ph idx="12" type="sldNum"/>
          </p:nvPr>
        </p:nvSpPr>
        <p:spPr>
          <a:xfrm>
            <a:off x="8379189" y="6181020"/>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bg>
      <p:bgPr>
        <a:solidFill>
          <a:srgbClr val="F5F5F5"/>
        </a:solidFill>
      </p:bgPr>
    </p:bg>
    <p:spTree>
      <p:nvGrpSpPr>
        <p:cNvPr id="431" name="Shape 431"/>
        <p:cNvGrpSpPr/>
        <p:nvPr/>
      </p:nvGrpSpPr>
      <p:grpSpPr>
        <a:xfrm>
          <a:off x="0" y="0"/>
          <a:ext cx="0" cy="0"/>
          <a:chOff x="0" y="0"/>
          <a:chExt cx="0" cy="0"/>
        </a:xfrm>
      </p:grpSpPr>
      <p:sp>
        <p:nvSpPr>
          <p:cNvPr id="432" name="Google Shape;432;p149"/>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33" name="Google Shape;433;p149"/>
          <p:cNvSpPr txBox="1"/>
          <p:nvPr>
            <p:ph type="title"/>
          </p:nvPr>
        </p:nvSpPr>
        <p:spPr>
          <a:xfrm>
            <a:off x="277934" y="295773"/>
            <a:ext cx="5495546"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34" name="Google Shape;434;p149"/>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35" name="Google Shape;435;p149"/>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436" name="Google Shape;436;p149"/>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37" name="Google Shape;437;p149"/>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grpSp>
        <p:nvGrpSpPr>
          <p:cNvPr id="438" name="Google Shape;438;p149"/>
          <p:cNvGrpSpPr/>
          <p:nvPr/>
        </p:nvGrpSpPr>
        <p:grpSpPr>
          <a:xfrm>
            <a:off x="6971958" y="785110"/>
            <a:ext cx="4340511" cy="868106"/>
            <a:chOff x="0" y="-1"/>
            <a:chExt cx="4340509" cy="868104"/>
          </a:xfrm>
        </p:grpSpPr>
        <p:sp>
          <p:nvSpPr>
            <p:cNvPr id="439" name="Google Shape;439;p149"/>
            <p:cNvSpPr/>
            <p:nvPr/>
          </p:nvSpPr>
          <p:spPr>
            <a:xfrm>
              <a:off x="0" y="-1"/>
              <a:ext cx="868103" cy="868104"/>
            </a:xfrm>
            <a:prstGeom prst="rect">
              <a:avLst/>
            </a:prstGeom>
            <a:solidFill>
              <a:schemeClr val="accent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40" name="Google Shape;440;p149"/>
            <p:cNvSpPr/>
            <p:nvPr/>
          </p:nvSpPr>
          <p:spPr>
            <a:xfrm>
              <a:off x="868101" y="-1"/>
              <a:ext cx="868103" cy="868104"/>
            </a:xfrm>
            <a:prstGeom prst="rect">
              <a:avLst/>
            </a:prstGeom>
            <a:solidFill>
              <a:schemeClr val="accent2"/>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41" name="Google Shape;441;p149"/>
            <p:cNvSpPr/>
            <p:nvPr/>
          </p:nvSpPr>
          <p:spPr>
            <a:xfrm>
              <a:off x="1736202" y="-1"/>
              <a:ext cx="868103" cy="868104"/>
            </a:xfrm>
            <a:prstGeom prst="rect">
              <a:avLst/>
            </a:prstGeom>
            <a:solidFill>
              <a:schemeClr val="accent3"/>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42" name="Google Shape;442;p149"/>
            <p:cNvSpPr/>
            <p:nvPr/>
          </p:nvSpPr>
          <p:spPr>
            <a:xfrm>
              <a:off x="2604305" y="-1"/>
              <a:ext cx="868103" cy="868104"/>
            </a:xfrm>
            <a:prstGeom prst="rect">
              <a:avLst/>
            </a:prstGeom>
            <a:solidFill>
              <a:schemeClr val="accent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43" name="Google Shape;443;p149"/>
            <p:cNvSpPr/>
            <p:nvPr/>
          </p:nvSpPr>
          <p:spPr>
            <a:xfrm>
              <a:off x="3472406" y="-1"/>
              <a:ext cx="868103" cy="868104"/>
            </a:xfrm>
            <a:prstGeom prst="rect">
              <a:avLst/>
            </a:prstGeom>
            <a:solidFill>
              <a:schemeClr val="accent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44" name="Google Shape;444;p149"/>
            <p:cNvSpPr txBox="1"/>
            <p:nvPr/>
          </p:nvSpPr>
          <p:spPr>
            <a:xfrm>
              <a:off x="45719"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1</a:t>
              </a:r>
              <a:endParaRPr/>
            </a:p>
          </p:txBody>
        </p:sp>
        <p:sp>
          <p:nvSpPr>
            <p:cNvPr id="445" name="Google Shape;445;p149"/>
            <p:cNvSpPr txBox="1"/>
            <p:nvPr/>
          </p:nvSpPr>
          <p:spPr>
            <a:xfrm>
              <a:off x="913822"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2</a:t>
              </a:r>
              <a:endParaRPr/>
            </a:p>
          </p:txBody>
        </p:sp>
        <p:sp>
          <p:nvSpPr>
            <p:cNvPr id="446" name="Google Shape;446;p149"/>
            <p:cNvSpPr txBox="1"/>
            <p:nvPr/>
          </p:nvSpPr>
          <p:spPr>
            <a:xfrm>
              <a:off x="1770347"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3</a:t>
              </a:r>
              <a:endParaRPr/>
            </a:p>
          </p:txBody>
        </p:sp>
        <p:sp>
          <p:nvSpPr>
            <p:cNvPr id="447" name="Google Shape;447;p149"/>
            <p:cNvSpPr txBox="1"/>
            <p:nvPr/>
          </p:nvSpPr>
          <p:spPr>
            <a:xfrm>
              <a:off x="2638450"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4</a:t>
              </a:r>
              <a:endParaRPr/>
            </a:p>
          </p:txBody>
        </p:sp>
        <p:sp>
          <p:nvSpPr>
            <p:cNvPr id="448" name="Google Shape;448;p149"/>
            <p:cNvSpPr txBox="1"/>
            <p:nvPr/>
          </p:nvSpPr>
          <p:spPr>
            <a:xfrm>
              <a:off x="3518126"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5</a:t>
              </a:r>
              <a:endParaRPr/>
            </a:p>
          </p:txBody>
        </p:sp>
      </p:grpSp>
      <p:grpSp>
        <p:nvGrpSpPr>
          <p:cNvPr id="449" name="Google Shape;449;p149"/>
          <p:cNvGrpSpPr/>
          <p:nvPr/>
        </p:nvGrpSpPr>
        <p:grpSpPr>
          <a:xfrm>
            <a:off x="6971958" y="1900353"/>
            <a:ext cx="4340511" cy="868105"/>
            <a:chOff x="0" y="-1"/>
            <a:chExt cx="4340509" cy="868104"/>
          </a:xfrm>
        </p:grpSpPr>
        <p:sp>
          <p:nvSpPr>
            <p:cNvPr id="450" name="Google Shape;450;p149"/>
            <p:cNvSpPr/>
            <p:nvPr/>
          </p:nvSpPr>
          <p:spPr>
            <a:xfrm>
              <a:off x="0" y="-1"/>
              <a:ext cx="868103" cy="868104"/>
            </a:xfrm>
            <a:prstGeom prst="rect">
              <a:avLst/>
            </a:prstGeom>
            <a:solidFill>
              <a:srgbClr val="DBBFB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51" name="Google Shape;451;p149"/>
            <p:cNvSpPr/>
            <p:nvPr/>
          </p:nvSpPr>
          <p:spPr>
            <a:xfrm>
              <a:off x="868101" y="-1"/>
              <a:ext cx="868103" cy="868104"/>
            </a:xfrm>
            <a:prstGeom prst="rect">
              <a:avLst/>
            </a:prstGeom>
            <a:solidFill>
              <a:srgbClr val="C08D8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52" name="Google Shape;452;p149"/>
            <p:cNvSpPr/>
            <p:nvPr/>
          </p:nvSpPr>
          <p:spPr>
            <a:xfrm>
              <a:off x="1736202" y="-1"/>
              <a:ext cx="868103" cy="868104"/>
            </a:xfrm>
            <a:prstGeom prst="rect">
              <a:avLst/>
            </a:prstGeom>
            <a:solidFill>
              <a:srgbClr val="A6626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53" name="Google Shape;453;p149"/>
            <p:cNvSpPr/>
            <p:nvPr/>
          </p:nvSpPr>
          <p:spPr>
            <a:xfrm>
              <a:off x="2604305" y="-1"/>
              <a:ext cx="868103" cy="868104"/>
            </a:xfrm>
            <a:prstGeom prst="rect">
              <a:avLst/>
            </a:prstGeom>
            <a:solidFill>
              <a:srgbClr val="8D3B4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54" name="Google Shape;454;p149"/>
            <p:cNvSpPr/>
            <p:nvPr/>
          </p:nvSpPr>
          <p:spPr>
            <a:xfrm>
              <a:off x="3472406" y="-1"/>
              <a:ext cx="868103" cy="868104"/>
            </a:xfrm>
            <a:prstGeom prst="rect">
              <a:avLst/>
            </a:prstGeom>
            <a:solidFill>
              <a:srgbClr val="772432"/>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55" name="Google Shape;455;p149"/>
            <p:cNvSpPr txBox="1"/>
            <p:nvPr/>
          </p:nvSpPr>
          <p:spPr>
            <a:xfrm>
              <a:off x="45719"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1</a:t>
              </a:r>
              <a:endParaRPr/>
            </a:p>
          </p:txBody>
        </p:sp>
        <p:sp>
          <p:nvSpPr>
            <p:cNvPr id="456" name="Google Shape;456;p149"/>
            <p:cNvSpPr txBox="1"/>
            <p:nvPr/>
          </p:nvSpPr>
          <p:spPr>
            <a:xfrm>
              <a:off x="913822"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2</a:t>
              </a:r>
              <a:endParaRPr/>
            </a:p>
          </p:txBody>
        </p:sp>
        <p:sp>
          <p:nvSpPr>
            <p:cNvPr id="457" name="Google Shape;457;p149"/>
            <p:cNvSpPr txBox="1"/>
            <p:nvPr/>
          </p:nvSpPr>
          <p:spPr>
            <a:xfrm>
              <a:off x="1770347"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3</a:t>
              </a:r>
              <a:endParaRPr/>
            </a:p>
          </p:txBody>
        </p:sp>
        <p:sp>
          <p:nvSpPr>
            <p:cNvPr id="458" name="Google Shape;458;p149"/>
            <p:cNvSpPr txBox="1"/>
            <p:nvPr/>
          </p:nvSpPr>
          <p:spPr>
            <a:xfrm>
              <a:off x="2638450"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4</a:t>
              </a:r>
              <a:endParaRPr/>
            </a:p>
          </p:txBody>
        </p:sp>
        <p:sp>
          <p:nvSpPr>
            <p:cNvPr id="459" name="Google Shape;459;p149"/>
            <p:cNvSpPr txBox="1"/>
            <p:nvPr/>
          </p:nvSpPr>
          <p:spPr>
            <a:xfrm>
              <a:off x="3518126"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5</a:t>
              </a:r>
              <a:endParaRPr/>
            </a:p>
          </p:txBody>
        </p:sp>
      </p:grpSp>
      <p:sp>
        <p:nvSpPr>
          <p:cNvPr id="460" name="Google Shape;460;p149"/>
          <p:cNvSpPr txBox="1"/>
          <p:nvPr/>
        </p:nvSpPr>
        <p:spPr>
          <a:xfrm>
            <a:off x="7017677" y="3097410"/>
            <a:ext cx="4249068" cy="2674761"/>
          </a:xfrm>
          <a:prstGeom prst="rect">
            <a:avLst/>
          </a:prstGeom>
          <a:noFill/>
          <a:ln>
            <a:noFill/>
          </a:ln>
        </p:spPr>
        <p:txBody>
          <a:bodyPr anchorCtr="0" anchor="t" bIns="45700" lIns="45700" spcFirstLastPara="1" rIns="45700"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lang="en-US" sz="1800">
                <a:solidFill>
                  <a:schemeClr val="dk1"/>
                </a:solidFill>
                <a:latin typeface="Arial"/>
                <a:ea typeface="Arial"/>
                <a:cs typeface="Arial"/>
                <a:sym typeface="Arial"/>
              </a:rPr>
              <a:t>.</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lang="en-US" sz="1800">
                <a:solidFill>
                  <a:schemeClr val="dk1"/>
                </a:solidFill>
                <a:latin typeface="Arial"/>
                <a:ea typeface="Arial"/>
                <a:cs typeface="Arial"/>
                <a:sym typeface="Arial"/>
              </a:rPr>
              <a:t>(when used on background colors, for best accessibility).</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Use the Dark Gray </a:t>
            </a:r>
            <a:r>
              <a:rPr b="1" lang="en-US" sz="1800">
                <a:solidFill>
                  <a:schemeClr val="dk1"/>
                </a:solidFill>
                <a:latin typeface="Arial"/>
                <a:ea typeface="Arial"/>
                <a:cs typeface="Arial"/>
                <a:sym typeface="Arial"/>
              </a:rPr>
              <a:t>#333333 </a:t>
            </a:r>
            <a:r>
              <a:rPr lang="en-US" sz="1800">
                <a:solidFill>
                  <a:schemeClr val="dk1"/>
                </a:solidFill>
                <a:latin typeface="Arial"/>
                <a:ea typeface="Arial"/>
                <a:cs typeface="Arial"/>
                <a:sym typeface="Arial"/>
              </a:rPr>
              <a:t>Text color on Accent 1 and Accent 2. </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lang="en-US" sz="1800">
                <a:solidFill>
                  <a:schemeClr val="dk1"/>
                </a:solidFill>
                <a:latin typeface="Arial"/>
                <a:ea typeface="Arial"/>
                <a:cs typeface="Arial"/>
                <a:sym typeface="Arial"/>
              </a:rPr>
              <a:t>Text color </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on Accent 3, Accent 4, and Accent 5.</a:t>
            </a:r>
            <a:endParaRPr/>
          </a:p>
        </p:txBody>
      </p:sp>
      <p:sp>
        <p:nvSpPr>
          <p:cNvPr id="461" name="Google Shape;461;p149"/>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Large Image" showMasterSp="0">
  <p:cSld name="1_Title and Large Image">
    <p:bg>
      <p:bgPr>
        <a:solidFill>
          <a:srgbClr val="F5F5F5"/>
        </a:solidFill>
      </p:bgPr>
    </p:bg>
    <p:spTree>
      <p:nvGrpSpPr>
        <p:cNvPr id="462" name="Shape 462"/>
        <p:cNvGrpSpPr/>
        <p:nvPr/>
      </p:nvGrpSpPr>
      <p:grpSpPr>
        <a:xfrm>
          <a:off x="0" y="0"/>
          <a:ext cx="0" cy="0"/>
          <a:chOff x="0" y="0"/>
          <a:chExt cx="0" cy="0"/>
        </a:xfrm>
      </p:grpSpPr>
      <p:sp>
        <p:nvSpPr>
          <p:cNvPr id="463" name="Google Shape;463;p150"/>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464" name="Google Shape;464;p150"/>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65" name="Google Shape;465;p150"/>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66" name="Google Shape;466;p150"/>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67" name="Google Shape;467;p150"/>
          <p:cNvSpPr/>
          <p:nvPr>
            <p:ph idx="2" type="pic"/>
          </p:nvPr>
        </p:nvSpPr>
        <p:spPr>
          <a:xfrm>
            <a:off x="0" y="1142999"/>
            <a:ext cx="12192000" cy="5084065"/>
          </a:xfrm>
          <a:prstGeom prst="rect">
            <a:avLst/>
          </a:prstGeom>
          <a:noFill/>
          <a:ln>
            <a:noFill/>
          </a:ln>
        </p:spPr>
      </p:sp>
      <p:sp>
        <p:nvSpPr>
          <p:cNvPr id="468" name="Google Shape;468;p150"/>
          <p:cNvSpPr/>
          <p:nvPr/>
        </p:nvSpPr>
        <p:spPr>
          <a:xfrm>
            <a:off x="0" y="-1"/>
            <a:ext cx="12192000" cy="1143001"/>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69" name="Google Shape;469;p150"/>
          <p:cNvSpPr txBox="1"/>
          <p:nvPr>
            <p:ph type="title"/>
          </p:nvPr>
        </p:nvSpPr>
        <p:spPr>
          <a:xfrm>
            <a:off x="277931" y="295773"/>
            <a:ext cx="11647369" cy="645076"/>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470" name="Google Shape;470;p150"/>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71" name="Google Shape;471;p150"/>
          <p:cNvSpPr txBox="1"/>
          <p:nvPr>
            <p:ph idx="12" type="sldNum"/>
          </p:nvPr>
        </p:nvSpPr>
        <p:spPr>
          <a:xfrm>
            <a:off x="11452629" y="6363602"/>
            <a:ext cx="358372" cy="350621"/>
          </a:xfrm>
          <a:prstGeom prst="rect">
            <a:avLst/>
          </a:prstGeom>
          <a:noFill/>
          <a:ln>
            <a:noFill/>
          </a:ln>
        </p:spPr>
        <p:txBody>
          <a:bodyPr anchorCtr="0" anchor="ctr" bIns="45675" lIns="45675" spcFirstLastPara="1" rIns="45675" wrap="square" tIns="45675">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pacer Slide" showMasterSp="0">
  <p:cSld name="2_Spacer Slide">
    <p:bg>
      <p:bgPr>
        <a:solidFill>
          <a:srgbClr val="012838"/>
        </a:solidFill>
      </p:bgPr>
    </p:bg>
    <p:spTree>
      <p:nvGrpSpPr>
        <p:cNvPr id="472" name="Shape 472"/>
        <p:cNvGrpSpPr/>
        <p:nvPr/>
      </p:nvGrpSpPr>
      <p:grpSpPr>
        <a:xfrm>
          <a:off x="0" y="0"/>
          <a:ext cx="0" cy="0"/>
          <a:chOff x="0" y="0"/>
          <a:chExt cx="0" cy="0"/>
        </a:xfrm>
      </p:grpSpPr>
      <p:sp>
        <p:nvSpPr>
          <p:cNvPr id="473" name="Google Shape;473;p151"/>
          <p:cNvSpPr/>
          <p:nvPr/>
        </p:nvSpPr>
        <p:spPr>
          <a:xfrm rot="10800000">
            <a:off x="-2" y="-1"/>
            <a:ext cx="12192003"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74" name="Google Shape;474;p151"/>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475" name="Google Shape;475;p151"/>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476" name="Google Shape;476;p151"/>
          <p:cNvSpPr txBox="1"/>
          <p:nvPr>
            <p:ph type="title"/>
          </p:nvPr>
        </p:nvSpPr>
        <p:spPr>
          <a:xfrm>
            <a:off x="1524000" y="2359916"/>
            <a:ext cx="9144000" cy="731522"/>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FEEE9F"/>
              </a:buClr>
              <a:buSzPts val="5400"/>
              <a:buFont typeface="Arial"/>
              <a:buNone/>
              <a:defRPr sz="5400">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77" name="Google Shape;477;p151"/>
          <p:cNvSpPr txBox="1"/>
          <p:nvPr>
            <p:ph idx="1" type="body"/>
          </p:nvPr>
        </p:nvSpPr>
        <p:spPr>
          <a:xfrm>
            <a:off x="1524000" y="3358503"/>
            <a:ext cx="9144000" cy="914402"/>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1pPr>
            <a:lvl2pPr indent="-228600" lvl="1" marL="9144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2pPr>
            <a:lvl3pPr indent="-228600" lvl="2" marL="13716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3pPr>
            <a:lvl4pPr indent="-228600" lvl="3" marL="18288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4pPr>
            <a:lvl5pPr indent="-228600" lvl="4" marL="22860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78" name="Google Shape;478;p151"/>
          <p:cNvSpPr txBox="1"/>
          <p:nvPr>
            <p:ph idx="12" type="sldNum"/>
          </p:nvPr>
        </p:nvSpPr>
        <p:spPr>
          <a:xfrm>
            <a:off x="8379189" y="6181020"/>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showMasterSp="0">
  <p:cSld name="1_Title and Content">
    <p:bg>
      <p:bgPr>
        <a:solidFill>
          <a:srgbClr val="012838"/>
        </a:solidFill>
      </p:bgPr>
    </p:bg>
    <p:spTree>
      <p:nvGrpSpPr>
        <p:cNvPr id="479" name="Shape 479"/>
        <p:cNvGrpSpPr/>
        <p:nvPr/>
      </p:nvGrpSpPr>
      <p:grpSpPr>
        <a:xfrm>
          <a:off x="0" y="0"/>
          <a:ext cx="0" cy="0"/>
          <a:chOff x="0" y="0"/>
          <a:chExt cx="0" cy="0"/>
        </a:xfrm>
      </p:grpSpPr>
      <p:sp>
        <p:nvSpPr>
          <p:cNvPr id="480" name="Google Shape;480;p152"/>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81" name="Google Shape;481;p152"/>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482" name="Google Shape;482;p152"/>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483" name="Google Shape;483;p152"/>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484" name="Google Shape;484;p152"/>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85" name="Google Shape;485;p152"/>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86" name="Google Shape;486;p152"/>
          <p:cNvSpPr txBox="1"/>
          <p:nvPr>
            <p:ph idx="1" type="body"/>
          </p:nvPr>
        </p:nvSpPr>
        <p:spPr>
          <a:xfrm>
            <a:off x="277933" y="1520042"/>
            <a:ext cx="11647369" cy="4358245"/>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1pPr>
            <a:lvl2pPr indent="-406400" lvl="1" marL="9144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2pPr>
            <a:lvl3pPr indent="-406400" lvl="2" marL="13716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3pPr>
            <a:lvl4pPr indent="-406400" lvl="3" marL="18288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4pPr>
            <a:lvl5pPr indent="-406400" lvl="4" marL="22860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87" name="Google Shape;487;p152"/>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wo Content" showMasterSp="0">
  <p:cSld name="1_Title and Two Content">
    <p:bg>
      <p:bgPr>
        <a:solidFill>
          <a:srgbClr val="012838"/>
        </a:solidFill>
      </p:bgPr>
    </p:bg>
    <p:spTree>
      <p:nvGrpSpPr>
        <p:cNvPr id="488" name="Shape 488"/>
        <p:cNvGrpSpPr/>
        <p:nvPr/>
      </p:nvGrpSpPr>
      <p:grpSpPr>
        <a:xfrm>
          <a:off x="0" y="0"/>
          <a:ext cx="0" cy="0"/>
          <a:chOff x="0" y="0"/>
          <a:chExt cx="0" cy="0"/>
        </a:xfrm>
      </p:grpSpPr>
      <p:sp>
        <p:nvSpPr>
          <p:cNvPr id="489" name="Google Shape;489;p153"/>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90" name="Google Shape;490;p153"/>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491" name="Google Shape;491;p153"/>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492" name="Google Shape;492;p153"/>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493" name="Google Shape;493;p153"/>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94" name="Google Shape;494;p153"/>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95" name="Google Shape;495;p153"/>
          <p:cNvSpPr txBox="1"/>
          <p:nvPr>
            <p:ph idx="1" type="body"/>
          </p:nvPr>
        </p:nvSpPr>
        <p:spPr>
          <a:xfrm>
            <a:off x="277934" y="1535081"/>
            <a:ext cx="5641848" cy="4332319"/>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1pPr>
            <a:lvl2pPr indent="-406400" lvl="1" marL="9144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2pPr>
            <a:lvl3pPr indent="-406400" lvl="2" marL="13716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3pPr>
            <a:lvl4pPr indent="-406400" lvl="3" marL="18288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4pPr>
            <a:lvl5pPr indent="-406400" lvl="4" marL="22860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96" name="Google Shape;496;p153"/>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Comparison" showMasterSp="0">
  <p:cSld name="1_Title and Content Comparison">
    <p:bg>
      <p:bgPr>
        <a:solidFill>
          <a:srgbClr val="012838"/>
        </a:solidFill>
      </p:bgPr>
    </p:bg>
    <p:spTree>
      <p:nvGrpSpPr>
        <p:cNvPr id="497" name="Shape 497"/>
        <p:cNvGrpSpPr/>
        <p:nvPr/>
      </p:nvGrpSpPr>
      <p:grpSpPr>
        <a:xfrm>
          <a:off x="0" y="0"/>
          <a:ext cx="0" cy="0"/>
          <a:chOff x="0" y="0"/>
          <a:chExt cx="0" cy="0"/>
        </a:xfrm>
      </p:grpSpPr>
      <p:sp>
        <p:nvSpPr>
          <p:cNvPr id="498" name="Google Shape;498;p154"/>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99" name="Google Shape;499;p154"/>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00" name="Google Shape;500;p154"/>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01" name="Google Shape;501;p154"/>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02" name="Google Shape;502;p154"/>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03" name="Google Shape;503;p154"/>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04" name="Google Shape;504;p154"/>
          <p:cNvSpPr txBox="1"/>
          <p:nvPr>
            <p:ph idx="1" type="body"/>
          </p:nvPr>
        </p:nvSpPr>
        <p:spPr>
          <a:xfrm>
            <a:off x="277934" y="1222717"/>
            <a:ext cx="5641848"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05" name="Google Shape;505;p154"/>
          <p:cNvSpPr txBox="1"/>
          <p:nvPr>
            <p:ph idx="2" type="body"/>
          </p:nvPr>
        </p:nvSpPr>
        <p:spPr>
          <a:xfrm>
            <a:off x="6283452" y="1222717"/>
            <a:ext cx="5641850"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06" name="Google Shape;506;p154"/>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rgbClr val="012838"/>
        </a:solidFill>
      </p:bgPr>
    </p:bg>
    <p:spTree>
      <p:nvGrpSpPr>
        <p:cNvPr id="507" name="Shape 507"/>
        <p:cNvGrpSpPr/>
        <p:nvPr/>
      </p:nvGrpSpPr>
      <p:grpSpPr>
        <a:xfrm>
          <a:off x="0" y="0"/>
          <a:ext cx="0" cy="0"/>
          <a:chOff x="0" y="0"/>
          <a:chExt cx="0" cy="0"/>
        </a:xfrm>
      </p:grpSpPr>
      <p:sp>
        <p:nvSpPr>
          <p:cNvPr id="508" name="Google Shape;508;p155"/>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09" name="Google Shape;509;p155"/>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10" name="Google Shape;510;p155"/>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11" name="Google Shape;511;p155"/>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12" name="Google Shape;512;p155"/>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13" name="Google Shape;513;p155"/>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14" name="Google Shape;514;p155"/>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hree Content" showMasterSp="0">
  <p:cSld name="1_Title and Three Content">
    <p:bg>
      <p:bgPr>
        <a:solidFill>
          <a:srgbClr val="012838"/>
        </a:solidFill>
      </p:bgPr>
    </p:bg>
    <p:spTree>
      <p:nvGrpSpPr>
        <p:cNvPr id="515" name="Shape 515"/>
        <p:cNvGrpSpPr/>
        <p:nvPr/>
      </p:nvGrpSpPr>
      <p:grpSpPr>
        <a:xfrm>
          <a:off x="0" y="0"/>
          <a:ext cx="0" cy="0"/>
          <a:chOff x="0" y="0"/>
          <a:chExt cx="0" cy="0"/>
        </a:xfrm>
      </p:grpSpPr>
      <p:sp>
        <p:nvSpPr>
          <p:cNvPr id="516" name="Google Shape;516;p156"/>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17" name="Google Shape;517;p156"/>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18" name="Google Shape;518;p156"/>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19" name="Google Shape;519;p156"/>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20" name="Google Shape;520;p156"/>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21" name="Google Shape;521;p156"/>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22" name="Google Shape;522;p156"/>
          <p:cNvSpPr txBox="1"/>
          <p:nvPr>
            <p:ph idx="1" type="body"/>
          </p:nvPr>
        </p:nvSpPr>
        <p:spPr>
          <a:xfrm>
            <a:off x="8382000" y="2005583"/>
            <a:ext cx="3200400" cy="3140076"/>
          </a:xfrm>
          <a:prstGeom prst="rect">
            <a:avLst/>
          </a:prstGeom>
          <a:noFill/>
          <a:ln cap="flat" cmpd="sng" w="9525">
            <a:solidFill>
              <a:srgbClr val="F5F5F5"/>
            </a:solidFill>
            <a:prstDash val="solid"/>
            <a:round/>
            <a:headEnd len="sm" w="sm" type="none"/>
            <a:tailEnd len="sm" w="sm" type="none"/>
          </a:ln>
          <a:effectLst>
            <a:outerShdw blurRad="38100" rotWithShape="0" dir="5400000" dist="12700">
              <a:srgbClr val="000000">
                <a:alpha val="34901"/>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FFFFFF"/>
              </a:buClr>
              <a:buSzPts val="1800"/>
              <a:buFont typeface="Arial"/>
              <a:buNone/>
              <a:defRPr sz="1800">
                <a:solidFill>
                  <a:srgbClr val="FFFFFF"/>
                </a:solidFill>
                <a:latin typeface="Arial"/>
                <a:ea typeface="Arial"/>
                <a:cs typeface="Arial"/>
                <a:sym typeface="Arial"/>
              </a:defRPr>
            </a:lvl1pPr>
            <a:lvl2pPr indent="-342900" lvl="1" marL="9144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2pPr>
            <a:lvl3pPr indent="-342900" lvl="2" marL="13716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3pPr>
            <a:lvl4pPr indent="-342900" lvl="3" marL="18288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4pPr>
            <a:lvl5pPr indent="-342900" lvl="4" marL="22860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23" name="Google Shape;523;p156"/>
          <p:cNvSpPr txBox="1"/>
          <p:nvPr>
            <p:ph idx="2" type="body"/>
          </p:nvPr>
        </p:nvSpPr>
        <p:spPr>
          <a:xfrm>
            <a:off x="4504452" y="2020331"/>
            <a:ext cx="3183097" cy="3119089"/>
          </a:xfrm>
          <a:prstGeom prst="rect">
            <a:avLst/>
          </a:prstGeom>
          <a:noFill/>
          <a:ln cap="flat" cmpd="sng" w="9525">
            <a:solidFill>
              <a:srgbClr val="F5F5F5"/>
            </a:solidFill>
            <a:prstDash val="solid"/>
            <a:round/>
            <a:headEnd len="sm" w="sm" type="none"/>
            <a:tailEnd len="sm" w="sm" type="none"/>
          </a:ln>
          <a:effectLst>
            <a:outerShdw blurRad="38100" rotWithShape="0" dir="5400000" dist="12700">
              <a:srgbClr val="000000">
                <a:alpha val="34901"/>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24" name="Google Shape;524;p156"/>
          <p:cNvSpPr txBox="1"/>
          <p:nvPr>
            <p:ph idx="3" type="body"/>
          </p:nvPr>
        </p:nvSpPr>
        <p:spPr>
          <a:xfrm>
            <a:off x="618264" y="1989864"/>
            <a:ext cx="3183072" cy="3122747"/>
          </a:xfrm>
          <a:prstGeom prst="rect">
            <a:avLst/>
          </a:prstGeom>
          <a:noFill/>
          <a:ln cap="flat" cmpd="sng" w="9525">
            <a:solidFill>
              <a:srgbClr val="F5F5F5"/>
            </a:solidFill>
            <a:prstDash val="solid"/>
            <a:round/>
            <a:headEnd len="sm" w="sm" type="none"/>
            <a:tailEnd len="sm" w="sm" type="none"/>
          </a:ln>
          <a:effectLst>
            <a:outerShdw blurRad="38100" rotWithShape="0" dir="5400000" dist="12700">
              <a:srgbClr val="000000">
                <a:alpha val="34901"/>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25" name="Google Shape;525;p156"/>
          <p:cNvSpPr txBox="1"/>
          <p:nvPr>
            <p:ph idx="4" type="body"/>
          </p:nvPr>
        </p:nvSpPr>
        <p:spPr>
          <a:xfrm>
            <a:off x="838200" y="2362200"/>
            <a:ext cx="2743200" cy="304800"/>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700"/>
              </a:spcBef>
              <a:spcAft>
                <a:spcPts val="0"/>
              </a:spcAft>
              <a:buClr>
                <a:srgbClr val="FFFFFF"/>
              </a:buClr>
              <a:buSzPts val="1500"/>
              <a:buFont typeface="Arial"/>
              <a:buNone/>
              <a:defRPr b="1" sz="15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26" name="Google Shape;526;p156"/>
          <p:cNvSpPr txBox="1"/>
          <p:nvPr>
            <p:ph idx="5" type="body"/>
          </p:nvPr>
        </p:nvSpPr>
        <p:spPr>
          <a:xfrm>
            <a:off x="8610600" y="2362200"/>
            <a:ext cx="2743200" cy="304800"/>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700"/>
              </a:spcBef>
              <a:spcAft>
                <a:spcPts val="0"/>
              </a:spcAft>
              <a:buClr>
                <a:srgbClr val="FFFFFF"/>
              </a:buClr>
              <a:buSzPts val="1500"/>
              <a:buFont typeface="Arial"/>
              <a:buNone/>
              <a:defRPr b="1" sz="15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27" name="Google Shape;527;p156"/>
          <p:cNvSpPr txBox="1"/>
          <p:nvPr>
            <p:ph idx="6" type="body"/>
          </p:nvPr>
        </p:nvSpPr>
        <p:spPr>
          <a:xfrm>
            <a:off x="4724400" y="2362200"/>
            <a:ext cx="2743200" cy="304800"/>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700"/>
              </a:spcBef>
              <a:spcAft>
                <a:spcPts val="0"/>
              </a:spcAft>
              <a:buClr>
                <a:srgbClr val="FFFFFF"/>
              </a:buClr>
              <a:buSzPts val="1500"/>
              <a:buFont typeface="Arial"/>
              <a:buNone/>
              <a:defRPr b="1" sz="15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28" name="Google Shape;528;p156"/>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3 Images" showMasterSp="0">
  <p:cSld name="1_Title and 3 Images">
    <p:bg>
      <p:bgPr>
        <a:solidFill>
          <a:srgbClr val="012838"/>
        </a:solidFill>
      </p:bgPr>
    </p:bg>
    <p:spTree>
      <p:nvGrpSpPr>
        <p:cNvPr id="529" name="Shape 529"/>
        <p:cNvGrpSpPr/>
        <p:nvPr/>
      </p:nvGrpSpPr>
      <p:grpSpPr>
        <a:xfrm>
          <a:off x="0" y="0"/>
          <a:ext cx="0" cy="0"/>
          <a:chOff x="0" y="0"/>
          <a:chExt cx="0" cy="0"/>
        </a:xfrm>
      </p:grpSpPr>
      <p:sp>
        <p:nvSpPr>
          <p:cNvPr id="530" name="Google Shape;530;p157"/>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31" name="Google Shape;531;p157"/>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32" name="Google Shape;532;p157"/>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33" name="Google Shape;533;p157"/>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34" name="Google Shape;534;p157"/>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35" name="Google Shape;535;p157"/>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36" name="Google Shape;536;p157"/>
          <p:cNvSpPr/>
          <p:nvPr>
            <p:ph idx="2" type="pic"/>
          </p:nvPr>
        </p:nvSpPr>
        <p:spPr>
          <a:xfrm>
            <a:off x="4928244" y="1953117"/>
            <a:ext cx="2335513" cy="2071069"/>
          </a:xfrm>
          <a:prstGeom prst="rect">
            <a:avLst/>
          </a:prstGeom>
          <a:noFill/>
          <a:ln>
            <a:noFill/>
          </a:ln>
        </p:spPr>
      </p:sp>
      <p:sp>
        <p:nvSpPr>
          <p:cNvPr id="537" name="Google Shape;537;p157"/>
          <p:cNvSpPr txBox="1"/>
          <p:nvPr>
            <p:ph idx="1" type="body"/>
          </p:nvPr>
        </p:nvSpPr>
        <p:spPr>
          <a:xfrm>
            <a:off x="4922310" y="4024190"/>
            <a:ext cx="2347380" cy="1365956"/>
          </a:xfrm>
          <a:prstGeom prst="rect">
            <a:avLst/>
          </a:prstGeom>
          <a:solidFill>
            <a:schemeClr val="accent6"/>
          </a:solidFill>
          <a:ln>
            <a:noFill/>
          </a:ln>
          <a:effectLst>
            <a:outerShdw blurRad="38100" rotWithShape="0" dir="5400000" dist="12700">
              <a:srgbClr val="000000">
                <a:alpha val="34901"/>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42900" lvl="1" marL="914400" algn="ctr">
              <a:lnSpc>
                <a:spcPct val="100000"/>
              </a:lnSpc>
              <a:spcBef>
                <a:spcPts val="0"/>
              </a:spcBef>
              <a:spcAft>
                <a:spcPts val="0"/>
              </a:spcAft>
              <a:buClr>
                <a:srgbClr val="595959"/>
              </a:buClr>
              <a:buSzPts val="1800"/>
              <a:buFont typeface="Open Sans"/>
              <a:buChar char="•"/>
              <a:defRPr sz="1800"/>
            </a:lvl2pPr>
            <a:lvl3pPr indent="-342900" lvl="2" marL="1371600" algn="ctr">
              <a:lnSpc>
                <a:spcPct val="100000"/>
              </a:lnSpc>
              <a:spcBef>
                <a:spcPts val="0"/>
              </a:spcBef>
              <a:spcAft>
                <a:spcPts val="0"/>
              </a:spcAft>
              <a:buClr>
                <a:srgbClr val="595959"/>
              </a:buClr>
              <a:buSzPts val="1800"/>
              <a:buFont typeface="Open Sans"/>
              <a:buChar char="•"/>
              <a:defRPr sz="1800"/>
            </a:lvl3pPr>
            <a:lvl4pPr indent="-342900" lvl="3" marL="1828800" algn="ctr">
              <a:lnSpc>
                <a:spcPct val="100000"/>
              </a:lnSpc>
              <a:spcBef>
                <a:spcPts val="0"/>
              </a:spcBef>
              <a:spcAft>
                <a:spcPts val="0"/>
              </a:spcAft>
              <a:buClr>
                <a:srgbClr val="595959"/>
              </a:buClr>
              <a:buSzPts val="1800"/>
              <a:buFont typeface="Open Sans"/>
              <a:buChar char="•"/>
              <a:defRPr sz="1800"/>
            </a:lvl4pPr>
            <a:lvl5pPr indent="-342900" lvl="4" marL="2286000" algn="ctr">
              <a:lnSpc>
                <a:spcPct val="100000"/>
              </a:lnSpc>
              <a:spcBef>
                <a:spcPts val="0"/>
              </a:spcBef>
              <a:spcAft>
                <a:spcPts val="0"/>
              </a:spcAft>
              <a:buClr>
                <a:srgbClr val="595959"/>
              </a:buClr>
              <a:buSzPts val="1800"/>
              <a:buFont typeface="Open Sans"/>
              <a:buChar char="•"/>
              <a:defRPr sz="18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38" name="Google Shape;538;p157"/>
          <p:cNvSpPr txBox="1"/>
          <p:nvPr>
            <p:ph idx="3" type="body"/>
          </p:nvPr>
        </p:nvSpPr>
        <p:spPr>
          <a:xfrm>
            <a:off x="5088878"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FFFFFF"/>
              </a:buClr>
              <a:buSzPts val="1900"/>
              <a:buFont typeface="Arial"/>
              <a:buNone/>
              <a:defRPr sz="19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39" name="Google Shape;539;p157"/>
          <p:cNvSpPr/>
          <p:nvPr>
            <p:ph idx="4" type="pic"/>
          </p:nvPr>
        </p:nvSpPr>
        <p:spPr>
          <a:xfrm>
            <a:off x="1490459" y="1953117"/>
            <a:ext cx="2335513" cy="2071069"/>
          </a:xfrm>
          <a:prstGeom prst="rect">
            <a:avLst/>
          </a:prstGeom>
          <a:noFill/>
          <a:ln>
            <a:noFill/>
          </a:ln>
        </p:spPr>
      </p:sp>
      <p:sp>
        <p:nvSpPr>
          <p:cNvPr id="540" name="Google Shape;540;p157"/>
          <p:cNvSpPr txBox="1"/>
          <p:nvPr>
            <p:ph idx="5" type="body"/>
          </p:nvPr>
        </p:nvSpPr>
        <p:spPr>
          <a:xfrm>
            <a:off x="1488292" y="4027959"/>
            <a:ext cx="2339845" cy="1358418"/>
          </a:xfrm>
          <a:prstGeom prst="rect">
            <a:avLst/>
          </a:prstGeom>
          <a:solidFill>
            <a:schemeClr val="accent6"/>
          </a:solidFill>
          <a:ln>
            <a:noFill/>
          </a:ln>
          <a:effectLst>
            <a:outerShdw blurRad="38100" rotWithShape="0" dir="5400000" dist="12700">
              <a:srgbClr val="000000">
                <a:alpha val="34901"/>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41" name="Google Shape;541;p157"/>
          <p:cNvSpPr txBox="1"/>
          <p:nvPr>
            <p:ph idx="6" type="body"/>
          </p:nvPr>
        </p:nvSpPr>
        <p:spPr>
          <a:xfrm>
            <a:off x="1651093" y="4244697"/>
            <a:ext cx="2014243"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FFFFFF"/>
              </a:buClr>
              <a:buSzPts val="1900"/>
              <a:buFont typeface="Arial"/>
              <a:buNone/>
              <a:defRPr sz="19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42" name="Google Shape;542;p157"/>
          <p:cNvSpPr/>
          <p:nvPr>
            <p:ph idx="7" type="pic"/>
          </p:nvPr>
        </p:nvSpPr>
        <p:spPr>
          <a:xfrm>
            <a:off x="8360095" y="1953117"/>
            <a:ext cx="2335513" cy="2071069"/>
          </a:xfrm>
          <a:prstGeom prst="rect">
            <a:avLst/>
          </a:prstGeom>
          <a:noFill/>
          <a:ln>
            <a:noFill/>
          </a:ln>
        </p:spPr>
      </p:sp>
      <p:sp>
        <p:nvSpPr>
          <p:cNvPr id="543" name="Google Shape;543;p157"/>
          <p:cNvSpPr txBox="1"/>
          <p:nvPr>
            <p:ph idx="8" type="body"/>
          </p:nvPr>
        </p:nvSpPr>
        <p:spPr>
          <a:xfrm>
            <a:off x="8357927" y="4027959"/>
            <a:ext cx="2339844" cy="1358418"/>
          </a:xfrm>
          <a:prstGeom prst="rect">
            <a:avLst/>
          </a:prstGeom>
          <a:solidFill>
            <a:schemeClr val="accent6"/>
          </a:solidFill>
          <a:ln>
            <a:noFill/>
          </a:ln>
          <a:effectLst>
            <a:outerShdw blurRad="38100" rotWithShape="0" dir="5400000" dist="12700">
              <a:srgbClr val="000000">
                <a:alpha val="34901"/>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44" name="Google Shape;544;p157"/>
          <p:cNvSpPr txBox="1"/>
          <p:nvPr>
            <p:ph idx="9" type="body"/>
          </p:nvPr>
        </p:nvSpPr>
        <p:spPr>
          <a:xfrm>
            <a:off x="8520727"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FFFFFF"/>
              </a:buClr>
              <a:buSzPts val="1900"/>
              <a:buFont typeface="Arial"/>
              <a:buNone/>
              <a:defRPr sz="19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45" name="Google Shape;545;p157"/>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bg>
      <p:bgPr>
        <a:solidFill>
          <a:srgbClr val="012838"/>
        </a:solidFill>
      </p:bgPr>
    </p:bg>
    <p:spTree>
      <p:nvGrpSpPr>
        <p:cNvPr id="546" name="Shape 546"/>
        <p:cNvGrpSpPr/>
        <p:nvPr/>
      </p:nvGrpSpPr>
      <p:grpSpPr>
        <a:xfrm>
          <a:off x="0" y="0"/>
          <a:ext cx="0" cy="0"/>
          <a:chOff x="0" y="0"/>
          <a:chExt cx="0" cy="0"/>
        </a:xfrm>
      </p:grpSpPr>
      <p:sp>
        <p:nvSpPr>
          <p:cNvPr id="547" name="Google Shape;547;p158"/>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48" name="Google Shape;548;p158"/>
          <p:cNvSpPr/>
          <p:nvPr/>
        </p:nvSpPr>
        <p:spPr>
          <a:xfrm>
            <a:off x="3815398" y="1066800"/>
            <a:ext cx="6509702" cy="4273995"/>
          </a:xfrm>
          <a:prstGeom prst="roundRect">
            <a:avLst>
              <a:gd fmla="val 0" name="adj"/>
            </a:avLst>
          </a:prstGeom>
          <a:solidFill>
            <a:schemeClr val="accent4"/>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49" name="Google Shape;549;p158"/>
          <p:cNvSpPr/>
          <p:nvPr/>
        </p:nvSpPr>
        <p:spPr>
          <a:xfrm>
            <a:off x="1866900" y="1600199"/>
            <a:ext cx="3111500" cy="3159349"/>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50" name="Google Shape;550;p158"/>
          <p:cNvSpPr/>
          <p:nvPr>
            <p:ph idx="2" type="pic"/>
          </p:nvPr>
        </p:nvSpPr>
        <p:spPr>
          <a:xfrm>
            <a:off x="1866900" y="1600200"/>
            <a:ext cx="3111500" cy="3159346"/>
          </a:xfrm>
          <a:prstGeom prst="rect">
            <a:avLst/>
          </a:prstGeom>
          <a:noFill/>
          <a:ln>
            <a:noFill/>
          </a:ln>
        </p:spPr>
      </p:sp>
      <p:sp>
        <p:nvSpPr>
          <p:cNvPr id="551" name="Google Shape;551;p158"/>
          <p:cNvSpPr txBox="1"/>
          <p:nvPr>
            <p:ph idx="1" type="body"/>
          </p:nvPr>
        </p:nvSpPr>
        <p:spPr>
          <a:xfrm>
            <a:off x="4978400" y="2839928"/>
            <a:ext cx="5346700" cy="457202"/>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1pPr>
            <a:lvl2pPr indent="-228600" lvl="1" marL="9144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2pPr>
            <a:lvl3pPr indent="-228600" lvl="2" marL="13716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3pPr>
            <a:lvl4pPr indent="-228600" lvl="3" marL="18288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4pPr>
            <a:lvl5pPr indent="-228600" lvl="4" marL="22860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52" name="Google Shape;552;p158"/>
          <p:cNvSpPr txBox="1"/>
          <p:nvPr>
            <p:ph idx="3" type="body"/>
          </p:nvPr>
        </p:nvSpPr>
        <p:spPr>
          <a:xfrm>
            <a:off x="4978400" y="3352800"/>
            <a:ext cx="5346700" cy="381000"/>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800"/>
              </a:spcBef>
              <a:spcAft>
                <a:spcPts val="0"/>
              </a:spcAft>
              <a:buClr>
                <a:srgbClr val="FFFFFF"/>
              </a:buClr>
              <a:buSzPts val="2100"/>
              <a:buFont typeface="Arial"/>
              <a:buNone/>
              <a:defRPr sz="21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53" name="Google Shape;553;p158"/>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1" id="554" name="Google Shape;554;p158"/>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55" name="Google Shape;555;p158"/>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bg>
      <p:bgPr>
        <a:solidFill>
          <a:srgbClr val="012838"/>
        </a:solidFill>
      </p:bgPr>
    </p:bg>
    <p:spTree>
      <p:nvGrpSpPr>
        <p:cNvPr id="556" name="Shape 556"/>
        <p:cNvGrpSpPr/>
        <p:nvPr/>
      </p:nvGrpSpPr>
      <p:grpSpPr>
        <a:xfrm>
          <a:off x="0" y="0"/>
          <a:ext cx="0" cy="0"/>
          <a:chOff x="0" y="0"/>
          <a:chExt cx="0" cy="0"/>
        </a:xfrm>
      </p:grpSpPr>
      <p:sp>
        <p:nvSpPr>
          <p:cNvPr id="557" name="Google Shape;557;p159"/>
          <p:cNvSpPr/>
          <p:nvPr/>
        </p:nvSpPr>
        <p:spPr>
          <a:xfrm rot="10800000">
            <a:off x="-2" y="-1"/>
            <a:ext cx="12192003"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58" name="Google Shape;558;p159"/>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559" name="Google Shape;559;p159"/>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60" name="Google Shape;560;p159"/>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_Content Right" showMasterSp="0">
  <p:cSld name="1_Title and Text Left_Content Right">
    <p:bg>
      <p:bgPr>
        <a:solidFill>
          <a:srgbClr val="012838"/>
        </a:solidFill>
      </p:bgPr>
    </p:bg>
    <p:spTree>
      <p:nvGrpSpPr>
        <p:cNvPr id="561" name="Shape 561"/>
        <p:cNvGrpSpPr/>
        <p:nvPr/>
      </p:nvGrpSpPr>
      <p:grpSpPr>
        <a:xfrm>
          <a:off x="0" y="0"/>
          <a:ext cx="0" cy="0"/>
          <a:chOff x="0" y="0"/>
          <a:chExt cx="0" cy="0"/>
        </a:xfrm>
      </p:grpSpPr>
      <p:sp>
        <p:nvSpPr>
          <p:cNvPr id="562" name="Google Shape;562;p160"/>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63" name="Google Shape;563;p160"/>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64" name="Google Shape;564;p160"/>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65" name="Google Shape;565;p160"/>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66" name="Google Shape;566;p160"/>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67" name="Google Shape;567;p160"/>
          <p:cNvSpPr txBox="1"/>
          <p:nvPr>
            <p:ph type="title"/>
          </p:nvPr>
        </p:nvSpPr>
        <p:spPr>
          <a:xfrm>
            <a:off x="277934" y="295773"/>
            <a:ext cx="5498278"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68" name="Google Shape;568;p160"/>
          <p:cNvSpPr txBox="1"/>
          <p:nvPr>
            <p:ph idx="1" type="body"/>
          </p:nvPr>
        </p:nvSpPr>
        <p:spPr>
          <a:xfrm>
            <a:off x="277934" y="1535080"/>
            <a:ext cx="5498278" cy="4332319"/>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69" name="Google Shape;569;p160"/>
          <p:cNvSpPr/>
          <p:nvPr>
            <p:ph idx="2" type="pic"/>
          </p:nvPr>
        </p:nvSpPr>
        <p:spPr>
          <a:xfrm>
            <a:off x="6096000" y="0"/>
            <a:ext cx="6099048" cy="6217921"/>
          </a:xfrm>
          <a:prstGeom prst="rect">
            <a:avLst/>
          </a:prstGeom>
          <a:noFill/>
          <a:ln>
            <a:noFill/>
          </a:ln>
        </p:spPr>
      </p:sp>
      <p:sp>
        <p:nvSpPr>
          <p:cNvPr id="570" name="Google Shape;570;p160"/>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_Text Right" showMasterSp="0">
  <p:cSld name="1_Title and Text Left_Text Right">
    <p:bg>
      <p:bgPr>
        <a:solidFill>
          <a:srgbClr val="012838"/>
        </a:solidFill>
      </p:bgPr>
    </p:bg>
    <p:spTree>
      <p:nvGrpSpPr>
        <p:cNvPr id="571" name="Shape 571"/>
        <p:cNvGrpSpPr/>
        <p:nvPr/>
      </p:nvGrpSpPr>
      <p:grpSpPr>
        <a:xfrm>
          <a:off x="0" y="0"/>
          <a:ext cx="0" cy="0"/>
          <a:chOff x="0" y="0"/>
          <a:chExt cx="0" cy="0"/>
        </a:xfrm>
      </p:grpSpPr>
      <p:sp>
        <p:nvSpPr>
          <p:cNvPr id="572" name="Google Shape;572;p161"/>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73" name="Google Shape;573;p161"/>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74" name="Google Shape;574;p161"/>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75" name="Google Shape;575;p161"/>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76" name="Google Shape;576;p161"/>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77" name="Google Shape;577;p161"/>
          <p:cNvSpPr/>
          <p:nvPr/>
        </p:nvSpPr>
        <p:spPr>
          <a:xfrm>
            <a:off x="6096000" y="-2"/>
            <a:ext cx="6096000" cy="6208774"/>
          </a:xfrm>
          <a:prstGeom prst="rect">
            <a:avLst/>
          </a:prstGeom>
          <a:solidFill>
            <a:srgbClr val="FFFFFF">
              <a:alpha val="10196"/>
            </a:srgbClr>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78" name="Google Shape;578;p161"/>
          <p:cNvSpPr txBox="1"/>
          <p:nvPr>
            <p:ph type="title"/>
          </p:nvPr>
        </p:nvSpPr>
        <p:spPr>
          <a:xfrm>
            <a:off x="277934" y="295773"/>
            <a:ext cx="549554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79" name="Google Shape;579;p161"/>
          <p:cNvSpPr txBox="1"/>
          <p:nvPr>
            <p:ph idx="1" type="body"/>
          </p:nvPr>
        </p:nvSpPr>
        <p:spPr>
          <a:xfrm>
            <a:off x="277934" y="1535080"/>
            <a:ext cx="5498278" cy="4332321"/>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80" name="Google Shape;580;p161"/>
          <p:cNvSpPr txBox="1"/>
          <p:nvPr>
            <p:ph idx="2" type="body"/>
          </p:nvPr>
        </p:nvSpPr>
        <p:spPr>
          <a:xfrm>
            <a:off x="6429754"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81" name="Google Shape;581;p161"/>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bg>
      <p:bgPr>
        <a:solidFill>
          <a:srgbClr val="012838"/>
        </a:solidFill>
      </p:bgPr>
    </p:bg>
    <p:spTree>
      <p:nvGrpSpPr>
        <p:cNvPr id="582" name="Shape 582"/>
        <p:cNvGrpSpPr/>
        <p:nvPr/>
      </p:nvGrpSpPr>
      <p:grpSpPr>
        <a:xfrm>
          <a:off x="0" y="0"/>
          <a:ext cx="0" cy="0"/>
          <a:chOff x="0" y="0"/>
          <a:chExt cx="0" cy="0"/>
        </a:xfrm>
      </p:grpSpPr>
      <p:sp>
        <p:nvSpPr>
          <p:cNvPr id="583" name="Google Shape;583;p162"/>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84" name="Google Shape;584;p162"/>
          <p:cNvSpPr txBox="1"/>
          <p:nvPr>
            <p:ph type="title"/>
          </p:nvPr>
        </p:nvSpPr>
        <p:spPr>
          <a:xfrm>
            <a:off x="277934" y="295773"/>
            <a:ext cx="5498278"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85" name="Google Shape;585;p162"/>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cxnSp>
        <p:nvCxnSpPr>
          <p:cNvPr id="586" name="Google Shape;586;p162"/>
          <p:cNvCxnSpPr/>
          <p:nvPr/>
        </p:nvCxnSpPr>
        <p:spPr>
          <a:xfrm>
            <a:off x="406400" y="1476766"/>
            <a:ext cx="711200" cy="3"/>
          </a:xfrm>
          <a:prstGeom prst="straightConnector1">
            <a:avLst/>
          </a:prstGeom>
          <a:noFill/>
          <a:ln cap="flat" cmpd="sng" w="28575">
            <a:solidFill>
              <a:srgbClr val="FFFFFF"/>
            </a:solidFill>
            <a:prstDash val="solid"/>
            <a:miter lim="8000"/>
            <a:headEnd len="sm" w="sm" type="none"/>
            <a:tailEnd len="sm" w="sm" type="none"/>
          </a:ln>
        </p:spPr>
      </p:cxnSp>
      <p:sp>
        <p:nvSpPr>
          <p:cNvPr id="587" name="Google Shape;587;p162"/>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4" id="588" name="Google Shape;588;p162"/>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89" name="Google Shape;589;p162"/>
          <p:cNvSpPr/>
          <p:nvPr>
            <p:ph idx="2" type="pic"/>
          </p:nvPr>
        </p:nvSpPr>
        <p:spPr>
          <a:xfrm>
            <a:off x="6096000" y="0"/>
            <a:ext cx="6099048" cy="6217921"/>
          </a:xfrm>
          <a:prstGeom prst="rect">
            <a:avLst/>
          </a:prstGeom>
          <a:noFill/>
          <a:ln>
            <a:noFill/>
          </a:ln>
        </p:spPr>
      </p:sp>
      <p:sp>
        <p:nvSpPr>
          <p:cNvPr id="590" name="Google Shape;590;p162"/>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bg>
      <p:bgPr>
        <a:solidFill>
          <a:srgbClr val="012838"/>
        </a:solidFill>
      </p:bgPr>
    </p:bg>
    <p:spTree>
      <p:nvGrpSpPr>
        <p:cNvPr id="591" name="Shape 591"/>
        <p:cNvGrpSpPr/>
        <p:nvPr/>
      </p:nvGrpSpPr>
      <p:grpSpPr>
        <a:xfrm>
          <a:off x="0" y="0"/>
          <a:ext cx="0" cy="0"/>
          <a:chOff x="0" y="0"/>
          <a:chExt cx="0" cy="0"/>
        </a:xfrm>
      </p:grpSpPr>
      <p:sp>
        <p:nvSpPr>
          <p:cNvPr id="592" name="Google Shape;592;p163"/>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93" name="Google Shape;593;p163"/>
          <p:cNvSpPr/>
          <p:nvPr/>
        </p:nvSpPr>
        <p:spPr>
          <a:xfrm>
            <a:off x="6096000" y="-2"/>
            <a:ext cx="6096000" cy="6208774"/>
          </a:xfrm>
          <a:prstGeom prst="rect">
            <a:avLst/>
          </a:prstGeom>
          <a:solidFill>
            <a:srgbClr val="FFFFFF">
              <a:alpha val="10196"/>
            </a:srgbClr>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94" name="Google Shape;594;p163"/>
          <p:cNvSpPr txBox="1"/>
          <p:nvPr>
            <p:ph type="title"/>
          </p:nvPr>
        </p:nvSpPr>
        <p:spPr>
          <a:xfrm>
            <a:off x="277934" y="295773"/>
            <a:ext cx="5495546"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95" name="Google Shape;595;p163"/>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cxnSp>
        <p:nvCxnSpPr>
          <p:cNvPr id="596" name="Google Shape;596;p163"/>
          <p:cNvCxnSpPr/>
          <p:nvPr/>
        </p:nvCxnSpPr>
        <p:spPr>
          <a:xfrm>
            <a:off x="406400" y="1476766"/>
            <a:ext cx="711200" cy="3"/>
          </a:xfrm>
          <a:prstGeom prst="straightConnector1">
            <a:avLst/>
          </a:prstGeom>
          <a:noFill/>
          <a:ln cap="flat" cmpd="sng" w="28575">
            <a:solidFill>
              <a:srgbClr val="FFFFFF"/>
            </a:solidFill>
            <a:prstDash val="solid"/>
            <a:miter lim="8000"/>
            <a:headEnd len="sm" w="sm" type="none"/>
            <a:tailEnd len="sm" w="sm" type="none"/>
          </a:ln>
        </p:spPr>
      </p:cxnSp>
      <p:sp>
        <p:nvSpPr>
          <p:cNvPr id="597" name="Google Shape;597;p163"/>
          <p:cNvSpPr txBox="1"/>
          <p:nvPr>
            <p:ph idx="2" type="body"/>
          </p:nvPr>
        </p:nvSpPr>
        <p:spPr>
          <a:xfrm>
            <a:off x="6418522"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98" name="Google Shape;598;p163"/>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5" id="599" name="Google Shape;599;p163"/>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00" name="Google Shape;600;p163"/>
          <p:cNvSpPr txBox="1"/>
          <p:nvPr>
            <p:ph idx="12" type="sldNum"/>
          </p:nvPr>
        </p:nvSpPr>
        <p:spPr>
          <a:xfrm>
            <a:off x="11537347" y="6406786"/>
            <a:ext cx="273654" cy="26425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a:solidFill>
                  <a:srgbClr val="333333"/>
                </a:solidFill>
              </a:defRPr>
            </a:lvl1pPr>
            <a:lvl2pPr indent="0" lvl="1" marL="0" algn="r">
              <a:spcBef>
                <a:spcPts val="0"/>
              </a:spcBef>
              <a:buNone/>
              <a:defRPr b="1">
                <a:solidFill>
                  <a:srgbClr val="333333"/>
                </a:solidFill>
              </a:defRPr>
            </a:lvl2pPr>
            <a:lvl3pPr indent="0" lvl="2" marL="0" algn="r">
              <a:spcBef>
                <a:spcPts val="0"/>
              </a:spcBef>
              <a:buNone/>
              <a:defRPr b="1">
                <a:solidFill>
                  <a:srgbClr val="333333"/>
                </a:solidFill>
              </a:defRPr>
            </a:lvl3pPr>
            <a:lvl4pPr indent="0" lvl="3" marL="0" algn="r">
              <a:spcBef>
                <a:spcPts val="0"/>
              </a:spcBef>
              <a:buNone/>
              <a:defRPr b="1">
                <a:solidFill>
                  <a:srgbClr val="333333"/>
                </a:solidFill>
              </a:defRPr>
            </a:lvl4pPr>
            <a:lvl5pPr indent="0" lvl="4" marL="0" algn="r">
              <a:spcBef>
                <a:spcPts val="0"/>
              </a:spcBef>
              <a:buNone/>
              <a:defRPr b="1">
                <a:solidFill>
                  <a:srgbClr val="333333"/>
                </a:solidFill>
              </a:defRPr>
            </a:lvl5pPr>
            <a:lvl6pPr indent="0" lvl="5" marL="0" algn="r">
              <a:spcBef>
                <a:spcPts val="0"/>
              </a:spcBef>
              <a:buNone/>
              <a:defRPr b="1">
                <a:solidFill>
                  <a:srgbClr val="333333"/>
                </a:solidFill>
              </a:defRPr>
            </a:lvl6pPr>
            <a:lvl7pPr indent="0" lvl="6" marL="0" algn="r">
              <a:spcBef>
                <a:spcPts val="0"/>
              </a:spcBef>
              <a:buNone/>
              <a:defRPr b="1">
                <a:solidFill>
                  <a:srgbClr val="333333"/>
                </a:solidFill>
              </a:defRPr>
            </a:lvl7pPr>
            <a:lvl8pPr indent="0" lvl="7" marL="0" algn="r">
              <a:spcBef>
                <a:spcPts val="0"/>
              </a:spcBef>
              <a:buNone/>
              <a:defRPr b="1">
                <a:solidFill>
                  <a:srgbClr val="333333"/>
                </a:solidFill>
              </a:defRPr>
            </a:lvl8pPr>
            <a:lvl9pPr indent="0" lvl="8" marL="0" algn="r">
              <a:spcBef>
                <a:spcPts val="0"/>
              </a:spcBef>
              <a:buNone/>
              <a:defRPr b="1">
                <a:solidFill>
                  <a:srgbClr val="333333"/>
                </a:solidFill>
              </a:defRPr>
            </a:lvl9pPr>
          </a:lstStyle>
          <a:p>
            <a:pPr indent="0" lvl="0" marL="0" rtl="0" algn="r">
              <a:spcBef>
                <a:spcPts val="0"/>
              </a:spcBef>
              <a:spcAft>
                <a:spcPts val="0"/>
              </a:spcAft>
              <a:buNone/>
            </a:pPr>
            <a:fld id="{00000000-1234-1234-1234-123412341234}" type="slidenum">
              <a:rPr lang="en-US"/>
              <a:t>‹#›</a:t>
            </a:fld>
            <a:endParaRPr sz="1200">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Large Image" showMasterSp="0">
  <p:cSld name="2_Title and Large Image">
    <p:bg>
      <p:bgPr>
        <a:solidFill>
          <a:srgbClr val="012838"/>
        </a:solidFill>
      </p:bgPr>
    </p:bg>
    <p:spTree>
      <p:nvGrpSpPr>
        <p:cNvPr id="601" name="Shape 601"/>
        <p:cNvGrpSpPr/>
        <p:nvPr/>
      </p:nvGrpSpPr>
      <p:grpSpPr>
        <a:xfrm>
          <a:off x="0" y="0"/>
          <a:ext cx="0" cy="0"/>
          <a:chOff x="0" y="0"/>
          <a:chExt cx="0" cy="0"/>
        </a:xfrm>
      </p:grpSpPr>
      <p:sp>
        <p:nvSpPr>
          <p:cNvPr id="602" name="Google Shape;602;p164"/>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03" name="Google Shape;603;p164"/>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604" name="Google Shape;604;p164"/>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605" name="Google Shape;605;p164"/>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06" name="Google Shape;606;p164"/>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607" name="Google Shape;607;p164"/>
          <p:cNvSpPr/>
          <p:nvPr>
            <p:ph idx="2" type="pic"/>
          </p:nvPr>
        </p:nvSpPr>
        <p:spPr>
          <a:xfrm>
            <a:off x="0" y="1142999"/>
            <a:ext cx="12192000" cy="5084065"/>
          </a:xfrm>
          <a:prstGeom prst="rect">
            <a:avLst/>
          </a:prstGeom>
          <a:noFill/>
          <a:ln>
            <a:noFill/>
          </a:ln>
        </p:spPr>
      </p:sp>
      <p:sp>
        <p:nvSpPr>
          <p:cNvPr id="608" name="Google Shape;608;p164"/>
          <p:cNvSpPr/>
          <p:nvPr/>
        </p:nvSpPr>
        <p:spPr>
          <a:xfrm>
            <a:off x="0" y="-1"/>
            <a:ext cx="12192000" cy="1143001"/>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09" name="Google Shape;609;p164"/>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610" name="Google Shape;610;p164"/>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sp>
        <p:nvSpPr>
          <p:cNvPr id="611" name="Google Shape;611;p164"/>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rgbClr val="012838"/>
        </a:solidFill>
      </p:bgPr>
    </p:bg>
    <p:spTree>
      <p:nvGrpSpPr>
        <p:cNvPr id="612" name="Shape 612"/>
        <p:cNvGrpSpPr/>
        <p:nvPr/>
      </p:nvGrpSpPr>
      <p:grpSpPr>
        <a:xfrm>
          <a:off x="0" y="0"/>
          <a:ext cx="0" cy="0"/>
          <a:chOff x="0" y="0"/>
          <a:chExt cx="0" cy="0"/>
        </a:xfrm>
      </p:grpSpPr>
      <p:sp>
        <p:nvSpPr>
          <p:cNvPr id="613" name="Google Shape;613;p165"/>
          <p:cNvSpPr/>
          <p:nvPr/>
        </p:nvSpPr>
        <p:spPr>
          <a:xfrm rot="10800000">
            <a:off x="-1"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614" name="Google Shape;614;p165"/>
          <p:cNvCxnSpPr/>
          <p:nvPr/>
        </p:nvCxnSpPr>
        <p:spPr>
          <a:xfrm>
            <a:off x="406401" y="989878"/>
            <a:ext cx="711202" cy="3"/>
          </a:xfrm>
          <a:prstGeom prst="straightConnector1">
            <a:avLst/>
          </a:prstGeom>
          <a:noFill/>
          <a:ln cap="flat" cmpd="sng" w="28575">
            <a:solidFill>
              <a:srgbClr val="FFFFFF"/>
            </a:solidFill>
            <a:prstDash val="solid"/>
            <a:miter lim="8000"/>
            <a:headEnd len="sm" w="sm" type="none"/>
            <a:tailEnd len="sm" w="sm" type="none"/>
          </a:ln>
        </p:spPr>
      </p:cxnSp>
      <p:sp>
        <p:nvSpPr>
          <p:cNvPr id="615" name="Google Shape;615;p165"/>
          <p:cNvSpPr/>
          <p:nvPr>
            <p:ph idx="2" type="pic"/>
          </p:nvPr>
        </p:nvSpPr>
        <p:spPr>
          <a:xfrm>
            <a:off x="0" y="1143000"/>
            <a:ext cx="12192000" cy="5714999"/>
          </a:xfrm>
          <a:prstGeom prst="rect">
            <a:avLst/>
          </a:prstGeom>
          <a:noFill/>
          <a:ln>
            <a:noFill/>
          </a:ln>
        </p:spPr>
      </p:sp>
      <p:sp>
        <p:nvSpPr>
          <p:cNvPr id="616" name="Google Shape;616;p165"/>
          <p:cNvSpPr/>
          <p:nvPr/>
        </p:nvSpPr>
        <p:spPr>
          <a:xfrm>
            <a:off x="0" y="-1"/>
            <a:ext cx="12192000" cy="1143001"/>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17" name="Google Shape;617;p165"/>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618" name="Google Shape;618;p165"/>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sp>
        <p:nvSpPr>
          <p:cNvPr id="619" name="Google Shape;619;p165"/>
          <p:cNvSpPr txBox="1"/>
          <p:nvPr>
            <p:ph idx="12" type="sldNum"/>
          </p:nvPr>
        </p:nvSpPr>
        <p:spPr>
          <a:xfrm>
            <a:off x="8379189" y="6181020"/>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620" name="Shape 620"/>
        <p:cNvGrpSpPr/>
        <p:nvPr/>
      </p:nvGrpSpPr>
      <p:grpSpPr>
        <a:xfrm>
          <a:off x="0" y="0"/>
          <a:ext cx="0" cy="0"/>
          <a:chOff x="0" y="0"/>
          <a:chExt cx="0" cy="0"/>
        </a:xfrm>
      </p:grpSpPr>
      <p:sp>
        <p:nvSpPr>
          <p:cNvPr id="621" name="Google Shape;621;p166"/>
          <p:cNvSpPr txBox="1"/>
          <p:nvPr>
            <p:ph type="title"/>
          </p:nvPr>
        </p:nvSpPr>
        <p:spPr>
          <a:xfrm>
            <a:off x="304800" y="533400"/>
            <a:ext cx="11484000" cy="645076"/>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595959"/>
              </a:buClr>
              <a:buSzPts val="1800"/>
              <a:buNone/>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22" name="Google Shape;622;p166"/>
          <p:cNvSpPr txBox="1"/>
          <p:nvPr>
            <p:ph idx="1" type="body"/>
          </p:nvPr>
        </p:nvSpPr>
        <p:spPr>
          <a:xfrm>
            <a:off x="354000" y="1604154"/>
            <a:ext cx="11484000" cy="4568046"/>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23" name="Google Shape;623;p166"/>
          <p:cNvSpPr txBox="1"/>
          <p:nvPr>
            <p:ph idx="12" type="sldNum"/>
          </p:nvPr>
        </p:nvSpPr>
        <p:spPr>
          <a:xfrm>
            <a:off x="8463946" y="6224224"/>
            <a:ext cx="273654" cy="26425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light bkgd" showMasterSp="0">
  <p:cSld name="Title Slide-light bkgd">
    <p:spTree>
      <p:nvGrpSpPr>
        <p:cNvPr id="624" name="Shape 624"/>
        <p:cNvGrpSpPr/>
        <p:nvPr/>
      </p:nvGrpSpPr>
      <p:grpSpPr>
        <a:xfrm>
          <a:off x="0" y="0"/>
          <a:ext cx="0" cy="0"/>
          <a:chOff x="0" y="0"/>
          <a:chExt cx="0" cy="0"/>
        </a:xfrm>
      </p:grpSpPr>
      <p:cxnSp>
        <p:nvCxnSpPr>
          <p:cNvPr id="625" name="Google Shape;625;p167"/>
          <p:cNvCxnSpPr/>
          <p:nvPr/>
        </p:nvCxnSpPr>
        <p:spPr>
          <a:xfrm>
            <a:off x="1422400" y="2743200"/>
            <a:ext cx="9347200" cy="0"/>
          </a:xfrm>
          <a:prstGeom prst="straightConnector1">
            <a:avLst/>
          </a:prstGeom>
          <a:noFill/>
          <a:ln cap="flat" cmpd="sng" w="9525">
            <a:solidFill>
              <a:srgbClr val="A9B2B1"/>
            </a:solidFill>
            <a:prstDash val="solid"/>
            <a:round/>
            <a:headEnd len="sm" w="sm" type="none"/>
            <a:tailEnd len="sm" w="sm" type="none"/>
          </a:ln>
        </p:spPr>
      </p:cxnSp>
      <p:sp>
        <p:nvSpPr>
          <p:cNvPr id="626" name="Google Shape;626;p167"/>
          <p:cNvSpPr txBox="1"/>
          <p:nvPr>
            <p:ph type="title"/>
          </p:nvPr>
        </p:nvSpPr>
        <p:spPr>
          <a:xfrm>
            <a:off x="838200" y="3200400"/>
            <a:ext cx="10515600" cy="533402"/>
          </a:xfrm>
          <a:prstGeom prst="rect">
            <a:avLst/>
          </a:prstGeom>
          <a:noFill/>
          <a:ln>
            <a:noFill/>
          </a:ln>
        </p:spPr>
        <p:txBody>
          <a:bodyPr anchorCtr="0" anchor="t" bIns="45700" lIns="45700" spcFirstLastPara="1" rIns="45700" wrap="square" tIns="45700">
            <a:normAutofit/>
          </a:bodyPr>
          <a:lstStyle>
            <a:lvl1pPr lvl="0" algn="ctr">
              <a:lnSpc>
                <a:spcPct val="100000"/>
              </a:lnSpc>
              <a:spcBef>
                <a:spcPts val="0"/>
              </a:spcBef>
              <a:spcAft>
                <a:spcPts val="0"/>
              </a:spcAft>
              <a:buClr>
                <a:srgbClr val="595959"/>
              </a:buClr>
              <a:buSzPts val="2600"/>
              <a:buFont typeface="Open Sans"/>
              <a:buNone/>
              <a:defRPr sz="2600">
                <a:latin typeface="Open Sans"/>
                <a:ea typeface="Open Sans"/>
                <a:cs typeface="Open Sans"/>
                <a:sym typeface="Open Sans"/>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27" name="Google Shape;627;p167"/>
          <p:cNvSpPr txBox="1"/>
          <p:nvPr>
            <p:ph idx="1" type="body"/>
          </p:nvPr>
        </p:nvSpPr>
        <p:spPr>
          <a:xfrm>
            <a:off x="2197100" y="4038600"/>
            <a:ext cx="7797800" cy="9144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400"/>
              </a:spcBef>
              <a:spcAft>
                <a:spcPts val="0"/>
              </a:spcAft>
              <a:buClr>
                <a:srgbClr val="595959"/>
              </a:buClr>
              <a:buSzPts val="2000"/>
              <a:buFont typeface="Open Sans"/>
              <a:buNone/>
              <a:defRPr sz="2000"/>
            </a:lvl1pPr>
            <a:lvl2pPr indent="-330200" lvl="1" marL="914400" algn="ctr">
              <a:lnSpc>
                <a:spcPct val="100000"/>
              </a:lnSpc>
              <a:spcBef>
                <a:spcPts val="400"/>
              </a:spcBef>
              <a:spcAft>
                <a:spcPts val="0"/>
              </a:spcAft>
              <a:buClr>
                <a:srgbClr val="595959"/>
              </a:buClr>
              <a:buSzPts val="1600"/>
              <a:buFont typeface="Open Sans"/>
              <a:buChar char="▪"/>
              <a:defRPr sz="2000"/>
            </a:lvl2pPr>
            <a:lvl3pPr indent="-355600" lvl="2" marL="1371600" algn="ctr">
              <a:lnSpc>
                <a:spcPct val="100000"/>
              </a:lnSpc>
              <a:spcBef>
                <a:spcPts val="400"/>
              </a:spcBef>
              <a:spcAft>
                <a:spcPts val="0"/>
              </a:spcAft>
              <a:buClr>
                <a:srgbClr val="595959"/>
              </a:buClr>
              <a:buSzPts val="2000"/>
              <a:buFont typeface="Open Sans"/>
              <a:buChar char="•"/>
              <a:defRPr sz="2000"/>
            </a:lvl3pPr>
            <a:lvl4pPr indent="-355600" lvl="3" marL="1828800" algn="ctr">
              <a:lnSpc>
                <a:spcPct val="100000"/>
              </a:lnSpc>
              <a:spcBef>
                <a:spcPts val="400"/>
              </a:spcBef>
              <a:spcAft>
                <a:spcPts val="0"/>
              </a:spcAft>
              <a:buClr>
                <a:srgbClr val="595959"/>
              </a:buClr>
              <a:buSzPts val="2000"/>
              <a:buFont typeface="Open Sans"/>
              <a:buChar char="✓"/>
              <a:defRPr sz="2000"/>
            </a:lvl4pPr>
            <a:lvl5pPr indent="-355600" lvl="4" marL="2286000" algn="ctr">
              <a:lnSpc>
                <a:spcPct val="100000"/>
              </a:lnSpc>
              <a:spcBef>
                <a:spcPts val="400"/>
              </a:spcBef>
              <a:spcAft>
                <a:spcPts val="0"/>
              </a:spcAft>
              <a:buClr>
                <a:srgbClr val="595959"/>
              </a:buClr>
              <a:buSzPts val="2000"/>
              <a:buFont typeface="Open Sans"/>
              <a:buChar char="o"/>
              <a:defRPr sz="20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pic>
        <p:nvPicPr>
          <p:cNvPr descr="Picture 16" id="628" name="Google Shape;628;p167"/>
          <p:cNvPicPr preferRelativeResize="0"/>
          <p:nvPr/>
        </p:nvPicPr>
        <p:blipFill rotWithShape="1">
          <a:blip r:embed="rId2">
            <a:alphaModFix/>
          </a:blip>
          <a:srcRect b="0" l="0" r="0" t="0"/>
          <a:stretch/>
        </p:blipFill>
        <p:spPr>
          <a:xfrm>
            <a:off x="4573523" y="1677404"/>
            <a:ext cx="3044954" cy="694945"/>
          </a:xfrm>
          <a:prstGeom prst="rect">
            <a:avLst/>
          </a:prstGeom>
          <a:noFill/>
          <a:ln>
            <a:noFill/>
          </a:ln>
        </p:spPr>
      </p:pic>
      <p:sp>
        <p:nvSpPr>
          <p:cNvPr id="629" name="Google Shape;629;p167"/>
          <p:cNvSpPr txBox="1"/>
          <p:nvPr>
            <p:ph idx="12" type="sldNum"/>
          </p:nvPr>
        </p:nvSpPr>
        <p:spPr>
          <a:xfrm>
            <a:off x="8463946" y="6224224"/>
            <a:ext cx="273654" cy="26425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rk bkgd" showMasterSp="0">
  <p:cSld name="Title Slide-dark bkgd">
    <p:bg>
      <p:bgPr>
        <a:blipFill>
          <a:blip r:embed="rId2">
            <a:alphaModFix/>
          </a:blip>
          <a:stretch>
            <a:fillRect/>
          </a:stretch>
        </a:blipFill>
      </p:bgPr>
    </p:bg>
    <p:spTree>
      <p:nvGrpSpPr>
        <p:cNvPr id="630" name="Shape 630"/>
        <p:cNvGrpSpPr/>
        <p:nvPr/>
      </p:nvGrpSpPr>
      <p:grpSpPr>
        <a:xfrm>
          <a:off x="0" y="0"/>
          <a:ext cx="0" cy="0"/>
          <a:chOff x="0" y="0"/>
          <a:chExt cx="0" cy="0"/>
        </a:xfrm>
      </p:grpSpPr>
      <p:sp>
        <p:nvSpPr>
          <p:cNvPr id="631" name="Google Shape;631;p168"/>
          <p:cNvSpPr/>
          <p:nvPr/>
        </p:nvSpPr>
        <p:spPr>
          <a:xfrm rot="10800000">
            <a:off x="-6282" y="0"/>
            <a:ext cx="12204566" cy="6858001"/>
          </a:xfrm>
          <a:prstGeom prst="rect">
            <a:avLst/>
          </a:prstGeom>
          <a:gradFill>
            <a:gsLst>
              <a:gs pos="0">
                <a:srgbClr val="1C2E44"/>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32" name="Google Shape;632;p168"/>
          <p:cNvPicPr preferRelativeResize="0"/>
          <p:nvPr/>
        </p:nvPicPr>
        <p:blipFill rotWithShape="1">
          <a:blip r:embed="rId3">
            <a:alphaModFix/>
          </a:blip>
          <a:srcRect b="0" l="0" r="0" t="0"/>
          <a:stretch/>
        </p:blipFill>
        <p:spPr>
          <a:xfrm>
            <a:off x="4573523" y="1671826"/>
            <a:ext cx="3044953" cy="694945"/>
          </a:xfrm>
          <a:prstGeom prst="rect">
            <a:avLst/>
          </a:prstGeom>
          <a:noFill/>
          <a:ln>
            <a:noFill/>
          </a:ln>
        </p:spPr>
      </p:pic>
      <p:cxnSp>
        <p:nvCxnSpPr>
          <p:cNvPr id="633" name="Google Shape;633;p168"/>
          <p:cNvCxnSpPr/>
          <p:nvPr/>
        </p:nvCxnSpPr>
        <p:spPr>
          <a:xfrm>
            <a:off x="1422400" y="2743200"/>
            <a:ext cx="9347200" cy="0"/>
          </a:xfrm>
          <a:prstGeom prst="straightConnector1">
            <a:avLst/>
          </a:prstGeom>
          <a:noFill/>
          <a:ln cap="flat" cmpd="sng" w="9525">
            <a:solidFill>
              <a:srgbClr val="FFFFFF"/>
            </a:solidFill>
            <a:prstDash val="solid"/>
            <a:round/>
            <a:headEnd len="sm" w="sm" type="none"/>
            <a:tailEnd len="sm" w="sm" type="none"/>
          </a:ln>
        </p:spPr>
      </p:cxnSp>
      <p:sp>
        <p:nvSpPr>
          <p:cNvPr id="634" name="Google Shape;634;p168"/>
          <p:cNvSpPr txBox="1"/>
          <p:nvPr>
            <p:ph type="title"/>
          </p:nvPr>
        </p:nvSpPr>
        <p:spPr>
          <a:xfrm>
            <a:off x="838200" y="3200400"/>
            <a:ext cx="10515600" cy="685794"/>
          </a:xfrm>
          <a:prstGeom prst="rect">
            <a:avLst/>
          </a:prstGeom>
          <a:noFill/>
          <a:ln>
            <a:noFill/>
          </a:ln>
        </p:spPr>
        <p:txBody>
          <a:bodyPr anchorCtr="0" anchor="t" bIns="45700" lIns="45700" spcFirstLastPara="1" rIns="45700" wrap="square" tIns="45700">
            <a:normAutofit/>
          </a:bodyPr>
          <a:lstStyle>
            <a:lvl1pPr lvl="0" algn="ctr">
              <a:lnSpc>
                <a:spcPct val="100000"/>
              </a:lnSpc>
              <a:spcBef>
                <a:spcPts val="0"/>
              </a:spcBef>
              <a:spcAft>
                <a:spcPts val="0"/>
              </a:spcAft>
              <a:buClr>
                <a:srgbClr val="FFF0A0"/>
              </a:buClr>
              <a:buSzPts val="4000"/>
              <a:buFont typeface="Open Sans"/>
              <a:buNone/>
              <a:defRPr sz="4000">
                <a:solidFill>
                  <a:srgbClr val="FFF0A0"/>
                </a:solidFill>
                <a:latin typeface="Open Sans"/>
                <a:ea typeface="Open Sans"/>
                <a:cs typeface="Open Sans"/>
                <a:sym typeface="Open Sans"/>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35" name="Google Shape;635;p168"/>
          <p:cNvSpPr txBox="1"/>
          <p:nvPr>
            <p:ph idx="1" type="body"/>
          </p:nvPr>
        </p:nvSpPr>
        <p:spPr>
          <a:xfrm>
            <a:off x="2197100" y="4038600"/>
            <a:ext cx="7797800" cy="9144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700"/>
              </a:spcBef>
              <a:spcAft>
                <a:spcPts val="0"/>
              </a:spcAft>
              <a:buClr>
                <a:srgbClr val="EBEBEB"/>
              </a:buClr>
              <a:buSzPts val="3000"/>
              <a:buFont typeface="Open Sans"/>
              <a:buNone/>
              <a:defRPr sz="3000">
                <a:solidFill>
                  <a:srgbClr val="EBEBEB"/>
                </a:solidFill>
              </a:defRPr>
            </a:lvl1pPr>
            <a:lvl2pPr indent="-381000" lvl="1" marL="914400" algn="ctr">
              <a:lnSpc>
                <a:spcPct val="100000"/>
              </a:lnSpc>
              <a:spcBef>
                <a:spcPts val="700"/>
              </a:spcBef>
              <a:spcAft>
                <a:spcPts val="0"/>
              </a:spcAft>
              <a:buClr>
                <a:srgbClr val="EBEBEB"/>
              </a:buClr>
              <a:buSzPts val="2400"/>
              <a:buFont typeface="Open Sans"/>
              <a:buChar char="▪"/>
              <a:defRPr sz="3000">
                <a:solidFill>
                  <a:srgbClr val="EBEBEB"/>
                </a:solidFill>
              </a:defRPr>
            </a:lvl2pPr>
            <a:lvl3pPr indent="-419100" lvl="2" marL="1371600" algn="ctr">
              <a:lnSpc>
                <a:spcPct val="100000"/>
              </a:lnSpc>
              <a:spcBef>
                <a:spcPts val="700"/>
              </a:spcBef>
              <a:spcAft>
                <a:spcPts val="0"/>
              </a:spcAft>
              <a:buClr>
                <a:srgbClr val="EBEBEB"/>
              </a:buClr>
              <a:buSzPts val="3000"/>
              <a:buFont typeface="Open Sans"/>
              <a:buChar char="•"/>
              <a:defRPr sz="3000">
                <a:solidFill>
                  <a:srgbClr val="EBEBEB"/>
                </a:solidFill>
              </a:defRPr>
            </a:lvl3pPr>
            <a:lvl4pPr indent="-419100" lvl="3" marL="1828800" algn="ctr">
              <a:lnSpc>
                <a:spcPct val="100000"/>
              </a:lnSpc>
              <a:spcBef>
                <a:spcPts val="700"/>
              </a:spcBef>
              <a:spcAft>
                <a:spcPts val="0"/>
              </a:spcAft>
              <a:buClr>
                <a:srgbClr val="EBEBEB"/>
              </a:buClr>
              <a:buSzPts val="3000"/>
              <a:buFont typeface="Open Sans"/>
              <a:buChar char="✓"/>
              <a:defRPr sz="3000">
                <a:solidFill>
                  <a:srgbClr val="EBEBEB"/>
                </a:solidFill>
              </a:defRPr>
            </a:lvl4pPr>
            <a:lvl5pPr indent="-419100" lvl="4" marL="2286000" algn="ctr">
              <a:lnSpc>
                <a:spcPct val="100000"/>
              </a:lnSpc>
              <a:spcBef>
                <a:spcPts val="700"/>
              </a:spcBef>
              <a:spcAft>
                <a:spcPts val="0"/>
              </a:spcAft>
              <a:buClr>
                <a:srgbClr val="EBEBEB"/>
              </a:buClr>
              <a:buSzPts val="3000"/>
              <a:buFont typeface="Open Sans"/>
              <a:buChar char="o"/>
              <a:defRPr sz="3000">
                <a:solidFill>
                  <a:srgbClr val="EBEBEB"/>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36" name="Google Shape;636;p168"/>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 No Title" showMasterSp="0">
  <p:cSld name="1_Custom - No Title">
    <p:spTree>
      <p:nvGrpSpPr>
        <p:cNvPr id="637" name="Shape 637"/>
        <p:cNvGrpSpPr/>
        <p:nvPr/>
      </p:nvGrpSpPr>
      <p:grpSpPr>
        <a:xfrm>
          <a:off x="0" y="0"/>
          <a:ext cx="0" cy="0"/>
          <a:chOff x="0" y="0"/>
          <a:chExt cx="0" cy="0"/>
        </a:xfrm>
      </p:grpSpPr>
      <p:sp>
        <p:nvSpPr>
          <p:cNvPr id="638" name="Google Shape;638;p169"/>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39" name="Google Shape;639;p169"/>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640" name="Google Shape;640;p169"/>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showMasterSp="0">
  <p:cSld name="2_Title and Content">
    <p:bg>
      <p:bgPr>
        <a:blipFill rotWithShape="1">
          <a:blip r:embed="rId2">
            <a:alphaModFix/>
          </a:blip>
          <a:tile algn="tl" flip="none" tx="0" sx="100000" ty="0" sy="100000"/>
        </a:blipFill>
      </p:bgPr>
    </p:bg>
    <p:spTree>
      <p:nvGrpSpPr>
        <p:cNvPr id="641" name="Shape 641"/>
        <p:cNvGrpSpPr/>
        <p:nvPr/>
      </p:nvGrpSpPr>
      <p:grpSpPr>
        <a:xfrm>
          <a:off x="0" y="0"/>
          <a:ext cx="0" cy="0"/>
          <a:chOff x="0" y="0"/>
          <a:chExt cx="0" cy="0"/>
        </a:xfrm>
      </p:grpSpPr>
      <p:sp>
        <p:nvSpPr>
          <p:cNvPr id="642" name="Google Shape;642;p170"/>
          <p:cNvSpPr/>
          <p:nvPr/>
        </p:nvSpPr>
        <p:spPr>
          <a:xfrm>
            <a:off x="-3" y="6212925"/>
            <a:ext cx="12192003" cy="645075"/>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643" name="Google Shape;643;p170"/>
          <p:cNvPicPr preferRelativeResize="0"/>
          <p:nvPr/>
        </p:nvPicPr>
        <p:blipFill rotWithShape="1">
          <a:blip r:embed="rId3">
            <a:alphaModFix/>
          </a:blip>
          <a:srcRect b="0" l="0" r="0" t="0"/>
          <a:stretch/>
        </p:blipFill>
        <p:spPr>
          <a:xfrm>
            <a:off x="392429" y="6410997"/>
            <a:ext cx="1607821" cy="248928"/>
          </a:xfrm>
          <a:prstGeom prst="rect">
            <a:avLst/>
          </a:prstGeom>
          <a:noFill/>
          <a:ln>
            <a:noFill/>
          </a:ln>
        </p:spPr>
      </p:pic>
      <p:sp>
        <p:nvSpPr>
          <p:cNvPr id="644" name="Google Shape;644;p170"/>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45" name="Google Shape;645;p170"/>
          <p:cNvSpPr txBox="1"/>
          <p:nvPr>
            <p:ph idx="1" type="body"/>
          </p:nvPr>
        </p:nvSpPr>
        <p:spPr>
          <a:xfrm>
            <a:off x="277933" y="1520042"/>
            <a:ext cx="11647368" cy="4358245"/>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1pPr>
            <a:lvl2pPr indent="-406400" lvl="1" marL="9144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2pPr>
            <a:lvl3pPr indent="-406400" lvl="2" marL="13716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3pPr>
            <a:lvl4pPr indent="-406400" lvl="3" marL="18288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4pPr>
            <a:lvl5pPr indent="-406400" lvl="4" marL="22860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46" name="Google Shape;646;p170"/>
          <p:cNvSpPr txBox="1"/>
          <p:nvPr>
            <p:ph idx="12" type="sldNum"/>
          </p:nvPr>
        </p:nvSpPr>
        <p:spPr>
          <a:xfrm>
            <a:off x="11452587" y="6363581"/>
            <a:ext cx="358413" cy="35066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pacer Slide" showMasterSp="0">
  <p:cSld name="1_Spacer Slide">
    <p:bg>
      <p:bgPr>
        <a:blipFill rotWithShape="1">
          <a:blip r:embed="rId2">
            <a:alphaModFix/>
          </a:blip>
          <a:tile algn="tl" flip="none" tx="0" sx="100000" ty="0" sy="100000"/>
        </a:blipFill>
      </p:bgPr>
    </p:bg>
    <p:spTree>
      <p:nvGrpSpPr>
        <p:cNvPr id="647" name="Shape 647"/>
        <p:cNvGrpSpPr/>
        <p:nvPr/>
      </p:nvGrpSpPr>
      <p:grpSpPr>
        <a:xfrm>
          <a:off x="0" y="0"/>
          <a:ext cx="0" cy="0"/>
          <a:chOff x="0" y="0"/>
          <a:chExt cx="0" cy="0"/>
        </a:xfrm>
      </p:grpSpPr>
      <p:sp>
        <p:nvSpPr>
          <p:cNvPr id="648" name="Google Shape;648;p171"/>
          <p:cNvSpPr/>
          <p:nvPr/>
        </p:nvSpPr>
        <p:spPr>
          <a:xfrm>
            <a:off x="0" y="6212925"/>
            <a:ext cx="12192000" cy="645075"/>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649" name="Google Shape;649;p171"/>
          <p:cNvPicPr preferRelativeResize="0"/>
          <p:nvPr/>
        </p:nvPicPr>
        <p:blipFill rotWithShape="1">
          <a:blip r:embed="rId3">
            <a:alphaModFix/>
          </a:blip>
          <a:srcRect b="0" l="0" r="0" t="0"/>
          <a:stretch/>
        </p:blipFill>
        <p:spPr>
          <a:xfrm>
            <a:off x="392429" y="6410997"/>
            <a:ext cx="1607821" cy="248928"/>
          </a:xfrm>
          <a:prstGeom prst="rect">
            <a:avLst/>
          </a:prstGeom>
          <a:noFill/>
          <a:ln>
            <a:noFill/>
          </a:ln>
        </p:spPr>
      </p:pic>
      <p:sp>
        <p:nvSpPr>
          <p:cNvPr id="650" name="Google Shape;650;p171"/>
          <p:cNvSpPr txBox="1"/>
          <p:nvPr>
            <p:ph type="title"/>
          </p:nvPr>
        </p:nvSpPr>
        <p:spPr>
          <a:xfrm>
            <a:off x="1524000" y="2359916"/>
            <a:ext cx="9144000" cy="73152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FEEE9F"/>
              </a:buClr>
              <a:buSzPts val="5400"/>
              <a:buFont typeface="Arial"/>
              <a:buNone/>
              <a:defRPr sz="5400">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51" name="Google Shape;651;p171"/>
          <p:cNvSpPr txBox="1"/>
          <p:nvPr>
            <p:ph idx="1" type="body"/>
          </p:nvPr>
        </p:nvSpPr>
        <p:spPr>
          <a:xfrm>
            <a:off x="1524000" y="3358503"/>
            <a:ext cx="9144000" cy="914401"/>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1pPr>
            <a:lvl2pPr indent="-228600" lvl="1" marL="9144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2pPr>
            <a:lvl3pPr indent="-228600" lvl="2" marL="13716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3pPr>
            <a:lvl4pPr indent="-228600" lvl="3" marL="18288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4pPr>
            <a:lvl5pPr indent="-228600" lvl="4" marL="22860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52" name="Google Shape;652;p171"/>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 No Title" showMasterSp="0">
  <p:cSld name="Custom - No Title">
    <p:spTree>
      <p:nvGrpSpPr>
        <p:cNvPr id="653" name="Shape 653"/>
        <p:cNvGrpSpPr/>
        <p:nvPr/>
      </p:nvGrpSpPr>
      <p:grpSpPr>
        <a:xfrm>
          <a:off x="0" y="0"/>
          <a:ext cx="0" cy="0"/>
          <a:chOff x="0" y="0"/>
          <a:chExt cx="0" cy="0"/>
        </a:xfrm>
      </p:grpSpPr>
      <p:sp>
        <p:nvSpPr>
          <p:cNvPr id="654" name="Google Shape;654;p172"/>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55" name="Google Shape;655;p172"/>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656" name="Google Shape;656;p172"/>
          <p:cNvSpPr txBox="1"/>
          <p:nvPr>
            <p:ph idx="1" type="body"/>
          </p:nvPr>
        </p:nvSpPr>
        <p:spPr>
          <a:xfrm>
            <a:off x="7518000" y="6400800"/>
            <a:ext cx="4320000" cy="288001"/>
          </a:xfrm>
          <a:prstGeom prst="rect">
            <a:avLst/>
          </a:prstGeom>
          <a:noFill/>
          <a:ln>
            <a:noFill/>
          </a:ln>
        </p:spPr>
        <p:txBody>
          <a:bodyPr anchorCtr="0" anchor="ctr" bIns="45700" lIns="45700" spcFirstLastPara="1" rIns="45700" wrap="square" tIns="45700">
            <a:normAutofit/>
          </a:bodyPr>
          <a:lstStyle>
            <a:lvl1pPr indent="-228600" lvl="0" marL="457200" algn="r">
              <a:lnSpc>
                <a:spcPct val="100000"/>
              </a:lnSpc>
              <a:spcBef>
                <a:spcPts val="200"/>
              </a:spcBef>
              <a:spcAft>
                <a:spcPts val="0"/>
              </a:spcAft>
              <a:buClr>
                <a:srgbClr val="FFFFFF"/>
              </a:buClr>
              <a:buSzPts val="1200"/>
              <a:buFont typeface="Open Sans"/>
              <a:buNone/>
              <a:defRPr sz="1200">
                <a:solidFill>
                  <a:srgbClr val="FFFFFF"/>
                </a:solidFill>
              </a:defRPr>
            </a:lvl1pPr>
            <a:lvl2pPr indent="-289560" lvl="1" marL="914400" algn="r">
              <a:lnSpc>
                <a:spcPct val="100000"/>
              </a:lnSpc>
              <a:spcBef>
                <a:spcPts val="200"/>
              </a:spcBef>
              <a:spcAft>
                <a:spcPts val="0"/>
              </a:spcAft>
              <a:buClr>
                <a:srgbClr val="FFFFFF"/>
              </a:buClr>
              <a:buSzPts val="960"/>
              <a:buFont typeface="Open Sans"/>
              <a:buChar char="▪"/>
              <a:defRPr sz="1200">
                <a:solidFill>
                  <a:srgbClr val="FFFFFF"/>
                </a:solidFill>
              </a:defRPr>
            </a:lvl2pPr>
            <a:lvl3pPr indent="-304800" lvl="2" marL="1371600" algn="r">
              <a:lnSpc>
                <a:spcPct val="100000"/>
              </a:lnSpc>
              <a:spcBef>
                <a:spcPts val="200"/>
              </a:spcBef>
              <a:spcAft>
                <a:spcPts val="0"/>
              </a:spcAft>
              <a:buClr>
                <a:srgbClr val="FFFFFF"/>
              </a:buClr>
              <a:buSzPts val="1200"/>
              <a:buFont typeface="Open Sans"/>
              <a:buChar char="•"/>
              <a:defRPr sz="1200">
                <a:solidFill>
                  <a:srgbClr val="FFFFFF"/>
                </a:solidFill>
              </a:defRPr>
            </a:lvl3pPr>
            <a:lvl4pPr indent="-304800" lvl="3" marL="1828800" algn="r">
              <a:lnSpc>
                <a:spcPct val="100000"/>
              </a:lnSpc>
              <a:spcBef>
                <a:spcPts val="200"/>
              </a:spcBef>
              <a:spcAft>
                <a:spcPts val="0"/>
              </a:spcAft>
              <a:buClr>
                <a:srgbClr val="FFFFFF"/>
              </a:buClr>
              <a:buSzPts val="1200"/>
              <a:buFont typeface="Open Sans"/>
              <a:buChar char="✓"/>
              <a:defRPr sz="1200">
                <a:solidFill>
                  <a:srgbClr val="FFFFFF"/>
                </a:solidFill>
              </a:defRPr>
            </a:lvl4pPr>
            <a:lvl5pPr indent="-304800" lvl="4" marL="2286000" algn="r">
              <a:lnSpc>
                <a:spcPct val="100000"/>
              </a:lnSpc>
              <a:spcBef>
                <a:spcPts val="200"/>
              </a:spcBef>
              <a:spcAft>
                <a:spcPts val="0"/>
              </a:spcAft>
              <a:buClr>
                <a:srgbClr val="FFFFFF"/>
              </a:buClr>
              <a:buSzPts val="1200"/>
              <a:buFont typeface="Open Sans"/>
              <a:buChar char="o"/>
              <a:defRPr sz="1200">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57" name="Google Shape;657;p172"/>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bg>
      <p:bgPr>
        <a:solidFill>
          <a:srgbClr val="012838"/>
        </a:solidFill>
      </p:bgPr>
    </p:bg>
    <p:spTree>
      <p:nvGrpSpPr>
        <p:cNvPr id="658" name="Shape 658"/>
        <p:cNvGrpSpPr/>
        <p:nvPr/>
      </p:nvGrpSpPr>
      <p:grpSpPr>
        <a:xfrm>
          <a:off x="0" y="0"/>
          <a:ext cx="0" cy="0"/>
          <a:chOff x="0" y="0"/>
          <a:chExt cx="0" cy="0"/>
        </a:xfrm>
      </p:grpSpPr>
      <p:sp>
        <p:nvSpPr>
          <p:cNvPr id="659" name="Google Shape;659;p173"/>
          <p:cNvSpPr/>
          <p:nvPr/>
        </p:nvSpPr>
        <p:spPr>
          <a:xfrm rot="10800000">
            <a:off x="-1" y="0"/>
            <a:ext cx="12192001" cy="6858001"/>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60" name="Google Shape;660;p173"/>
          <p:cNvSpPr/>
          <p:nvPr/>
        </p:nvSpPr>
        <p:spPr>
          <a:xfrm>
            <a:off x="0" y="6212925"/>
            <a:ext cx="12192000" cy="645075"/>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661" name="Google Shape;661;p173"/>
          <p:cNvPicPr preferRelativeResize="0"/>
          <p:nvPr/>
        </p:nvPicPr>
        <p:blipFill rotWithShape="1">
          <a:blip r:embed="rId2">
            <a:alphaModFix/>
          </a:blip>
          <a:srcRect b="0" l="0" r="0" t="0"/>
          <a:stretch/>
        </p:blipFill>
        <p:spPr>
          <a:xfrm>
            <a:off x="392429" y="6410997"/>
            <a:ext cx="1607821" cy="248928"/>
          </a:xfrm>
          <a:prstGeom prst="rect">
            <a:avLst/>
          </a:prstGeom>
          <a:noFill/>
          <a:ln>
            <a:noFill/>
          </a:ln>
        </p:spPr>
      </p:pic>
      <p:sp>
        <p:nvSpPr>
          <p:cNvPr id="662" name="Google Shape;662;p173"/>
          <p:cNvSpPr txBox="1"/>
          <p:nvPr>
            <p:ph idx="12" type="sldNum"/>
          </p:nvPr>
        </p:nvSpPr>
        <p:spPr>
          <a:xfrm>
            <a:off x="11452587" y="6363581"/>
            <a:ext cx="358413" cy="35066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running copy" showMasterSp="0">
  <p:cSld name="Title + running copy">
    <p:spTree>
      <p:nvGrpSpPr>
        <p:cNvPr id="663" name="Shape 663"/>
        <p:cNvGrpSpPr/>
        <p:nvPr/>
      </p:nvGrpSpPr>
      <p:grpSpPr>
        <a:xfrm>
          <a:off x="0" y="0"/>
          <a:ext cx="0" cy="0"/>
          <a:chOff x="0" y="0"/>
          <a:chExt cx="0" cy="0"/>
        </a:xfrm>
      </p:grpSpPr>
      <p:sp>
        <p:nvSpPr>
          <p:cNvPr id="664" name="Google Shape;664;p174"/>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65" name="Google Shape;665;p174"/>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666" name="Google Shape;666;p174"/>
          <p:cNvSpPr txBox="1"/>
          <p:nvPr>
            <p:ph type="title"/>
          </p:nvPr>
        </p:nvSpPr>
        <p:spPr>
          <a:xfrm>
            <a:off x="304800" y="533400"/>
            <a:ext cx="10972800" cy="646978"/>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595959"/>
              </a:buClr>
              <a:buSzPts val="1800"/>
              <a:buNone/>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67" name="Google Shape;667;p174"/>
          <p:cNvSpPr txBox="1"/>
          <p:nvPr>
            <p:ph idx="1" type="body"/>
          </p:nvPr>
        </p:nvSpPr>
        <p:spPr>
          <a:xfrm>
            <a:off x="354000" y="1604155"/>
            <a:ext cx="11484000" cy="4339445"/>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600"/>
              </a:spcBef>
              <a:spcAft>
                <a:spcPts val="0"/>
              </a:spcAft>
              <a:buClr>
                <a:srgbClr val="595959"/>
              </a:buClr>
              <a:buSzPts val="1800"/>
              <a:buNone/>
              <a:defRPr/>
            </a:lvl1pPr>
            <a:lvl2pPr indent="-228600" lvl="1" marL="914400" algn="l">
              <a:lnSpc>
                <a:spcPct val="100000"/>
              </a:lnSpc>
              <a:spcBef>
                <a:spcPts val="600"/>
              </a:spcBef>
              <a:spcAft>
                <a:spcPts val="0"/>
              </a:spcAft>
              <a:buClr>
                <a:srgbClr val="595959"/>
              </a:buClr>
              <a:buSzPts val="1800"/>
              <a:buNone/>
              <a:defRPr/>
            </a:lvl2pPr>
            <a:lvl3pPr indent="-228600" lvl="2" marL="1371600" algn="l">
              <a:lnSpc>
                <a:spcPct val="100000"/>
              </a:lnSpc>
              <a:spcBef>
                <a:spcPts val="600"/>
              </a:spcBef>
              <a:spcAft>
                <a:spcPts val="0"/>
              </a:spcAft>
              <a:buClr>
                <a:srgbClr val="595959"/>
              </a:buClr>
              <a:buSzPts val="1800"/>
              <a:buNone/>
              <a:defRPr/>
            </a:lvl3pPr>
            <a:lvl4pPr indent="-228600" lvl="3" marL="1828800" algn="l">
              <a:lnSpc>
                <a:spcPct val="100000"/>
              </a:lnSpc>
              <a:spcBef>
                <a:spcPts val="600"/>
              </a:spcBef>
              <a:spcAft>
                <a:spcPts val="0"/>
              </a:spcAft>
              <a:buClr>
                <a:srgbClr val="595959"/>
              </a:buClr>
              <a:buSzPts val="1800"/>
              <a:buNone/>
              <a:defRPr/>
            </a:lvl4pPr>
            <a:lvl5pPr indent="-228600" lvl="4" marL="2286000" algn="l">
              <a:lnSpc>
                <a:spcPct val="100000"/>
              </a:lnSpc>
              <a:spcBef>
                <a:spcPts val="600"/>
              </a:spcBef>
              <a:spcAft>
                <a:spcPts val="0"/>
              </a:spcAft>
              <a:buClr>
                <a:srgbClr val="595959"/>
              </a:buClr>
              <a:buSzPts val="1800"/>
              <a:buNone/>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cxnSp>
        <p:nvCxnSpPr>
          <p:cNvPr id="668" name="Google Shape;668;p174"/>
          <p:cNvCxnSpPr/>
          <p:nvPr/>
        </p:nvCxnSpPr>
        <p:spPr>
          <a:xfrm>
            <a:off x="406400" y="1256579"/>
            <a:ext cx="711200" cy="1"/>
          </a:xfrm>
          <a:prstGeom prst="straightConnector1">
            <a:avLst/>
          </a:prstGeom>
          <a:noFill/>
          <a:ln cap="flat" cmpd="sng" w="28575">
            <a:solidFill>
              <a:srgbClr val="800000"/>
            </a:solidFill>
            <a:prstDash val="solid"/>
            <a:round/>
            <a:headEnd len="sm" w="sm" type="none"/>
            <a:tailEnd len="sm" w="sm" type="none"/>
          </a:ln>
        </p:spPr>
      </p:cxnSp>
      <p:sp>
        <p:nvSpPr>
          <p:cNvPr id="669" name="Google Shape;669;p174"/>
          <p:cNvSpPr txBox="1"/>
          <p:nvPr>
            <p:ph idx="2" type="body"/>
          </p:nvPr>
        </p:nvSpPr>
        <p:spPr>
          <a:xfrm>
            <a:off x="7518000" y="6400800"/>
            <a:ext cx="4320000" cy="288001"/>
          </a:xfrm>
          <a:prstGeom prst="rect">
            <a:avLst/>
          </a:prstGeom>
          <a:noFill/>
          <a:ln>
            <a:noFill/>
          </a:ln>
        </p:spPr>
        <p:txBody>
          <a:bodyPr anchorCtr="0" anchor="ctr" bIns="45700" lIns="45700" spcFirstLastPara="1" rIns="45700" wrap="square" tIns="45700">
            <a:normAutofit/>
          </a:bodyPr>
          <a:lstStyle>
            <a:lvl1pPr indent="-228600" lvl="0" marL="457200" algn="r">
              <a:lnSpc>
                <a:spcPct val="100000"/>
              </a:lnSpc>
              <a:spcBef>
                <a:spcPts val="200"/>
              </a:spcBef>
              <a:spcAft>
                <a:spcPts val="0"/>
              </a:spcAft>
              <a:buClr>
                <a:srgbClr val="FFFFFF"/>
              </a:buClr>
              <a:buSzPts val="1200"/>
              <a:buFont typeface="Open Sans"/>
              <a:buNone/>
              <a:defRPr sz="1200">
                <a:solidFill>
                  <a:srgbClr val="FFFFFF"/>
                </a:solidFil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70" name="Google Shape;670;p174"/>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s--copy" showMasterSp="0">
  <p:cSld name="2 cols--copy">
    <p:spTree>
      <p:nvGrpSpPr>
        <p:cNvPr id="671" name="Shape 671"/>
        <p:cNvGrpSpPr/>
        <p:nvPr/>
      </p:nvGrpSpPr>
      <p:grpSpPr>
        <a:xfrm>
          <a:off x="0" y="0"/>
          <a:ext cx="0" cy="0"/>
          <a:chOff x="0" y="0"/>
          <a:chExt cx="0" cy="0"/>
        </a:xfrm>
      </p:grpSpPr>
      <p:sp>
        <p:nvSpPr>
          <p:cNvPr id="672" name="Google Shape;672;p175"/>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73" name="Google Shape;673;p175"/>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674" name="Google Shape;674;p175"/>
          <p:cNvSpPr txBox="1"/>
          <p:nvPr>
            <p:ph type="title"/>
          </p:nvPr>
        </p:nvSpPr>
        <p:spPr>
          <a:xfrm>
            <a:off x="304800" y="609600"/>
            <a:ext cx="10972800" cy="762000"/>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595959"/>
              </a:buClr>
              <a:buSzPts val="3000"/>
              <a:buFont typeface="Open Sans Light"/>
              <a:buNone/>
              <a:defRPr sz="3000"/>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675" name="Google Shape;675;p175"/>
          <p:cNvCxnSpPr/>
          <p:nvPr/>
        </p:nvCxnSpPr>
        <p:spPr>
          <a:xfrm>
            <a:off x="406400" y="1256579"/>
            <a:ext cx="711200" cy="1"/>
          </a:xfrm>
          <a:prstGeom prst="straightConnector1">
            <a:avLst/>
          </a:prstGeom>
          <a:noFill/>
          <a:ln cap="flat" cmpd="sng" w="28575">
            <a:solidFill>
              <a:srgbClr val="800000"/>
            </a:solidFill>
            <a:prstDash val="solid"/>
            <a:round/>
            <a:headEnd len="sm" w="sm" type="none"/>
            <a:tailEnd len="sm" w="sm" type="none"/>
          </a:ln>
        </p:spPr>
      </p:cxnSp>
      <p:sp>
        <p:nvSpPr>
          <p:cNvPr id="676" name="Google Shape;676;p175"/>
          <p:cNvSpPr txBox="1"/>
          <p:nvPr>
            <p:ph idx="1" type="body"/>
          </p:nvPr>
        </p:nvSpPr>
        <p:spPr>
          <a:xfrm>
            <a:off x="609600" y="1600200"/>
            <a:ext cx="5181600" cy="50292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500"/>
              </a:spcBef>
              <a:spcAft>
                <a:spcPts val="0"/>
              </a:spcAft>
              <a:buClr>
                <a:srgbClr val="132E3E"/>
              </a:buClr>
              <a:buSzPts val="2200"/>
              <a:buFont typeface="Open Sans"/>
              <a:buNone/>
              <a:defRPr sz="2200">
                <a:solidFill>
                  <a:srgbClr val="132E3E"/>
                </a:solidFill>
              </a:defRPr>
            </a:lvl1pPr>
            <a:lvl2pPr indent="-228600" lvl="1" marL="914400" algn="l">
              <a:lnSpc>
                <a:spcPct val="100000"/>
              </a:lnSpc>
              <a:spcBef>
                <a:spcPts val="500"/>
              </a:spcBef>
              <a:spcAft>
                <a:spcPts val="0"/>
              </a:spcAft>
              <a:buClr>
                <a:srgbClr val="132E3E"/>
              </a:buClr>
              <a:buSzPts val="2200"/>
              <a:buFont typeface="Open Sans"/>
              <a:buNone/>
              <a:defRPr sz="2200">
                <a:solidFill>
                  <a:srgbClr val="132E3E"/>
                </a:solidFill>
              </a:defRPr>
            </a:lvl2pPr>
            <a:lvl3pPr indent="-228600" lvl="2" marL="1371600" algn="l">
              <a:lnSpc>
                <a:spcPct val="100000"/>
              </a:lnSpc>
              <a:spcBef>
                <a:spcPts val="500"/>
              </a:spcBef>
              <a:spcAft>
                <a:spcPts val="0"/>
              </a:spcAft>
              <a:buClr>
                <a:srgbClr val="132E3E"/>
              </a:buClr>
              <a:buSzPts val="2200"/>
              <a:buFont typeface="Open Sans"/>
              <a:buNone/>
              <a:defRPr sz="2200">
                <a:solidFill>
                  <a:srgbClr val="132E3E"/>
                </a:solidFill>
              </a:defRPr>
            </a:lvl3pPr>
            <a:lvl4pPr indent="-228600" lvl="3" marL="1828800" algn="l">
              <a:lnSpc>
                <a:spcPct val="100000"/>
              </a:lnSpc>
              <a:spcBef>
                <a:spcPts val="500"/>
              </a:spcBef>
              <a:spcAft>
                <a:spcPts val="0"/>
              </a:spcAft>
              <a:buClr>
                <a:srgbClr val="132E3E"/>
              </a:buClr>
              <a:buSzPts val="2200"/>
              <a:buFont typeface="Open Sans"/>
              <a:buNone/>
              <a:defRPr sz="2200">
                <a:solidFill>
                  <a:srgbClr val="132E3E"/>
                </a:solidFill>
              </a:defRPr>
            </a:lvl4pPr>
            <a:lvl5pPr indent="-228600" lvl="4" marL="2286000" algn="l">
              <a:lnSpc>
                <a:spcPct val="100000"/>
              </a:lnSpc>
              <a:spcBef>
                <a:spcPts val="500"/>
              </a:spcBef>
              <a:spcAft>
                <a:spcPts val="0"/>
              </a:spcAft>
              <a:buClr>
                <a:srgbClr val="132E3E"/>
              </a:buClr>
              <a:buSzPts val="2200"/>
              <a:buFont typeface="Open Sans"/>
              <a:buNone/>
              <a:defRPr sz="2200">
                <a:solidFill>
                  <a:srgbClr val="132E3E"/>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77" name="Google Shape;677;p175"/>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mp; Bulleted Content - Dark backgrounds" showMasterSp="0">
  <p:cSld name="1_Title &amp; Bulleted Content - Dark backgrounds">
    <p:spTree>
      <p:nvGrpSpPr>
        <p:cNvPr id="678" name="Shape 678"/>
        <p:cNvGrpSpPr/>
        <p:nvPr/>
      </p:nvGrpSpPr>
      <p:grpSpPr>
        <a:xfrm>
          <a:off x="0" y="0"/>
          <a:ext cx="0" cy="0"/>
          <a:chOff x="0" y="0"/>
          <a:chExt cx="0" cy="0"/>
        </a:xfrm>
      </p:grpSpPr>
      <p:sp>
        <p:nvSpPr>
          <p:cNvPr id="679" name="Google Shape;679;p176"/>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80" name="Google Shape;680;p176"/>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cxnSp>
        <p:nvCxnSpPr>
          <p:cNvPr id="681" name="Google Shape;681;p176"/>
          <p:cNvCxnSpPr/>
          <p:nvPr/>
        </p:nvCxnSpPr>
        <p:spPr>
          <a:xfrm>
            <a:off x="406400" y="1256579"/>
            <a:ext cx="711200" cy="1"/>
          </a:xfrm>
          <a:prstGeom prst="straightConnector1">
            <a:avLst/>
          </a:prstGeom>
          <a:noFill/>
          <a:ln cap="flat" cmpd="sng" w="28575">
            <a:solidFill>
              <a:srgbClr val="FFFFFF"/>
            </a:solidFill>
            <a:prstDash val="solid"/>
            <a:round/>
            <a:headEnd len="sm" w="sm" type="none"/>
            <a:tailEnd len="sm" w="sm" type="none"/>
          </a:ln>
        </p:spPr>
      </p:cxnSp>
      <p:sp>
        <p:nvSpPr>
          <p:cNvPr id="682" name="Google Shape;682;p176"/>
          <p:cNvSpPr txBox="1"/>
          <p:nvPr>
            <p:ph type="title"/>
          </p:nvPr>
        </p:nvSpPr>
        <p:spPr>
          <a:xfrm>
            <a:off x="304800" y="533400"/>
            <a:ext cx="11484000" cy="645076"/>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FEEE9F"/>
              </a:buClr>
              <a:buSzPts val="3600"/>
              <a:buFont typeface="Open Sans Light"/>
              <a:buNone/>
              <a:defRPr>
                <a:solidFill>
                  <a:srgbClr val="FEEE9F"/>
                </a:solidFil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83" name="Google Shape;683;p176"/>
          <p:cNvSpPr txBox="1"/>
          <p:nvPr>
            <p:ph idx="1" type="body"/>
          </p:nvPr>
        </p:nvSpPr>
        <p:spPr>
          <a:xfrm>
            <a:off x="354000" y="1604155"/>
            <a:ext cx="11484000" cy="4568045"/>
          </a:xfrm>
          <a:prstGeom prst="rect">
            <a:avLst/>
          </a:prstGeom>
          <a:noFill/>
          <a:ln>
            <a:noFill/>
          </a:ln>
        </p:spPr>
        <p:txBody>
          <a:bodyPr anchorCtr="0" anchor="t" bIns="45700" lIns="45700" spcFirstLastPara="1" rIns="45700" wrap="square" tIns="45700">
            <a:normAutofit/>
          </a:bodyPr>
          <a:lstStyle>
            <a:lvl1pPr indent="-406400" lvl="0" marL="457200" algn="l">
              <a:lnSpc>
                <a:spcPct val="100000"/>
              </a:lnSpc>
              <a:spcBef>
                <a:spcPts val="600"/>
              </a:spcBef>
              <a:spcAft>
                <a:spcPts val="0"/>
              </a:spcAft>
              <a:buClr>
                <a:srgbClr val="FFFFFF"/>
              </a:buClr>
              <a:buSzPts val="2800"/>
              <a:buChar char="▸"/>
              <a:defRPr>
                <a:solidFill>
                  <a:srgbClr val="FFFFFF"/>
                </a:solidFill>
              </a:defRPr>
            </a:lvl1pPr>
            <a:lvl2pPr indent="-370840" lvl="1" marL="914400" algn="l">
              <a:lnSpc>
                <a:spcPct val="100000"/>
              </a:lnSpc>
              <a:spcBef>
                <a:spcPts val="600"/>
              </a:spcBef>
              <a:spcAft>
                <a:spcPts val="0"/>
              </a:spcAft>
              <a:buClr>
                <a:srgbClr val="FFFFFF"/>
              </a:buClr>
              <a:buSzPts val="2240"/>
              <a:buChar char="▪"/>
              <a:defRPr>
                <a:solidFill>
                  <a:srgbClr val="FFFFFF"/>
                </a:solidFill>
              </a:defRPr>
            </a:lvl2pPr>
            <a:lvl3pPr indent="-406400" lvl="2" marL="1371600" algn="l">
              <a:lnSpc>
                <a:spcPct val="100000"/>
              </a:lnSpc>
              <a:spcBef>
                <a:spcPts val="600"/>
              </a:spcBef>
              <a:spcAft>
                <a:spcPts val="0"/>
              </a:spcAft>
              <a:buClr>
                <a:srgbClr val="FFFFFF"/>
              </a:buClr>
              <a:buSzPts val="2800"/>
              <a:buChar char="•"/>
              <a:defRPr>
                <a:solidFill>
                  <a:srgbClr val="FFFFFF"/>
                </a:solidFill>
              </a:defRPr>
            </a:lvl3pPr>
            <a:lvl4pPr indent="-406400" lvl="3" marL="1828800" algn="l">
              <a:lnSpc>
                <a:spcPct val="100000"/>
              </a:lnSpc>
              <a:spcBef>
                <a:spcPts val="600"/>
              </a:spcBef>
              <a:spcAft>
                <a:spcPts val="0"/>
              </a:spcAft>
              <a:buClr>
                <a:srgbClr val="FFFFFF"/>
              </a:buClr>
              <a:buSzPts val="2800"/>
              <a:buChar char="✓"/>
              <a:defRPr>
                <a:solidFill>
                  <a:srgbClr val="FFFFFF"/>
                </a:solidFill>
              </a:defRPr>
            </a:lvl4pPr>
            <a:lvl5pPr indent="-406400" lvl="4" marL="2286000" algn="l">
              <a:lnSpc>
                <a:spcPct val="100000"/>
              </a:lnSpc>
              <a:spcBef>
                <a:spcPts val="600"/>
              </a:spcBef>
              <a:spcAft>
                <a:spcPts val="0"/>
              </a:spcAft>
              <a:buClr>
                <a:srgbClr val="FFFFFF"/>
              </a:buClr>
              <a:buSzPts val="2800"/>
              <a:buChar char="o"/>
              <a:defRPr>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84" name="Google Shape;684;p176"/>
          <p:cNvSpPr txBox="1"/>
          <p:nvPr>
            <p:ph idx="2" type="body"/>
          </p:nvPr>
        </p:nvSpPr>
        <p:spPr>
          <a:xfrm>
            <a:off x="7518000" y="6400800"/>
            <a:ext cx="4320000" cy="288001"/>
          </a:xfrm>
          <a:prstGeom prst="rect">
            <a:avLst/>
          </a:prstGeom>
          <a:noFill/>
          <a:ln>
            <a:noFill/>
          </a:ln>
        </p:spPr>
        <p:txBody>
          <a:bodyPr anchorCtr="0" anchor="ctr" bIns="45700" lIns="45700" spcFirstLastPara="1" rIns="45700" wrap="square" tIns="45700">
            <a:normAutofit/>
          </a:bodyPr>
          <a:lstStyle>
            <a:lvl1pPr indent="-228600" lvl="0" marL="457200" algn="r">
              <a:lnSpc>
                <a:spcPct val="100000"/>
              </a:lnSpc>
              <a:spcBef>
                <a:spcPts val="200"/>
              </a:spcBef>
              <a:spcAft>
                <a:spcPts val="0"/>
              </a:spcAft>
              <a:buClr>
                <a:srgbClr val="FFFFFF"/>
              </a:buClr>
              <a:buSzPts val="1200"/>
              <a:buFont typeface="Open Sans"/>
              <a:buNone/>
              <a:defRPr sz="1200">
                <a:solidFill>
                  <a:srgbClr val="FFFFFF"/>
                </a:solidFil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85" name="Google Shape;685;p176"/>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2" name="Shape 692"/>
        <p:cNvGrpSpPr/>
        <p:nvPr/>
      </p:nvGrpSpPr>
      <p:grpSpPr>
        <a:xfrm>
          <a:off x="0" y="0"/>
          <a:ext cx="0" cy="0"/>
          <a:chOff x="0" y="0"/>
          <a:chExt cx="0" cy="0"/>
        </a:xfrm>
      </p:grpSpPr>
      <p:sp>
        <p:nvSpPr>
          <p:cNvPr id="693" name="Google Shape;693;p3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4" name="Google Shape;694;p3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95" name="Shape 695"/>
        <p:cNvGrpSpPr/>
        <p:nvPr/>
      </p:nvGrpSpPr>
      <p:grpSpPr>
        <a:xfrm>
          <a:off x="0" y="0"/>
          <a:ext cx="0" cy="0"/>
          <a:chOff x="0" y="0"/>
          <a:chExt cx="0" cy="0"/>
        </a:xfrm>
      </p:grpSpPr>
      <p:sp>
        <p:nvSpPr>
          <p:cNvPr id="696" name="Google Shape;696;p35"/>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7" name="Google Shape;697;p35"/>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8" name="Google Shape;698;p3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99" name="Shape 699"/>
        <p:cNvGrpSpPr/>
        <p:nvPr/>
      </p:nvGrpSpPr>
      <p:grpSpPr>
        <a:xfrm>
          <a:off x="0" y="0"/>
          <a:ext cx="0" cy="0"/>
          <a:chOff x="0" y="0"/>
          <a:chExt cx="0" cy="0"/>
        </a:xfrm>
      </p:grpSpPr>
      <p:sp>
        <p:nvSpPr>
          <p:cNvPr id="700" name="Google Shape;700;p96"/>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1" name="Google Shape;701;p96"/>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702" name="Google Shape;702;p96"/>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703" name="Google Shape;703;p96"/>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704" name="Shape 704"/>
        <p:cNvGrpSpPr/>
        <p:nvPr/>
      </p:nvGrpSpPr>
      <p:grpSpPr>
        <a:xfrm>
          <a:off x="0" y="0"/>
          <a:ext cx="0" cy="0"/>
          <a:chOff x="0" y="0"/>
          <a:chExt cx="0" cy="0"/>
        </a:xfrm>
      </p:grpSpPr>
      <p:sp>
        <p:nvSpPr>
          <p:cNvPr id="705" name="Google Shape;705;p97"/>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97"/>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07" name="Google Shape;707;p9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08" name="Google Shape;708;p97"/>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09" name="Google Shape;709;p97"/>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710" name="Shape 710"/>
        <p:cNvGrpSpPr/>
        <p:nvPr/>
      </p:nvGrpSpPr>
      <p:grpSpPr>
        <a:xfrm>
          <a:off x="0" y="0"/>
          <a:ext cx="0" cy="0"/>
          <a:chOff x="0" y="0"/>
          <a:chExt cx="0" cy="0"/>
        </a:xfrm>
      </p:grpSpPr>
      <p:sp>
        <p:nvSpPr>
          <p:cNvPr id="711" name="Google Shape;711;p98"/>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2" name="Google Shape;712;p98"/>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3" name="Google Shape;713;p98"/>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4" name="Google Shape;714;p9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715" name="Shape 715"/>
        <p:cNvGrpSpPr/>
        <p:nvPr/>
      </p:nvGrpSpPr>
      <p:grpSpPr>
        <a:xfrm>
          <a:off x="0" y="0"/>
          <a:ext cx="0" cy="0"/>
          <a:chOff x="0" y="0"/>
          <a:chExt cx="0" cy="0"/>
        </a:xfrm>
      </p:grpSpPr>
      <p:sp>
        <p:nvSpPr>
          <p:cNvPr id="716" name="Google Shape;716;p9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7" name="Google Shape;717;p99"/>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18" name="Google Shape;718;p99"/>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9" name="Google Shape;719;p99"/>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20" name="Google Shape;720;p99"/>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1" name="Google Shape;721;p9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722" name="Shape 722"/>
        <p:cNvGrpSpPr/>
        <p:nvPr/>
      </p:nvGrpSpPr>
      <p:grpSpPr>
        <a:xfrm>
          <a:off x="0" y="0"/>
          <a:ext cx="0" cy="0"/>
          <a:chOff x="0" y="0"/>
          <a:chExt cx="0" cy="0"/>
        </a:xfrm>
      </p:grpSpPr>
      <p:sp>
        <p:nvSpPr>
          <p:cNvPr id="723" name="Google Shape;723;p100"/>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4" name="Google Shape;724;p10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25" name="Google Shape;725;p100"/>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6" name="Google Shape;726;p100"/>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7" name="Google Shape;727;p100"/>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8" name="Google Shape;728;p100"/>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9" name="Google Shape;729;p100"/>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0" name="Google Shape;730;p100"/>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731" name="Shape 731"/>
        <p:cNvGrpSpPr/>
        <p:nvPr/>
      </p:nvGrpSpPr>
      <p:grpSpPr>
        <a:xfrm>
          <a:off x="0" y="0"/>
          <a:ext cx="0" cy="0"/>
          <a:chOff x="0" y="0"/>
          <a:chExt cx="0" cy="0"/>
        </a:xfrm>
      </p:grpSpPr>
      <p:sp>
        <p:nvSpPr>
          <p:cNvPr id="732" name="Google Shape;732;p101"/>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33" name="Google Shape;733;p10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734" name="Google Shape;734;p101"/>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35" name="Google Shape;735;p101"/>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6" name="Google Shape;736;p101"/>
          <p:cNvSpPr/>
          <p:nvPr>
            <p:ph idx="2" type="pic"/>
          </p:nvPr>
        </p:nvSpPr>
        <p:spPr>
          <a:xfrm>
            <a:off x="1866900" y="1600200"/>
            <a:ext cx="3111500" cy="3159346"/>
          </a:xfrm>
          <a:prstGeom prst="rect">
            <a:avLst/>
          </a:prstGeom>
          <a:noFill/>
          <a:ln>
            <a:noFill/>
          </a:ln>
        </p:spPr>
      </p:sp>
      <p:sp>
        <p:nvSpPr>
          <p:cNvPr id="737" name="Google Shape;737;p101"/>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8" name="Google Shape;738;p101"/>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9" name="Google Shape;739;p10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740" name="Shape 740"/>
        <p:cNvGrpSpPr/>
        <p:nvPr/>
      </p:nvGrpSpPr>
      <p:grpSpPr>
        <a:xfrm>
          <a:off x="0" y="0"/>
          <a:ext cx="0" cy="0"/>
          <a:chOff x="0" y="0"/>
          <a:chExt cx="0" cy="0"/>
        </a:xfrm>
      </p:grpSpPr>
      <p:sp>
        <p:nvSpPr>
          <p:cNvPr id="741" name="Google Shape;741;p10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2" name="Google Shape;742;p102"/>
          <p:cNvSpPr/>
          <p:nvPr>
            <p:ph idx="2" type="pic"/>
          </p:nvPr>
        </p:nvSpPr>
        <p:spPr>
          <a:xfrm>
            <a:off x="4928245" y="1953118"/>
            <a:ext cx="2335511" cy="2071068"/>
          </a:xfrm>
          <a:prstGeom prst="rect">
            <a:avLst/>
          </a:prstGeom>
          <a:noFill/>
          <a:ln>
            <a:noFill/>
          </a:ln>
        </p:spPr>
      </p:sp>
      <p:sp>
        <p:nvSpPr>
          <p:cNvPr id="743" name="Google Shape;743;p102"/>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4" name="Google Shape;744;p102"/>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5" name="Google Shape;745;p102"/>
          <p:cNvSpPr/>
          <p:nvPr>
            <p:ph idx="4" type="pic"/>
          </p:nvPr>
        </p:nvSpPr>
        <p:spPr>
          <a:xfrm>
            <a:off x="1490460" y="1953118"/>
            <a:ext cx="2335511" cy="2071068"/>
          </a:xfrm>
          <a:prstGeom prst="rect">
            <a:avLst/>
          </a:prstGeom>
          <a:noFill/>
          <a:ln>
            <a:noFill/>
          </a:ln>
        </p:spPr>
      </p:sp>
      <p:sp>
        <p:nvSpPr>
          <p:cNvPr id="746" name="Google Shape;746;p102"/>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7" name="Google Shape;747;p102"/>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8" name="Google Shape;748;p102"/>
          <p:cNvSpPr/>
          <p:nvPr>
            <p:ph idx="7" type="pic"/>
          </p:nvPr>
        </p:nvSpPr>
        <p:spPr>
          <a:xfrm>
            <a:off x="8360095" y="1953118"/>
            <a:ext cx="2335511" cy="2071068"/>
          </a:xfrm>
          <a:prstGeom prst="rect">
            <a:avLst/>
          </a:prstGeom>
          <a:noFill/>
          <a:ln>
            <a:noFill/>
          </a:ln>
        </p:spPr>
      </p:sp>
      <p:sp>
        <p:nvSpPr>
          <p:cNvPr id="749" name="Google Shape;749;p102"/>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0" name="Google Shape;750;p102"/>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1" name="Google Shape;751;p10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752" name="Shape 752"/>
        <p:cNvGrpSpPr/>
        <p:nvPr/>
      </p:nvGrpSpPr>
      <p:grpSpPr>
        <a:xfrm>
          <a:off x="0" y="0"/>
          <a:ext cx="0" cy="0"/>
          <a:chOff x="0" y="0"/>
          <a:chExt cx="0" cy="0"/>
        </a:xfrm>
      </p:grpSpPr>
      <p:sp>
        <p:nvSpPr>
          <p:cNvPr id="753" name="Google Shape;753;p103"/>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4" name="Google Shape;754;p103"/>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5" name="Google Shape;755;p10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56" name="Google Shape;756;p103"/>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757" name="Shape 757"/>
        <p:cNvGrpSpPr/>
        <p:nvPr/>
      </p:nvGrpSpPr>
      <p:grpSpPr>
        <a:xfrm>
          <a:off x="0" y="0"/>
          <a:ext cx="0" cy="0"/>
          <a:chOff x="0" y="0"/>
          <a:chExt cx="0" cy="0"/>
        </a:xfrm>
      </p:grpSpPr>
      <p:sp>
        <p:nvSpPr>
          <p:cNvPr id="758" name="Google Shape;758;p104"/>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9" name="Google Shape;759;p104"/>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0" name="Google Shape;760;p104"/>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1" name="Google Shape;761;p10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62" name="Google Shape;762;p104"/>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763" name="Shape 763"/>
        <p:cNvGrpSpPr/>
        <p:nvPr/>
      </p:nvGrpSpPr>
      <p:grpSpPr>
        <a:xfrm>
          <a:off x="0" y="0"/>
          <a:ext cx="0" cy="0"/>
          <a:chOff x="0" y="0"/>
          <a:chExt cx="0" cy="0"/>
        </a:xfrm>
      </p:grpSpPr>
      <p:sp>
        <p:nvSpPr>
          <p:cNvPr id="764" name="Google Shape;764;p10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5" name="Google Shape;765;p105"/>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6" name="Google Shape;766;p105"/>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7" name="Google Shape;767;p10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68" name="Google Shape;768;p105"/>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769" name="Shape 769"/>
        <p:cNvGrpSpPr/>
        <p:nvPr/>
      </p:nvGrpSpPr>
      <p:grpSpPr>
        <a:xfrm>
          <a:off x="0" y="0"/>
          <a:ext cx="0" cy="0"/>
          <a:chOff x="0" y="0"/>
          <a:chExt cx="0" cy="0"/>
        </a:xfrm>
      </p:grpSpPr>
      <p:sp>
        <p:nvSpPr>
          <p:cNvPr id="770" name="Google Shape;770;p106"/>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1" name="Google Shape;771;p106"/>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2" name="Google Shape;772;p106"/>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73" name="Google Shape;773;p106"/>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774" name="Google Shape;774;p106"/>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775" name="Google Shape;775;p106"/>
          <p:cNvSpPr/>
          <p:nvPr>
            <p:ph idx="2" type="pic"/>
          </p:nvPr>
        </p:nvSpPr>
        <p:spPr>
          <a:xfrm>
            <a:off x="6096000" y="0"/>
            <a:ext cx="6099048" cy="6217920"/>
          </a:xfrm>
          <a:prstGeom prst="rect">
            <a:avLst/>
          </a:prstGeom>
          <a:noFill/>
          <a:ln>
            <a:noFill/>
          </a:ln>
        </p:spPr>
      </p:sp>
      <p:sp>
        <p:nvSpPr>
          <p:cNvPr id="776" name="Google Shape;776;p10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777" name="Shape 777"/>
        <p:cNvGrpSpPr/>
        <p:nvPr/>
      </p:nvGrpSpPr>
      <p:grpSpPr>
        <a:xfrm>
          <a:off x="0" y="0"/>
          <a:ext cx="0" cy="0"/>
          <a:chOff x="0" y="0"/>
          <a:chExt cx="0" cy="0"/>
        </a:xfrm>
      </p:grpSpPr>
      <p:sp>
        <p:nvSpPr>
          <p:cNvPr id="778" name="Google Shape;778;p107"/>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9" name="Google Shape;779;p107"/>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0" name="Google Shape;780;p107"/>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1" name="Google Shape;781;p107"/>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82" name="Google Shape;782;p107"/>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783" name="Google Shape;783;p107"/>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784" name="Google Shape;784;p107"/>
          <p:cNvSpPr/>
          <p:nvPr>
            <p:ph idx="2" type="pic"/>
          </p:nvPr>
        </p:nvSpPr>
        <p:spPr>
          <a:xfrm>
            <a:off x="6096000" y="0"/>
            <a:ext cx="6099048" cy="6217920"/>
          </a:xfrm>
          <a:prstGeom prst="rect">
            <a:avLst/>
          </a:prstGeom>
          <a:noFill/>
          <a:ln>
            <a:noFill/>
          </a:ln>
        </p:spPr>
      </p:sp>
      <p:sp>
        <p:nvSpPr>
          <p:cNvPr id="785" name="Google Shape;785;p10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786" name="Shape 786"/>
        <p:cNvGrpSpPr/>
        <p:nvPr/>
      </p:nvGrpSpPr>
      <p:grpSpPr>
        <a:xfrm>
          <a:off x="0" y="0"/>
          <a:ext cx="0" cy="0"/>
          <a:chOff x="0" y="0"/>
          <a:chExt cx="0" cy="0"/>
        </a:xfrm>
      </p:grpSpPr>
      <p:sp>
        <p:nvSpPr>
          <p:cNvPr id="787" name="Google Shape;787;p10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8" name="Google Shape;788;p108"/>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9" name="Google Shape;789;p10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0" name="Google Shape;790;p10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91" name="Google Shape;791;p10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792" name="Google Shape;792;p108"/>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793" name="Google Shape;793;p108"/>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4" name="Google Shape;794;p10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795" name="Shape 795"/>
        <p:cNvGrpSpPr/>
        <p:nvPr/>
      </p:nvGrpSpPr>
      <p:grpSpPr>
        <a:xfrm>
          <a:off x="0" y="0"/>
          <a:ext cx="0" cy="0"/>
          <a:chOff x="0" y="0"/>
          <a:chExt cx="0" cy="0"/>
        </a:xfrm>
      </p:grpSpPr>
      <p:sp>
        <p:nvSpPr>
          <p:cNvPr id="796" name="Google Shape;796;p10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97" name="Google Shape;797;p109"/>
          <p:cNvSpPr/>
          <p:nvPr>
            <p:ph idx="2" type="pic"/>
          </p:nvPr>
        </p:nvSpPr>
        <p:spPr>
          <a:xfrm>
            <a:off x="0" y="1142999"/>
            <a:ext cx="12192000" cy="5084065"/>
          </a:xfrm>
          <a:prstGeom prst="rect">
            <a:avLst/>
          </a:prstGeom>
          <a:noFill/>
          <a:ln>
            <a:noFill/>
          </a:ln>
        </p:spPr>
      </p:sp>
      <p:sp>
        <p:nvSpPr>
          <p:cNvPr id="798" name="Google Shape;798;p109"/>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9" name="Google Shape;799;p109"/>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800" name="Google Shape;800;p109"/>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801" name="Shape 801"/>
        <p:cNvGrpSpPr/>
        <p:nvPr/>
      </p:nvGrpSpPr>
      <p:grpSpPr>
        <a:xfrm>
          <a:off x="0" y="0"/>
          <a:ext cx="0" cy="0"/>
          <a:chOff x="0" y="0"/>
          <a:chExt cx="0" cy="0"/>
        </a:xfrm>
      </p:grpSpPr>
      <p:sp>
        <p:nvSpPr>
          <p:cNvPr id="802" name="Google Shape;802;p110"/>
          <p:cNvSpPr/>
          <p:nvPr>
            <p:ph idx="2" type="pic"/>
          </p:nvPr>
        </p:nvSpPr>
        <p:spPr>
          <a:xfrm>
            <a:off x="0" y="1143000"/>
            <a:ext cx="12192000" cy="5715000"/>
          </a:xfrm>
          <a:prstGeom prst="rect">
            <a:avLst/>
          </a:prstGeom>
          <a:noFill/>
          <a:ln>
            <a:noFill/>
          </a:ln>
        </p:spPr>
      </p:sp>
      <p:sp>
        <p:nvSpPr>
          <p:cNvPr id="803" name="Google Shape;803;p110"/>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4" name="Google Shape;804;p11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805" name="Google Shape;805;p110"/>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806" name="Shape 806"/>
        <p:cNvGrpSpPr/>
        <p:nvPr/>
      </p:nvGrpSpPr>
      <p:grpSpPr>
        <a:xfrm>
          <a:off x="0" y="0"/>
          <a:ext cx="0" cy="0"/>
          <a:chOff x="0" y="0"/>
          <a:chExt cx="0" cy="0"/>
        </a:xfrm>
      </p:grpSpPr>
      <p:sp>
        <p:nvSpPr>
          <p:cNvPr id="807" name="Google Shape;807;p111"/>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8" name="Google Shape;808;p111"/>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9" name="Google Shape;809;p11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0" name="Google Shape;810;p11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11" name="Google Shape;811;p11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812" name="Google Shape;812;p111"/>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813" name="Google Shape;813;p111"/>
          <p:cNvGrpSpPr/>
          <p:nvPr/>
        </p:nvGrpSpPr>
        <p:grpSpPr>
          <a:xfrm>
            <a:off x="6971959" y="785112"/>
            <a:ext cx="4340506" cy="868101"/>
            <a:chOff x="382104" y="3327719"/>
            <a:chExt cx="4340506" cy="868101"/>
          </a:xfrm>
        </p:grpSpPr>
        <p:sp>
          <p:nvSpPr>
            <p:cNvPr id="814" name="Google Shape;814;p111"/>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5" name="Google Shape;815;p111"/>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6" name="Google Shape;816;p111"/>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7" name="Google Shape;817;p111"/>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8" name="Google Shape;818;p111"/>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9" name="Google Shape;819;p111"/>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820" name="Google Shape;820;p111"/>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821" name="Google Shape;821;p111"/>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822" name="Google Shape;822;p111"/>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823" name="Google Shape;823;p111"/>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824" name="Google Shape;824;p111"/>
          <p:cNvGrpSpPr/>
          <p:nvPr/>
        </p:nvGrpSpPr>
        <p:grpSpPr>
          <a:xfrm>
            <a:off x="6971959" y="1900356"/>
            <a:ext cx="4340506" cy="868101"/>
            <a:chOff x="6794478" y="3327719"/>
            <a:chExt cx="4340506" cy="868101"/>
          </a:xfrm>
        </p:grpSpPr>
        <p:sp>
          <p:nvSpPr>
            <p:cNvPr id="825" name="Google Shape;825;p111"/>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6" name="Google Shape;826;p111"/>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7" name="Google Shape;827;p111"/>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8" name="Google Shape;828;p111"/>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9" name="Google Shape;829;p111"/>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0" name="Google Shape;830;p111"/>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831" name="Google Shape;831;p111"/>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832" name="Google Shape;832;p111"/>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833" name="Google Shape;833;p111"/>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834" name="Google Shape;834;p111"/>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835" name="Google Shape;835;p111"/>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836" name="Google Shape;836;p11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type="blank">
  <p:cSld name="BLANK">
    <p:spTree>
      <p:nvGrpSpPr>
        <p:cNvPr id="843" name="Shape 843"/>
        <p:cNvGrpSpPr/>
        <p:nvPr/>
      </p:nvGrpSpPr>
      <p:grpSpPr>
        <a:xfrm>
          <a:off x="0" y="0"/>
          <a:ext cx="0" cy="0"/>
          <a:chOff x="0" y="0"/>
          <a:chExt cx="0" cy="0"/>
        </a:xfrm>
      </p:grpSpPr>
      <p:sp>
        <p:nvSpPr>
          <p:cNvPr id="844" name="Google Shape;844;p38"/>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845" name="Google Shape;845;p38"/>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846" name="Google Shape;846;p3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800" u="none" cap="none" strike="noStrike">
                <a:solidFill>
                  <a:schemeClr val="dk1"/>
                </a:solidFill>
                <a:latin typeface="Arial"/>
                <a:ea typeface="Arial"/>
                <a:cs typeface="Arial"/>
                <a:sym typeface="Arial"/>
              </a:defRPr>
            </a:lvl1pPr>
            <a:lvl2pPr indent="0" lvl="1" marL="0" algn="r">
              <a:spcBef>
                <a:spcPts val="0"/>
              </a:spcBef>
              <a:buNone/>
              <a:defRPr b="1" i="0" sz="1800" u="none" cap="none" strike="noStrike">
                <a:solidFill>
                  <a:schemeClr val="dk1"/>
                </a:solidFill>
                <a:latin typeface="Arial"/>
                <a:ea typeface="Arial"/>
                <a:cs typeface="Arial"/>
                <a:sym typeface="Arial"/>
              </a:defRPr>
            </a:lvl2pPr>
            <a:lvl3pPr indent="0" lvl="2" marL="0" algn="r">
              <a:spcBef>
                <a:spcPts val="0"/>
              </a:spcBef>
              <a:buNone/>
              <a:defRPr b="1" i="0" sz="1800" u="none" cap="none" strike="noStrike">
                <a:solidFill>
                  <a:schemeClr val="dk1"/>
                </a:solidFill>
                <a:latin typeface="Arial"/>
                <a:ea typeface="Arial"/>
                <a:cs typeface="Arial"/>
                <a:sym typeface="Arial"/>
              </a:defRPr>
            </a:lvl3pPr>
            <a:lvl4pPr indent="0" lvl="3" marL="0" algn="r">
              <a:spcBef>
                <a:spcPts val="0"/>
              </a:spcBef>
              <a:buNone/>
              <a:defRPr b="1" i="0" sz="1800" u="none" cap="none" strike="noStrike">
                <a:solidFill>
                  <a:schemeClr val="dk1"/>
                </a:solidFill>
                <a:latin typeface="Arial"/>
                <a:ea typeface="Arial"/>
                <a:cs typeface="Arial"/>
                <a:sym typeface="Arial"/>
              </a:defRPr>
            </a:lvl4pPr>
            <a:lvl5pPr indent="0" lvl="4" marL="0" algn="r">
              <a:spcBef>
                <a:spcPts val="0"/>
              </a:spcBef>
              <a:buNone/>
              <a:defRPr b="1" i="0" sz="1800" u="none" cap="none" strike="noStrike">
                <a:solidFill>
                  <a:schemeClr val="dk1"/>
                </a:solidFill>
                <a:latin typeface="Arial"/>
                <a:ea typeface="Arial"/>
                <a:cs typeface="Arial"/>
                <a:sym typeface="Arial"/>
              </a:defRPr>
            </a:lvl5pPr>
            <a:lvl6pPr indent="0" lvl="5" marL="0" algn="r">
              <a:spcBef>
                <a:spcPts val="0"/>
              </a:spcBef>
              <a:buNone/>
              <a:defRPr b="1" i="0" sz="1800" u="none" cap="none" strike="noStrike">
                <a:solidFill>
                  <a:schemeClr val="dk1"/>
                </a:solidFill>
                <a:latin typeface="Arial"/>
                <a:ea typeface="Arial"/>
                <a:cs typeface="Arial"/>
                <a:sym typeface="Arial"/>
              </a:defRPr>
            </a:lvl6pPr>
            <a:lvl7pPr indent="0" lvl="6" marL="0" algn="r">
              <a:spcBef>
                <a:spcPts val="0"/>
              </a:spcBef>
              <a:buNone/>
              <a:defRPr b="1" i="0" sz="1800" u="none" cap="none" strike="noStrike">
                <a:solidFill>
                  <a:schemeClr val="dk1"/>
                </a:solidFill>
                <a:latin typeface="Arial"/>
                <a:ea typeface="Arial"/>
                <a:cs typeface="Arial"/>
                <a:sym typeface="Arial"/>
              </a:defRPr>
            </a:lvl7pPr>
            <a:lvl8pPr indent="0" lvl="7" marL="0" algn="r">
              <a:spcBef>
                <a:spcPts val="0"/>
              </a:spcBef>
              <a:buNone/>
              <a:defRPr b="1" i="0" sz="1800" u="none" cap="none" strike="noStrike">
                <a:solidFill>
                  <a:schemeClr val="dk1"/>
                </a:solidFill>
                <a:latin typeface="Arial"/>
                <a:ea typeface="Arial"/>
                <a:cs typeface="Arial"/>
                <a:sym typeface="Arial"/>
              </a:defRPr>
            </a:lvl8pPr>
            <a:lvl9pPr indent="0" lvl="8" marL="0" algn="r">
              <a:spcBef>
                <a:spcPts val="0"/>
              </a:spcBef>
              <a:buNone/>
              <a:defRPr b="1"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847" name="Shape 847"/>
        <p:cNvGrpSpPr/>
        <p:nvPr/>
      </p:nvGrpSpPr>
      <p:grpSpPr>
        <a:xfrm>
          <a:off x="0" y="0"/>
          <a:ext cx="0" cy="0"/>
          <a:chOff x="0" y="0"/>
          <a:chExt cx="0" cy="0"/>
        </a:xfrm>
      </p:grpSpPr>
      <p:sp>
        <p:nvSpPr>
          <p:cNvPr id="848" name="Google Shape;848;p39"/>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9" name="Google Shape;849;p39"/>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50" name="Google Shape;850;p3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851" name="Shape 851"/>
        <p:cNvGrpSpPr/>
        <p:nvPr/>
      </p:nvGrpSpPr>
      <p:grpSpPr>
        <a:xfrm>
          <a:off x="0" y="0"/>
          <a:ext cx="0" cy="0"/>
          <a:chOff x="0" y="0"/>
          <a:chExt cx="0" cy="0"/>
        </a:xfrm>
      </p:grpSpPr>
      <p:sp>
        <p:nvSpPr>
          <p:cNvPr id="852" name="Google Shape;852;p73"/>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3" name="Google Shape;853;p73"/>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854" name="Google Shape;854;p73"/>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855" name="Google Shape;855;p73"/>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
        <p:nvSpPr>
          <p:cNvPr id="856" name="Google Shape;856;p73"/>
          <p:cNvSpPr txBox="1"/>
          <p:nvPr/>
        </p:nvSpPr>
        <p:spPr>
          <a:xfrm>
            <a:off x="1524000" y="5169735"/>
            <a:ext cx="9144000" cy="9144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Florian Bay, Paola Perina &amp; Diane Richardson </a:t>
            </a:r>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pacer Slide" showMasterSp="0">
  <p:cSld name="1_Spacer Slide">
    <p:spTree>
      <p:nvGrpSpPr>
        <p:cNvPr id="857" name="Shape 857"/>
        <p:cNvGrpSpPr/>
        <p:nvPr/>
      </p:nvGrpSpPr>
      <p:grpSpPr>
        <a:xfrm>
          <a:off x="0" y="0"/>
          <a:ext cx="0" cy="0"/>
          <a:chOff x="0" y="0"/>
          <a:chExt cx="0" cy="0"/>
        </a:xfrm>
      </p:grpSpPr>
      <p:sp>
        <p:nvSpPr>
          <p:cNvPr id="858" name="Google Shape;858;p74"/>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59" name="Google Shape;859;p74"/>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860" name="Google Shape;860;p74"/>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4165"/>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1" name="Google Shape;861;p74"/>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862" name="Shape 862"/>
        <p:cNvGrpSpPr/>
        <p:nvPr/>
      </p:nvGrpSpPr>
      <p:grpSpPr>
        <a:xfrm>
          <a:off x="0" y="0"/>
          <a:ext cx="0" cy="0"/>
          <a:chOff x="0" y="0"/>
          <a:chExt cx="0" cy="0"/>
        </a:xfrm>
      </p:grpSpPr>
      <p:sp>
        <p:nvSpPr>
          <p:cNvPr id="863" name="Google Shape;863;p75"/>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4" name="Google Shape;864;p75"/>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65" name="Google Shape;865;p75"/>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66" name="Google Shape;866;p7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Comparison" type="twoTxTwoObj">
  <p:cSld name="TWO_OBJECTS_WITH_TEXT">
    <p:spTree>
      <p:nvGrpSpPr>
        <p:cNvPr id="867" name="Shape 867"/>
        <p:cNvGrpSpPr/>
        <p:nvPr/>
      </p:nvGrpSpPr>
      <p:grpSpPr>
        <a:xfrm>
          <a:off x="0" y="0"/>
          <a:ext cx="0" cy="0"/>
          <a:chOff x="0" y="0"/>
          <a:chExt cx="0" cy="0"/>
        </a:xfrm>
      </p:grpSpPr>
      <p:sp>
        <p:nvSpPr>
          <p:cNvPr id="868" name="Google Shape;868;p7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9" name="Google Shape;869;p76"/>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70" name="Google Shape;870;p76"/>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71" name="Google Shape;871;p76"/>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72" name="Google Shape;872;p76"/>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73" name="Google Shape;873;p7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4" name="Shape 874"/>
        <p:cNvGrpSpPr/>
        <p:nvPr/>
      </p:nvGrpSpPr>
      <p:grpSpPr>
        <a:xfrm>
          <a:off x="0" y="0"/>
          <a:ext cx="0" cy="0"/>
          <a:chOff x="0" y="0"/>
          <a:chExt cx="0" cy="0"/>
        </a:xfrm>
      </p:grpSpPr>
      <p:sp>
        <p:nvSpPr>
          <p:cNvPr id="875" name="Google Shape;875;p7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6" name="Google Shape;876;p7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877" name="Shape 877"/>
        <p:cNvGrpSpPr/>
        <p:nvPr/>
      </p:nvGrpSpPr>
      <p:grpSpPr>
        <a:xfrm>
          <a:off x="0" y="0"/>
          <a:ext cx="0" cy="0"/>
          <a:chOff x="0" y="0"/>
          <a:chExt cx="0" cy="0"/>
        </a:xfrm>
      </p:grpSpPr>
      <p:sp>
        <p:nvSpPr>
          <p:cNvPr id="878" name="Google Shape;878;p78"/>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9" name="Google Shape;879;p7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80" name="Google Shape;880;p78"/>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1" name="Google Shape;881;p78"/>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2" name="Google Shape;882;p78"/>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3" name="Google Shape;883;p78"/>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4" name="Google Shape;884;p78"/>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5" name="Google Shape;885;p78"/>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886" name="Shape 886"/>
        <p:cNvGrpSpPr/>
        <p:nvPr/>
      </p:nvGrpSpPr>
      <p:grpSpPr>
        <a:xfrm>
          <a:off x="0" y="0"/>
          <a:ext cx="0" cy="0"/>
          <a:chOff x="0" y="0"/>
          <a:chExt cx="0" cy="0"/>
        </a:xfrm>
      </p:grpSpPr>
      <p:sp>
        <p:nvSpPr>
          <p:cNvPr id="887" name="Google Shape;887;p7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8" name="Google Shape;888;p79"/>
          <p:cNvSpPr/>
          <p:nvPr>
            <p:ph idx="2" type="pic"/>
          </p:nvPr>
        </p:nvSpPr>
        <p:spPr>
          <a:xfrm>
            <a:off x="4928245" y="1953118"/>
            <a:ext cx="2335511" cy="2071068"/>
          </a:xfrm>
          <a:prstGeom prst="rect">
            <a:avLst/>
          </a:prstGeom>
          <a:noFill/>
          <a:ln>
            <a:noFill/>
          </a:ln>
        </p:spPr>
      </p:sp>
      <p:sp>
        <p:nvSpPr>
          <p:cNvPr id="889" name="Google Shape;889;p79"/>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0" name="Google Shape;890;p79"/>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1" name="Google Shape;891;p79"/>
          <p:cNvSpPr/>
          <p:nvPr>
            <p:ph idx="4" type="pic"/>
          </p:nvPr>
        </p:nvSpPr>
        <p:spPr>
          <a:xfrm>
            <a:off x="1490460" y="1953118"/>
            <a:ext cx="2335511" cy="2071068"/>
          </a:xfrm>
          <a:prstGeom prst="rect">
            <a:avLst/>
          </a:prstGeom>
          <a:noFill/>
          <a:ln>
            <a:noFill/>
          </a:ln>
        </p:spPr>
      </p:sp>
      <p:sp>
        <p:nvSpPr>
          <p:cNvPr id="892" name="Google Shape;892;p79"/>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3" name="Google Shape;893;p79"/>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4" name="Google Shape;894;p79"/>
          <p:cNvSpPr/>
          <p:nvPr>
            <p:ph idx="7" type="pic"/>
          </p:nvPr>
        </p:nvSpPr>
        <p:spPr>
          <a:xfrm>
            <a:off x="8360095" y="1953118"/>
            <a:ext cx="2335511" cy="2071068"/>
          </a:xfrm>
          <a:prstGeom prst="rect">
            <a:avLst/>
          </a:prstGeom>
          <a:noFill/>
          <a:ln>
            <a:noFill/>
          </a:ln>
        </p:spPr>
      </p:sp>
      <p:sp>
        <p:nvSpPr>
          <p:cNvPr id="895" name="Google Shape;895;p79"/>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6" name="Google Shape;896;p79"/>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97" name="Google Shape;897;p7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898" name="Shape 898"/>
        <p:cNvGrpSpPr/>
        <p:nvPr/>
      </p:nvGrpSpPr>
      <p:grpSpPr>
        <a:xfrm>
          <a:off x="0" y="0"/>
          <a:ext cx="0" cy="0"/>
          <a:chOff x="0" y="0"/>
          <a:chExt cx="0" cy="0"/>
        </a:xfrm>
      </p:grpSpPr>
      <p:sp>
        <p:nvSpPr>
          <p:cNvPr id="899" name="Google Shape;899;p80"/>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0" name="Google Shape;900;p80"/>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1" name="Google Shape;901;p8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02" name="Google Shape;902;p80"/>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903" name="Shape 903"/>
        <p:cNvGrpSpPr/>
        <p:nvPr/>
      </p:nvGrpSpPr>
      <p:grpSpPr>
        <a:xfrm>
          <a:off x="0" y="0"/>
          <a:ext cx="0" cy="0"/>
          <a:chOff x="0" y="0"/>
          <a:chExt cx="0" cy="0"/>
        </a:xfrm>
      </p:grpSpPr>
      <p:sp>
        <p:nvSpPr>
          <p:cNvPr id="904" name="Google Shape;904;p81"/>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5" name="Google Shape;905;p81"/>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6" name="Google Shape;906;p81"/>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7" name="Google Shape;907;p8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08" name="Google Shape;908;p81"/>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909" name="Shape 909"/>
        <p:cNvGrpSpPr/>
        <p:nvPr/>
      </p:nvGrpSpPr>
      <p:grpSpPr>
        <a:xfrm>
          <a:off x="0" y="0"/>
          <a:ext cx="0" cy="0"/>
          <a:chOff x="0" y="0"/>
          <a:chExt cx="0" cy="0"/>
        </a:xfrm>
      </p:grpSpPr>
      <p:sp>
        <p:nvSpPr>
          <p:cNvPr id="910" name="Google Shape;910;p82"/>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1" name="Google Shape;911;p82"/>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12" name="Google Shape;912;p8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wo Content">
  <p:cSld name="1_Title and Two Content">
    <p:spTree>
      <p:nvGrpSpPr>
        <p:cNvPr id="913" name="Shape 913"/>
        <p:cNvGrpSpPr/>
        <p:nvPr/>
      </p:nvGrpSpPr>
      <p:grpSpPr>
        <a:xfrm>
          <a:off x="0" y="0"/>
          <a:ext cx="0" cy="0"/>
          <a:chOff x="0" y="0"/>
          <a:chExt cx="0" cy="0"/>
        </a:xfrm>
      </p:grpSpPr>
      <p:sp>
        <p:nvSpPr>
          <p:cNvPr id="914" name="Google Shape;914;p83"/>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5" name="Google Shape;915;p83"/>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16" name="Google Shape;916;p83"/>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17" name="Google Shape;917;p8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Comparison">
  <p:cSld name="2_Title and Content Comparison">
    <p:spTree>
      <p:nvGrpSpPr>
        <p:cNvPr id="918" name="Shape 918"/>
        <p:cNvGrpSpPr/>
        <p:nvPr/>
      </p:nvGrpSpPr>
      <p:grpSpPr>
        <a:xfrm>
          <a:off x="0" y="0"/>
          <a:ext cx="0" cy="0"/>
          <a:chOff x="0" y="0"/>
          <a:chExt cx="0" cy="0"/>
        </a:xfrm>
      </p:grpSpPr>
      <p:sp>
        <p:nvSpPr>
          <p:cNvPr id="919" name="Google Shape;919;p84"/>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0" name="Google Shape;920;p84"/>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21" name="Google Shape;921;p84"/>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22" name="Google Shape;922;p84"/>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23" name="Google Shape;923;p84"/>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24" name="Google Shape;924;p8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925" name="Shape 925"/>
        <p:cNvGrpSpPr/>
        <p:nvPr/>
      </p:nvGrpSpPr>
      <p:grpSpPr>
        <a:xfrm>
          <a:off x="0" y="0"/>
          <a:ext cx="0" cy="0"/>
          <a:chOff x="0" y="0"/>
          <a:chExt cx="0" cy="0"/>
        </a:xfrm>
      </p:grpSpPr>
      <p:sp>
        <p:nvSpPr>
          <p:cNvPr id="926" name="Google Shape;926;p85"/>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7" name="Google Shape;927;p8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hree Content">
  <p:cSld name="1_Title and Three Content">
    <p:spTree>
      <p:nvGrpSpPr>
        <p:cNvPr id="928" name="Shape 928"/>
        <p:cNvGrpSpPr/>
        <p:nvPr/>
      </p:nvGrpSpPr>
      <p:grpSpPr>
        <a:xfrm>
          <a:off x="0" y="0"/>
          <a:ext cx="0" cy="0"/>
          <a:chOff x="0" y="0"/>
          <a:chExt cx="0" cy="0"/>
        </a:xfrm>
      </p:grpSpPr>
      <p:sp>
        <p:nvSpPr>
          <p:cNvPr id="929" name="Google Shape;929;p8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0" name="Google Shape;930;p8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1" name="Google Shape;931;p86"/>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2" name="Google Shape;932;p86"/>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3" name="Google Shape;933;p86"/>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4" name="Google Shape;934;p86"/>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5" name="Google Shape;935;p86"/>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6" name="Google Shape;936;p86"/>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3 Images">
  <p:cSld name="1_Title and 3 Images">
    <p:spTree>
      <p:nvGrpSpPr>
        <p:cNvPr id="937" name="Shape 937"/>
        <p:cNvGrpSpPr/>
        <p:nvPr/>
      </p:nvGrpSpPr>
      <p:grpSpPr>
        <a:xfrm>
          <a:off x="0" y="0"/>
          <a:ext cx="0" cy="0"/>
          <a:chOff x="0" y="0"/>
          <a:chExt cx="0" cy="0"/>
        </a:xfrm>
      </p:grpSpPr>
      <p:sp>
        <p:nvSpPr>
          <p:cNvPr id="938" name="Google Shape;938;p8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9" name="Google Shape;939;p87"/>
          <p:cNvSpPr/>
          <p:nvPr>
            <p:ph idx="2" type="pic"/>
          </p:nvPr>
        </p:nvSpPr>
        <p:spPr>
          <a:xfrm>
            <a:off x="4928245" y="1953118"/>
            <a:ext cx="2335511" cy="2071068"/>
          </a:xfrm>
          <a:prstGeom prst="rect">
            <a:avLst/>
          </a:prstGeom>
          <a:noFill/>
          <a:ln>
            <a:noFill/>
          </a:ln>
        </p:spPr>
      </p:sp>
      <p:sp>
        <p:nvSpPr>
          <p:cNvPr id="940" name="Google Shape;940;p87"/>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41" name="Google Shape;941;p87"/>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42" name="Google Shape;942;p87"/>
          <p:cNvSpPr/>
          <p:nvPr>
            <p:ph idx="4" type="pic"/>
          </p:nvPr>
        </p:nvSpPr>
        <p:spPr>
          <a:xfrm>
            <a:off x="1490460" y="1953118"/>
            <a:ext cx="2335511" cy="2071068"/>
          </a:xfrm>
          <a:prstGeom prst="rect">
            <a:avLst/>
          </a:prstGeom>
          <a:noFill/>
          <a:ln>
            <a:noFill/>
          </a:ln>
        </p:spPr>
      </p:sp>
      <p:sp>
        <p:nvSpPr>
          <p:cNvPr id="943" name="Google Shape;943;p87"/>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44" name="Google Shape;944;p87"/>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45" name="Google Shape;945;p87"/>
          <p:cNvSpPr/>
          <p:nvPr>
            <p:ph idx="7" type="pic"/>
          </p:nvPr>
        </p:nvSpPr>
        <p:spPr>
          <a:xfrm>
            <a:off x="8360095" y="1953118"/>
            <a:ext cx="2335511" cy="2071068"/>
          </a:xfrm>
          <a:prstGeom prst="rect">
            <a:avLst/>
          </a:prstGeom>
          <a:noFill/>
          <a:ln>
            <a:noFill/>
          </a:ln>
        </p:spPr>
      </p:sp>
      <p:sp>
        <p:nvSpPr>
          <p:cNvPr id="946" name="Google Shape;946;p87"/>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47" name="Google Shape;947;p87"/>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48" name="Google Shape;948;p8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_Content Right">
  <p:cSld name="1_Title and Text Left_Content Right">
    <p:spTree>
      <p:nvGrpSpPr>
        <p:cNvPr id="949" name="Shape 949"/>
        <p:cNvGrpSpPr/>
        <p:nvPr/>
      </p:nvGrpSpPr>
      <p:grpSpPr>
        <a:xfrm>
          <a:off x="0" y="0"/>
          <a:ext cx="0" cy="0"/>
          <a:chOff x="0" y="0"/>
          <a:chExt cx="0" cy="0"/>
        </a:xfrm>
      </p:grpSpPr>
      <p:sp>
        <p:nvSpPr>
          <p:cNvPr id="950" name="Google Shape;950;p88"/>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1" name="Google Shape;951;p88"/>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solidFill>
                  <a:schemeClr val="lt1"/>
                </a:solidFill>
              </a:defRPr>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52" name="Google Shape;952;p8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3" name="Google Shape;953;p88"/>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954" name="Shape 954"/>
        <p:cNvGrpSpPr/>
        <p:nvPr/>
      </p:nvGrpSpPr>
      <p:grpSpPr>
        <a:xfrm>
          <a:off x="0" y="0"/>
          <a:ext cx="0" cy="0"/>
          <a:chOff x="0" y="0"/>
          <a:chExt cx="0" cy="0"/>
        </a:xfrm>
      </p:grpSpPr>
      <p:sp>
        <p:nvSpPr>
          <p:cNvPr id="955" name="Google Shape;955;p89"/>
          <p:cNvSpPr/>
          <p:nvPr/>
        </p:nvSpPr>
        <p:spPr>
          <a:xfrm>
            <a:off x="6096000" y="0"/>
            <a:ext cx="6096000" cy="620877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6" name="Google Shape;956;p89"/>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7" name="Google Shape;957;p89"/>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solidFill>
                  <a:schemeClr val="lt1"/>
                </a:solidFill>
              </a:defRPr>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58" name="Google Shape;958;p8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9" name="Google Shape;959;p89"/>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_Text Right">
  <p:cSld name="1_Title and Text Left_Text Right">
    <p:spTree>
      <p:nvGrpSpPr>
        <p:cNvPr id="960" name="Shape 960"/>
        <p:cNvGrpSpPr/>
        <p:nvPr/>
      </p:nvGrpSpPr>
      <p:grpSpPr>
        <a:xfrm>
          <a:off x="0" y="0"/>
          <a:ext cx="0" cy="0"/>
          <a:chOff x="0" y="0"/>
          <a:chExt cx="0" cy="0"/>
        </a:xfrm>
      </p:grpSpPr>
      <p:sp>
        <p:nvSpPr>
          <p:cNvPr id="961" name="Google Shape;961;p90"/>
          <p:cNvSpPr/>
          <p:nvPr/>
        </p:nvSpPr>
        <p:spPr>
          <a:xfrm>
            <a:off x="6096000" y="0"/>
            <a:ext cx="6096000" cy="620877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2" name="Google Shape;962;p90"/>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3" name="Google Shape;963;p90"/>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solidFill>
                  <a:schemeClr val="lt1"/>
                </a:solidFill>
              </a:defRPr>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64" name="Google Shape;964;p9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65" name="Google Shape;965;p90"/>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 Multiple_Content Right" showMasterSp="0">
  <p:cSld name="1_Title and Text Left Multiple_Content Right">
    <p:spTree>
      <p:nvGrpSpPr>
        <p:cNvPr id="966" name="Shape 966"/>
        <p:cNvGrpSpPr/>
        <p:nvPr/>
      </p:nvGrpSpPr>
      <p:grpSpPr>
        <a:xfrm>
          <a:off x="0" y="0"/>
          <a:ext cx="0" cy="0"/>
          <a:chOff x="0" y="0"/>
          <a:chExt cx="0" cy="0"/>
        </a:xfrm>
      </p:grpSpPr>
      <p:sp>
        <p:nvSpPr>
          <p:cNvPr id="967" name="Google Shape;967;p91"/>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8" name="Google Shape;968;p9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69" name="Google Shape;969;p9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70" name="Google Shape;970;p9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971" name="Google Shape;971;p91"/>
          <p:cNvSpPr/>
          <p:nvPr>
            <p:ph idx="2" type="pic"/>
          </p:nvPr>
        </p:nvSpPr>
        <p:spPr>
          <a:xfrm>
            <a:off x="6096000" y="0"/>
            <a:ext cx="6099048" cy="6217920"/>
          </a:xfrm>
          <a:prstGeom prst="rect">
            <a:avLst/>
          </a:prstGeom>
          <a:noFill/>
          <a:ln>
            <a:noFill/>
          </a:ln>
        </p:spPr>
      </p:sp>
      <p:sp>
        <p:nvSpPr>
          <p:cNvPr id="972" name="Google Shape;972;p9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Large Image">
  <p:cSld name="1_Title and Large Image">
    <p:spTree>
      <p:nvGrpSpPr>
        <p:cNvPr id="973" name="Shape 973"/>
        <p:cNvGrpSpPr/>
        <p:nvPr/>
      </p:nvGrpSpPr>
      <p:grpSpPr>
        <a:xfrm>
          <a:off x="0" y="0"/>
          <a:ext cx="0" cy="0"/>
          <a:chOff x="0" y="0"/>
          <a:chExt cx="0" cy="0"/>
        </a:xfrm>
      </p:grpSpPr>
      <p:sp>
        <p:nvSpPr>
          <p:cNvPr id="974" name="Google Shape;974;p9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5" name="Google Shape;975;p92"/>
          <p:cNvSpPr/>
          <p:nvPr>
            <p:ph idx="2" type="pic"/>
          </p:nvPr>
        </p:nvSpPr>
        <p:spPr>
          <a:xfrm>
            <a:off x="0" y="1142999"/>
            <a:ext cx="12192000" cy="5084065"/>
          </a:xfrm>
          <a:prstGeom prst="rect">
            <a:avLst/>
          </a:prstGeom>
          <a:noFill/>
          <a:ln>
            <a:noFill/>
          </a:ln>
        </p:spPr>
      </p:sp>
      <p:sp>
        <p:nvSpPr>
          <p:cNvPr id="976" name="Google Shape;976;p92"/>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77" name="Google Shape;977;p92"/>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78" name="Google Shape;978;p92"/>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Three Content">
  <p:cSld name="2_Title and Three Content">
    <p:spTree>
      <p:nvGrpSpPr>
        <p:cNvPr id="979" name="Shape 979"/>
        <p:cNvGrpSpPr/>
        <p:nvPr/>
      </p:nvGrpSpPr>
      <p:grpSpPr>
        <a:xfrm>
          <a:off x="0" y="0"/>
          <a:ext cx="0" cy="0"/>
          <a:chOff x="0" y="0"/>
          <a:chExt cx="0" cy="0"/>
        </a:xfrm>
      </p:grpSpPr>
      <p:sp>
        <p:nvSpPr>
          <p:cNvPr id="980" name="Google Shape;980;p9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1" name="Google Shape;981;p9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82" name="Google Shape;982;p93"/>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83" name="Google Shape;983;p93"/>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84" name="Google Shape;984;p93"/>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85" name="Google Shape;985;p93"/>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86" name="Google Shape;986;p93"/>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87" name="Google Shape;987;p93"/>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3 Images">
  <p:cSld name="2_Title and 3 Images">
    <p:spTree>
      <p:nvGrpSpPr>
        <p:cNvPr id="988" name="Shape 988"/>
        <p:cNvGrpSpPr/>
        <p:nvPr/>
      </p:nvGrpSpPr>
      <p:grpSpPr>
        <a:xfrm>
          <a:off x="0" y="0"/>
          <a:ext cx="0" cy="0"/>
          <a:chOff x="0" y="0"/>
          <a:chExt cx="0" cy="0"/>
        </a:xfrm>
      </p:grpSpPr>
      <p:sp>
        <p:nvSpPr>
          <p:cNvPr id="989" name="Google Shape;989;p94"/>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0" name="Google Shape;990;p94"/>
          <p:cNvSpPr/>
          <p:nvPr>
            <p:ph idx="2" type="pic"/>
          </p:nvPr>
        </p:nvSpPr>
        <p:spPr>
          <a:xfrm>
            <a:off x="4928245" y="1953118"/>
            <a:ext cx="2335511" cy="2071068"/>
          </a:xfrm>
          <a:prstGeom prst="rect">
            <a:avLst/>
          </a:prstGeom>
          <a:noFill/>
          <a:ln>
            <a:noFill/>
          </a:ln>
        </p:spPr>
      </p:sp>
      <p:sp>
        <p:nvSpPr>
          <p:cNvPr id="991" name="Google Shape;991;p94"/>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2" name="Google Shape;992;p94"/>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3" name="Google Shape;993;p94"/>
          <p:cNvSpPr/>
          <p:nvPr>
            <p:ph idx="4" type="pic"/>
          </p:nvPr>
        </p:nvSpPr>
        <p:spPr>
          <a:xfrm>
            <a:off x="1490460" y="1953118"/>
            <a:ext cx="2335511" cy="2071068"/>
          </a:xfrm>
          <a:prstGeom prst="rect">
            <a:avLst/>
          </a:prstGeom>
          <a:noFill/>
          <a:ln>
            <a:noFill/>
          </a:ln>
        </p:spPr>
      </p:sp>
      <p:sp>
        <p:nvSpPr>
          <p:cNvPr id="994" name="Google Shape;994;p94"/>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5" name="Google Shape;995;p94"/>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6" name="Google Shape;996;p94"/>
          <p:cNvSpPr/>
          <p:nvPr>
            <p:ph idx="7" type="pic"/>
          </p:nvPr>
        </p:nvSpPr>
        <p:spPr>
          <a:xfrm>
            <a:off x="8360095" y="1953118"/>
            <a:ext cx="2335511" cy="2071068"/>
          </a:xfrm>
          <a:prstGeom prst="rect">
            <a:avLst/>
          </a:prstGeom>
          <a:noFill/>
          <a:ln>
            <a:noFill/>
          </a:ln>
        </p:spPr>
      </p:sp>
      <p:sp>
        <p:nvSpPr>
          <p:cNvPr id="997" name="Google Shape;997;p94"/>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8" name="Google Shape;998;p94"/>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99" name="Google Shape;999;p9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Large Image">
  <p:cSld name="2_Title and Large Image">
    <p:spTree>
      <p:nvGrpSpPr>
        <p:cNvPr id="1000" name="Shape 1000"/>
        <p:cNvGrpSpPr/>
        <p:nvPr/>
      </p:nvGrpSpPr>
      <p:grpSpPr>
        <a:xfrm>
          <a:off x="0" y="0"/>
          <a:ext cx="0" cy="0"/>
          <a:chOff x="0" y="0"/>
          <a:chExt cx="0" cy="0"/>
        </a:xfrm>
      </p:grpSpPr>
      <p:sp>
        <p:nvSpPr>
          <p:cNvPr id="1001" name="Google Shape;1001;p95"/>
          <p:cNvSpPr/>
          <p:nvPr>
            <p:ph idx="2" type="pic"/>
          </p:nvPr>
        </p:nvSpPr>
        <p:spPr>
          <a:xfrm>
            <a:off x="0" y="1142999"/>
            <a:ext cx="12192000" cy="5084065"/>
          </a:xfrm>
          <a:prstGeom prst="rect">
            <a:avLst/>
          </a:prstGeom>
          <a:noFill/>
          <a:ln>
            <a:noFill/>
          </a:ln>
        </p:spPr>
      </p:sp>
      <p:sp>
        <p:nvSpPr>
          <p:cNvPr id="1002" name="Google Shape;1002;p95"/>
          <p:cNvSpPr/>
          <p:nvPr/>
        </p:nvSpPr>
        <p:spPr>
          <a:xfrm>
            <a:off x="0" y="-1"/>
            <a:ext cx="12192000" cy="114300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3" name="Google Shape;1003;p9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04" name="Google Shape;1004;p95"/>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16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005" name="Google Shape;1005;p95"/>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012" name="Shape 1012"/>
        <p:cNvGrpSpPr/>
        <p:nvPr/>
      </p:nvGrpSpPr>
      <p:grpSpPr>
        <a:xfrm>
          <a:off x="0" y="0"/>
          <a:ext cx="0" cy="0"/>
          <a:chOff x="0" y="0"/>
          <a:chExt cx="0" cy="0"/>
        </a:xfrm>
      </p:grpSpPr>
      <p:sp>
        <p:nvSpPr>
          <p:cNvPr id="1013" name="Google Shape;1013;p4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4" name="Google Shape;1014;p41"/>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15" name="Google Shape;1015;p4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016" name="Shape 1016"/>
        <p:cNvGrpSpPr/>
        <p:nvPr/>
      </p:nvGrpSpPr>
      <p:grpSpPr>
        <a:xfrm>
          <a:off x="0" y="0"/>
          <a:ext cx="0" cy="0"/>
          <a:chOff x="0" y="0"/>
          <a:chExt cx="0" cy="0"/>
        </a:xfrm>
      </p:grpSpPr>
      <p:sp>
        <p:nvSpPr>
          <p:cNvPr id="1017" name="Google Shape;1017;p112"/>
          <p:cNvSpPr/>
          <p:nvPr/>
        </p:nvSpPr>
        <p:spPr>
          <a:xfrm rot="10800000">
            <a:off x="-6283" y="0"/>
            <a:ext cx="12204565"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8" name="Google Shape;1018;p112"/>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9" name="Google Shape;1019;p112"/>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1020" name="Google Shape;1020;p112"/>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1021" name="Google Shape;1021;p112"/>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
        <p:nvSpPr>
          <p:cNvPr id="1022" name="Google Shape;1022;p112"/>
          <p:cNvSpPr txBox="1"/>
          <p:nvPr/>
        </p:nvSpPr>
        <p:spPr>
          <a:xfrm>
            <a:off x="1524000" y="5169735"/>
            <a:ext cx="9144000" cy="9144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Florian Bay, Paola Perina &amp; Diane Richardson </a:t>
            </a:r>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023" name="Shape 1023"/>
        <p:cNvGrpSpPr/>
        <p:nvPr/>
      </p:nvGrpSpPr>
      <p:grpSpPr>
        <a:xfrm>
          <a:off x="0" y="0"/>
          <a:ext cx="0" cy="0"/>
          <a:chOff x="0" y="0"/>
          <a:chExt cx="0" cy="0"/>
        </a:xfrm>
      </p:grpSpPr>
      <p:sp>
        <p:nvSpPr>
          <p:cNvPr id="1024" name="Google Shape;1024;p113"/>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5" name="Google Shape;1025;p113"/>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1026" name="Google Shape;1026;p113"/>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1027" name="Google Shape;1027;p113"/>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
        <p:nvSpPr>
          <p:cNvPr id="1028" name="Google Shape;1028;p113"/>
          <p:cNvSpPr txBox="1"/>
          <p:nvPr/>
        </p:nvSpPr>
        <p:spPr>
          <a:xfrm>
            <a:off x="1524000" y="5169735"/>
            <a:ext cx="9144000" cy="9144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Florian Bay, Paola Perina &amp; Diane Richardson </a:t>
            </a:r>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p:cSld name="Spacer Slide">
    <p:spTree>
      <p:nvGrpSpPr>
        <p:cNvPr id="1029" name="Shape 1029"/>
        <p:cNvGrpSpPr/>
        <p:nvPr/>
      </p:nvGrpSpPr>
      <p:grpSpPr>
        <a:xfrm>
          <a:off x="0" y="0"/>
          <a:ext cx="0" cy="0"/>
          <a:chOff x="0" y="0"/>
          <a:chExt cx="0" cy="0"/>
        </a:xfrm>
      </p:grpSpPr>
      <p:sp>
        <p:nvSpPr>
          <p:cNvPr id="1030" name="Google Shape;1030;p114"/>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1" name="Google Shape;1031;p114"/>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32" name="Google Shape;1032;p114"/>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033" name="Google Shape;1033;p114"/>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4" name="Google Shape;1034;p114"/>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pacer Slide" showMasterSp="0">
  <p:cSld name="2_Spacer Slide">
    <p:spTree>
      <p:nvGrpSpPr>
        <p:cNvPr id="1035" name="Shape 1035"/>
        <p:cNvGrpSpPr/>
        <p:nvPr/>
      </p:nvGrpSpPr>
      <p:grpSpPr>
        <a:xfrm>
          <a:off x="0" y="0"/>
          <a:ext cx="0" cy="0"/>
          <a:chOff x="0" y="0"/>
          <a:chExt cx="0" cy="0"/>
        </a:xfrm>
      </p:grpSpPr>
      <p:sp>
        <p:nvSpPr>
          <p:cNvPr id="1036" name="Google Shape;1036;p115"/>
          <p:cNvSpPr/>
          <p:nvPr/>
        </p:nvSpPr>
        <p:spPr>
          <a:xfrm rot="10800000">
            <a:off x="-3" y="0"/>
            <a:ext cx="12192001" cy="6204857"/>
          </a:xfrm>
          <a:prstGeom prst="rect">
            <a:avLst/>
          </a:prstGeom>
          <a:gradFill>
            <a:gsLst>
              <a:gs pos="0">
                <a:srgbClr val="4D1720"/>
              </a:gs>
              <a:gs pos="74000">
                <a:srgbClr val="772432"/>
              </a:gs>
              <a:gs pos="100000">
                <a:srgbClr val="77243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7" name="Google Shape;1037;p115"/>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38" name="Google Shape;1038;p115"/>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039" name="Google Shape;1039;p115"/>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0" name="Google Shape;1040;p115"/>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pacer Slide" showMasterSp="0">
  <p:cSld name="1_Spacer Slide">
    <p:spTree>
      <p:nvGrpSpPr>
        <p:cNvPr id="1041" name="Shape 1041"/>
        <p:cNvGrpSpPr/>
        <p:nvPr/>
      </p:nvGrpSpPr>
      <p:grpSpPr>
        <a:xfrm>
          <a:off x="0" y="0"/>
          <a:ext cx="0" cy="0"/>
          <a:chOff x="0" y="0"/>
          <a:chExt cx="0" cy="0"/>
        </a:xfrm>
      </p:grpSpPr>
      <p:sp>
        <p:nvSpPr>
          <p:cNvPr id="1042" name="Google Shape;1042;p116"/>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43" name="Google Shape;1043;p116"/>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044" name="Google Shape;1044;p116"/>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5" name="Google Shape;1045;p116"/>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046" name="Shape 1046"/>
        <p:cNvGrpSpPr/>
        <p:nvPr/>
      </p:nvGrpSpPr>
      <p:grpSpPr>
        <a:xfrm>
          <a:off x="0" y="0"/>
          <a:ext cx="0" cy="0"/>
          <a:chOff x="0" y="0"/>
          <a:chExt cx="0" cy="0"/>
        </a:xfrm>
      </p:grpSpPr>
      <p:sp>
        <p:nvSpPr>
          <p:cNvPr id="1047" name="Google Shape;1047;p117"/>
          <p:cNvSpPr/>
          <p:nvPr/>
        </p:nvSpPr>
        <p:spPr>
          <a:xfrm rot="10800000">
            <a:off x="-3" y="0"/>
            <a:ext cx="12192001" cy="6204857"/>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8" name="Google Shape;1048;p117"/>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9" name="Google Shape;1049;p117"/>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50" name="Google Shape;1050;p11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051" name="Shape 1051"/>
        <p:cNvGrpSpPr/>
        <p:nvPr/>
      </p:nvGrpSpPr>
      <p:grpSpPr>
        <a:xfrm>
          <a:off x="0" y="0"/>
          <a:ext cx="0" cy="0"/>
          <a:chOff x="0" y="0"/>
          <a:chExt cx="0" cy="0"/>
        </a:xfrm>
      </p:grpSpPr>
      <p:sp>
        <p:nvSpPr>
          <p:cNvPr id="1052" name="Google Shape;1052;p118"/>
          <p:cNvSpPr/>
          <p:nvPr/>
        </p:nvSpPr>
        <p:spPr>
          <a:xfrm rot="10800000">
            <a:off x="-3" y="0"/>
            <a:ext cx="12192001" cy="6204857"/>
          </a:xfrm>
          <a:prstGeom prst="rect">
            <a:avLst/>
          </a:prstGeom>
          <a:gradFill>
            <a:gsLst>
              <a:gs pos="0">
                <a:srgbClr val="4D1720"/>
              </a:gs>
              <a:gs pos="74000">
                <a:srgbClr val="772432"/>
              </a:gs>
              <a:gs pos="100000">
                <a:srgbClr val="77243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3" name="Google Shape;1053;p118"/>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4" name="Google Shape;1054;p118"/>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55" name="Google Shape;1055;p11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1056" name="Shape 1056"/>
        <p:cNvGrpSpPr/>
        <p:nvPr/>
      </p:nvGrpSpPr>
      <p:grpSpPr>
        <a:xfrm>
          <a:off x="0" y="0"/>
          <a:ext cx="0" cy="0"/>
          <a:chOff x="0" y="0"/>
          <a:chExt cx="0" cy="0"/>
        </a:xfrm>
      </p:grpSpPr>
      <p:sp>
        <p:nvSpPr>
          <p:cNvPr id="1057" name="Google Shape;1057;p119"/>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8" name="Google Shape;1058;p119"/>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59" name="Google Shape;1059;p119"/>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60" name="Google Shape;1060;p11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1061" name="Shape 1061"/>
        <p:cNvGrpSpPr/>
        <p:nvPr/>
      </p:nvGrpSpPr>
      <p:grpSpPr>
        <a:xfrm>
          <a:off x="0" y="0"/>
          <a:ext cx="0" cy="0"/>
          <a:chOff x="0" y="0"/>
          <a:chExt cx="0" cy="0"/>
        </a:xfrm>
      </p:grpSpPr>
      <p:sp>
        <p:nvSpPr>
          <p:cNvPr id="1062" name="Google Shape;1062;p120"/>
          <p:cNvSpPr/>
          <p:nvPr/>
        </p:nvSpPr>
        <p:spPr>
          <a:xfrm rot="10800000">
            <a:off x="0" y="-1"/>
            <a:ext cx="12192000" cy="6216556"/>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3" name="Google Shape;1063;p120"/>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4" name="Google Shape;1064;p120"/>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65" name="Google Shape;1065;p120"/>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66" name="Google Shape;1066;p120"/>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67" name="Google Shape;1067;p120"/>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68" name="Google Shape;1068;p12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Comparison">
  <p:cSld name="1_Title and Content Comparison">
    <p:spTree>
      <p:nvGrpSpPr>
        <p:cNvPr id="1069" name="Shape 1069"/>
        <p:cNvGrpSpPr/>
        <p:nvPr/>
      </p:nvGrpSpPr>
      <p:grpSpPr>
        <a:xfrm>
          <a:off x="0" y="0"/>
          <a:ext cx="0" cy="0"/>
          <a:chOff x="0" y="0"/>
          <a:chExt cx="0" cy="0"/>
        </a:xfrm>
      </p:grpSpPr>
      <p:sp>
        <p:nvSpPr>
          <p:cNvPr id="1070" name="Google Shape;1070;p121"/>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1" name="Google Shape;1071;p121"/>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2" name="Google Shape;1072;p121"/>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73" name="Google Shape;1073;p121"/>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4" name="Google Shape;1074;p121"/>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75" name="Google Shape;1075;p12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6" name="Shape 1076"/>
        <p:cNvGrpSpPr/>
        <p:nvPr/>
      </p:nvGrpSpPr>
      <p:grpSpPr>
        <a:xfrm>
          <a:off x="0" y="0"/>
          <a:ext cx="0" cy="0"/>
          <a:chOff x="0" y="0"/>
          <a:chExt cx="0" cy="0"/>
        </a:xfrm>
      </p:grpSpPr>
      <p:sp>
        <p:nvSpPr>
          <p:cNvPr id="1077" name="Google Shape;1077;p12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8" name="Google Shape;1078;p12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079" name="Shape 1079"/>
        <p:cNvGrpSpPr/>
        <p:nvPr/>
      </p:nvGrpSpPr>
      <p:grpSpPr>
        <a:xfrm>
          <a:off x="0" y="0"/>
          <a:ext cx="0" cy="0"/>
          <a:chOff x="0" y="0"/>
          <a:chExt cx="0" cy="0"/>
        </a:xfrm>
      </p:grpSpPr>
      <p:sp>
        <p:nvSpPr>
          <p:cNvPr id="1080" name="Google Shape;1080;p12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1" name="Google Shape;1081;p12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82" name="Google Shape;1082;p123"/>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83" name="Google Shape;1083;p123"/>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84" name="Google Shape;1084;p123"/>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1"/>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85" name="Google Shape;1085;p123"/>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86" name="Google Shape;1086;p123"/>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87" name="Google Shape;1087;p123"/>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1088" name="Shape 1088"/>
        <p:cNvGrpSpPr/>
        <p:nvPr/>
      </p:nvGrpSpPr>
      <p:grpSpPr>
        <a:xfrm>
          <a:off x="0" y="0"/>
          <a:ext cx="0" cy="0"/>
          <a:chOff x="0" y="0"/>
          <a:chExt cx="0" cy="0"/>
        </a:xfrm>
      </p:grpSpPr>
      <p:sp>
        <p:nvSpPr>
          <p:cNvPr id="1089" name="Google Shape;1089;p124"/>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0" name="Google Shape;1090;p124"/>
          <p:cNvSpPr/>
          <p:nvPr>
            <p:ph idx="2" type="pic"/>
          </p:nvPr>
        </p:nvSpPr>
        <p:spPr>
          <a:xfrm>
            <a:off x="4928245" y="1953118"/>
            <a:ext cx="2335511" cy="2071068"/>
          </a:xfrm>
          <a:prstGeom prst="rect">
            <a:avLst/>
          </a:prstGeom>
          <a:noFill/>
          <a:ln>
            <a:noFill/>
          </a:ln>
        </p:spPr>
      </p:sp>
      <p:sp>
        <p:nvSpPr>
          <p:cNvPr id="1091" name="Google Shape;1091;p124"/>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2" name="Google Shape;1092;p124"/>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3" name="Google Shape;1093;p124"/>
          <p:cNvSpPr/>
          <p:nvPr>
            <p:ph idx="4" type="pic"/>
          </p:nvPr>
        </p:nvSpPr>
        <p:spPr>
          <a:xfrm>
            <a:off x="1490460" y="1953118"/>
            <a:ext cx="2335511" cy="2071068"/>
          </a:xfrm>
          <a:prstGeom prst="rect">
            <a:avLst/>
          </a:prstGeom>
          <a:noFill/>
          <a:ln>
            <a:noFill/>
          </a:ln>
        </p:spPr>
      </p:sp>
      <p:sp>
        <p:nvSpPr>
          <p:cNvPr id="1094" name="Google Shape;1094;p124"/>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5" name="Google Shape;1095;p124"/>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6" name="Google Shape;1096;p124"/>
          <p:cNvSpPr/>
          <p:nvPr>
            <p:ph idx="7" type="pic"/>
          </p:nvPr>
        </p:nvSpPr>
        <p:spPr>
          <a:xfrm>
            <a:off x="8360095" y="1953118"/>
            <a:ext cx="2335511" cy="2071068"/>
          </a:xfrm>
          <a:prstGeom prst="rect">
            <a:avLst/>
          </a:prstGeom>
          <a:noFill/>
          <a:ln>
            <a:noFill/>
          </a:ln>
        </p:spPr>
      </p:sp>
      <p:sp>
        <p:nvSpPr>
          <p:cNvPr id="1097" name="Google Shape;1097;p124"/>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1"/>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8" name="Google Shape;1098;p124"/>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9" name="Google Shape;1099;p12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1100" name="Shape 1100"/>
        <p:cNvGrpSpPr/>
        <p:nvPr/>
      </p:nvGrpSpPr>
      <p:grpSpPr>
        <a:xfrm>
          <a:off x="0" y="0"/>
          <a:ext cx="0" cy="0"/>
          <a:chOff x="0" y="0"/>
          <a:chExt cx="0" cy="0"/>
        </a:xfrm>
      </p:grpSpPr>
      <p:sp>
        <p:nvSpPr>
          <p:cNvPr id="1101" name="Google Shape;1101;p125"/>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2" name="Google Shape;1102;p125"/>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03" name="Google Shape;1103;p125"/>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4" name="Google Shape;1104;p125"/>
          <p:cNvSpPr/>
          <p:nvPr>
            <p:ph idx="2" type="pic"/>
          </p:nvPr>
        </p:nvSpPr>
        <p:spPr>
          <a:xfrm>
            <a:off x="1866900" y="1600200"/>
            <a:ext cx="3111500" cy="3159346"/>
          </a:xfrm>
          <a:prstGeom prst="rect">
            <a:avLst/>
          </a:prstGeom>
          <a:noFill/>
          <a:ln>
            <a:noFill/>
          </a:ln>
        </p:spPr>
      </p:sp>
      <p:sp>
        <p:nvSpPr>
          <p:cNvPr id="1105" name="Google Shape;1105;p125"/>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06" name="Google Shape;1106;p125"/>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07" name="Google Shape;1107;p125"/>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8" name="Google Shape;1108;p12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109" name="Google Shape;1109;p125"/>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and Text" showMasterSp="0">
  <p:cSld name="1_Image and Text">
    <p:spTree>
      <p:nvGrpSpPr>
        <p:cNvPr id="1110" name="Shape 1110"/>
        <p:cNvGrpSpPr/>
        <p:nvPr/>
      </p:nvGrpSpPr>
      <p:grpSpPr>
        <a:xfrm>
          <a:off x="0" y="0"/>
          <a:ext cx="0" cy="0"/>
          <a:chOff x="0" y="0"/>
          <a:chExt cx="0" cy="0"/>
        </a:xfrm>
      </p:grpSpPr>
      <p:sp>
        <p:nvSpPr>
          <p:cNvPr id="1111" name="Google Shape;1111;p126"/>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12" name="Google Shape;1112;p126"/>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3" name="Google Shape;1113;p126"/>
          <p:cNvSpPr/>
          <p:nvPr>
            <p:ph idx="2" type="pic"/>
          </p:nvPr>
        </p:nvSpPr>
        <p:spPr>
          <a:xfrm>
            <a:off x="1866900" y="1600200"/>
            <a:ext cx="3111500" cy="3159346"/>
          </a:xfrm>
          <a:prstGeom prst="rect">
            <a:avLst/>
          </a:prstGeom>
          <a:noFill/>
          <a:ln>
            <a:noFill/>
          </a:ln>
        </p:spPr>
      </p:sp>
      <p:sp>
        <p:nvSpPr>
          <p:cNvPr id="1114" name="Google Shape;1114;p126"/>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15" name="Google Shape;1115;p126"/>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16" name="Google Shape;1116;p126"/>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7" name="Google Shape;1117;p12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118" name="Google Shape;1118;p126"/>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type="blank">
  <p:cSld name="BLANK">
    <p:spTree>
      <p:nvGrpSpPr>
        <p:cNvPr id="1119" name="Shape 1119"/>
        <p:cNvGrpSpPr/>
        <p:nvPr/>
      </p:nvGrpSpPr>
      <p:grpSpPr>
        <a:xfrm>
          <a:off x="0" y="0"/>
          <a:ext cx="0" cy="0"/>
          <a:chOff x="0" y="0"/>
          <a:chExt cx="0" cy="0"/>
        </a:xfrm>
      </p:grpSpPr>
      <p:sp>
        <p:nvSpPr>
          <p:cNvPr id="1120" name="Google Shape;1120;p127"/>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1" name="Google Shape;1121;p127"/>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22" name="Google Shape;1122;p127"/>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123" name="Google Shape;1123;p12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spTree>
      <p:nvGrpSpPr>
        <p:cNvPr id="1124" name="Shape 1124"/>
        <p:cNvGrpSpPr/>
        <p:nvPr/>
      </p:nvGrpSpPr>
      <p:grpSpPr>
        <a:xfrm>
          <a:off x="0" y="0"/>
          <a:ext cx="0" cy="0"/>
          <a:chOff x="0" y="0"/>
          <a:chExt cx="0" cy="0"/>
        </a:xfrm>
      </p:grpSpPr>
      <p:sp>
        <p:nvSpPr>
          <p:cNvPr id="1125" name="Google Shape;1125;p128"/>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26" name="Google Shape;1126;p128"/>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127" name="Google Shape;1127;p12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1128" name="Shape 1128"/>
        <p:cNvGrpSpPr/>
        <p:nvPr/>
      </p:nvGrpSpPr>
      <p:grpSpPr>
        <a:xfrm>
          <a:off x="0" y="0"/>
          <a:ext cx="0" cy="0"/>
          <a:chOff x="0" y="0"/>
          <a:chExt cx="0" cy="0"/>
        </a:xfrm>
      </p:grpSpPr>
      <p:sp>
        <p:nvSpPr>
          <p:cNvPr id="1129" name="Google Shape;1129;p129"/>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0" name="Google Shape;1130;p129"/>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31" name="Google Shape;1131;p12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32" name="Google Shape;1132;p129"/>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1133" name="Shape 1133"/>
        <p:cNvGrpSpPr/>
        <p:nvPr/>
      </p:nvGrpSpPr>
      <p:grpSpPr>
        <a:xfrm>
          <a:off x="0" y="0"/>
          <a:ext cx="0" cy="0"/>
          <a:chOff x="0" y="0"/>
          <a:chExt cx="0" cy="0"/>
        </a:xfrm>
      </p:grpSpPr>
      <p:sp>
        <p:nvSpPr>
          <p:cNvPr id="1134" name="Google Shape;1134;p130"/>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5" name="Google Shape;1135;p130"/>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6" name="Google Shape;1136;p130"/>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37" name="Google Shape;1137;p13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38" name="Google Shape;1138;p130"/>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1139" name="Shape 1139"/>
        <p:cNvGrpSpPr/>
        <p:nvPr/>
      </p:nvGrpSpPr>
      <p:grpSpPr>
        <a:xfrm>
          <a:off x="0" y="0"/>
          <a:ext cx="0" cy="0"/>
          <a:chOff x="0" y="0"/>
          <a:chExt cx="0" cy="0"/>
        </a:xfrm>
      </p:grpSpPr>
      <p:sp>
        <p:nvSpPr>
          <p:cNvPr id="1140" name="Google Shape;1140;p131"/>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1" name="Google Shape;1141;p131"/>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2" name="Google Shape;1142;p13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1143" name="Google Shape;1143;p131"/>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1144" name="Google Shape;1144;p131"/>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45" name="Google Shape;1145;p131"/>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146" name="Google Shape;1146;p131"/>
          <p:cNvSpPr/>
          <p:nvPr>
            <p:ph idx="2" type="pic"/>
          </p:nvPr>
        </p:nvSpPr>
        <p:spPr>
          <a:xfrm>
            <a:off x="6096000" y="0"/>
            <a:ext cx="6099048" cy="6217920"/>
          </a:xfrm>
          <a:prstGeom prst="rect">
            <a:avLst/>
          </a:prstGeom>
          <a:noFill/>
          <a:ln>
            <a:noFill/>
          </a:ln>
        </p:spPr>
      </p:sp>
      <p:sp>
        <p:nvSpPr>
          <p:cNvPr id="1147" name="Google Shape;1147;p13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1148" name="Shape 1148"/>
        <p:cNvGrpSpPr/>
        <p:nvPr/>
      </p:nvGrpSpPr>
      <p:grpSpPr>
        <a:xfrm>
          <a:off x="0" y="0"/>
          <a:ext cx="0" cy="0"/>
          <a:chOff x="0" y="0"/>
          <a:chExt cx="0" cy="0"/>
        </a:xfrm>
      </p:grpSpPr>
      <p:sp>
        <p:nvSpPr>
          <p:cNvPr id="1149" name="Google Shape;1149;p132"/>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0" name="Google Shape;1150;p132"/>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1" name="Google Shape;1151;p132"/>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2" name="Google Shape;1152;p132"/>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1153" name="Google Shape;1153;p132"/>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1154" name="Google Shape;1154;p132"/>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55" name="Google Shape;1155;p132"/>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6" name="Google Shape;1156;p13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1"/>
                </a:solidFill>
                <a:latin typeface="Arial"/>
                <a:ea typeface="Arial"/>
                <a:cs typeface="Arial"/>
                <a:sym typeface="Arial"/>
              </a:defRPr>
            </a:lvl1pPr>
            <a:lvl2pPr indent="0" lvl="1" marL="0" algn="r">
              <a:spcBef>
                <a:spcPts val="0"/>
              </a:spcBef>
              <a:buNone/>
              <a:defRPr b="1" sz="1200">
                <a:solidFill>
                  <a:schemeClr val="dk1"/>
                </a:solidFill>
                <a:latin typeface="Arial"/>
                <a:ea typeface="Arial"/>
                <a:cs typeface="Arial"/>
                <a:sym typeface="Arial"/>
              </a:defRPr>
            </a:lvl2pPr>
            <a:lvl3pPr indent="0" lvl="2" marL="0" algn="r">
              <a:spcBef>
                <a:spcPts val="0"/>
              </a:spcBef>
              <a:buNone/>
              <a:defRPr b="1" sz="1200">
                <a:solidFill>
                  <a:schemeClr val="dk1"/>
                </a:solidFill>
                <a:latin typeface="Arial"/>
                <a:ea typeface="Arial"/>
                <a:cs typeface="Arial"/>
                <a:sym typeface="Arial"/>
              </a:defRPr>
            </a:lvl3pPr>
            <a:lvl4pPr indent="0" lvl="3" marL="0" algn="r">
              <a:spcBef>
                <a:spcPts val="0"/>
              </a:spcBef>
              <a:buNone/>
              <a:defRPr b="1" sz="1200">
                <a:solidFill>
                  <a:schemeClr val="dk1"/>
                </a:solidFill>
                <a:latin typeface="Arial"/>
                <a:ea typeface="Arial"/>
                <a:cs typeface="Arial"/>
                <a:sym typeface="Arial"/>
              </a:defRPr>
            </a:lvl4pPr>
            <a:lvl5pPr indent="0" lvl="4" marL="0" algn="r">
              <a:spcBef>
                <a:spcPts val="0"/>
              </a:spcBef>
              <a:buNone/>
              <a:defRPr b="1" sz="1200">
                <a:solidFill>
                  <a:schemeClr val="dk1"/>
                </a:solidFill>
                <a:latin typeface="Arial"/>
                <a:ea typeface="Arial"/>
                <a:cs typeface="Arial"/>
                <a:sym typeface="Arial"/>
              </a:defRPr>
            </a:lvl5pPr>
            <a:lvl6pPr indent="0" lvl="5" marL="0" algn="r">
              <a:spcBef>
                <a:spcPts val="0"/>
              </a:spcBef>
              <a:buNone/>
              <a:defRPr b="1" sz="1200">
                <a:solidFill>
                  <a:schemeClr val="dk1"/>
                </a:solidFill>
                <a:latin typeface="Arial"/>
                <a:ea typeface="Arial"/>
                <a:cs typeface="Arial"/>
                <a:sym typeface="Arial"/>
              </a:defRPr>
            </a:lvl6pPr>
            <a:lvl7pPr indent="0" lvl="6" marL="0" algn="r">
              <a:spcBef>
                <a:spcPts val="0"/>
              </a:spcBef>
              <a:buNone/>
              <a:defRPr b="1" sz="1200">
                <a:solidFill>
                  <a:schemeClr val="dk1"/>
                </a:solidFill>
                <a:latin typeface="Arial"/>
                <a:ea typeface="Arial"/>
                <a:cs typeface="Arial"/>
                <a:sym typeface="Arial"/>
              </a:defRPr>
            </a:lvl7pPr>
            <a:lvl8pPr indent="0" lvl="7" marL="0" algn="r">
              <a:spcBef>
                <a:spcPts val="0"/>
              </a:spcBef>
              <a:buNone/>
              <a:defRPr b="1" sz="1200">
                <a:solidFill>
                  <a:schemeClr val="dk1"/>
                </a:solidFill>
                <a:latin typeface="Arial"/>
                <a:ea typeface="Arial"/>
                <a:cs typeface="Arial"/>
                <a:sym typeface="Arial"/>
              </a:defRPr>
            </a:lvl8pPr>
            <a:lvl9pPr indent="0" lvl="8" marL="0" algn="r">
              <a:spcBef>
                <a:spcPts val="0"/>
              </a:spcBef>
              <a:buNone/>
              <a:defRPr b="1" sz="12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157" name="Google Shape;1157;p132"/>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1158" name="Shape 1158"/>
        <p:cNvGrpSpPr/>
        <p:nvPr/>
      </p:nvGrpSpPr>
      <p:grpSpPr>
        <a:xfrm>
          <a:off x="0" y="0"/>
          <a:ext cx="0" cy="0"/>
          <a:chOff x="0" y="0"/>
          <a:chExt cx="0" cy="0"/>
        </a:xfrm>
      </p:grpSpPr>
      <p:sp>
        <p:nvSpPr>
          <p:cNvPr id="1159" name="Google Shape;1159;p133"/>
          <p:cNvSpPr/>
          <p:nvPr>
            <p:ph idx="2" type="pic"/>
          </p:nvPr>
        </p:nvSpPr>
        <p:spPr>
          <a:xfrm>
            <a:off x="0" y="1142999"/>
            <a:ext cx="12192000" cy="5084065"/>
          </a:xfrm>
          <a:prstGeom prst="rect">
            <a:avLst/>
          </a:prstGeom>
          <a:noFill/>
          <a:ln>
            <a:noFill/>
          </a:ln>
        </p:spPr>
      </p:sp>
      <p:sp>
        <p:nvSpPr>
          <p:cNvPr id="1160" name="Google Shape;1160;p133"/>
          <p:cNvSpPr/>
          <p:nvPr/>
        </p:nvSpPr>
        <p:spPr>
          <a:xfrm>
            <a:off x="0" y="-1"/>
            <a:ext cx="12192000" cy="114300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1" name="Google Shape;1161;p13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62" name="Google Shape;1162;p133"/>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63" name="Google Shape;1163;p133"/>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spTree>
      <p:nvGrpSpPr>
        <p:cNvPr id="1164" name="Shape 1164"/>
        <p:cNvGrpSpPr/>
        <p:nvPr/>
      </p:nvGrpSpPr>
      <p:grpSpPr>
        <a:xfrm>
          <a:off x="0" y="0"/>
          <a:ext cx="0" cy="0"/>
          <a:chOff x="0" y="0"/>
          <a:chExt cx="0" cy="0"/>
        </a:xfrm>
      </p:grpSpPr>
      <p:sp>
        <p:nvSpPr>
          <p:cNvPr id="1165" name="Google Shape;1165;p134"/>
          <p:cNvSpPr/>
          <p:nvPr/>
        </p:nvSpPr>
        <p:spPr>
          <a:xfrm rot="10800000">
            <a:off x="0"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166" name="Google Shape;1166;p134"/>
          <p:cNvCxnSpPr/>
          <p:nvPr/>
        </p:nvCxnSpPr>
        <p:spPr>
          <a:xfrm>
            <a:off x="406402" y="989880"/>
            <a:ext cx="711200" cy="0"/>
          </a:xfrm>
          <a:prstGeom prst="straightConnector1">
            <a:avLst/>
          </a:prstGeom>
          <a:noFill/>
          <a:ln cap="flat" cmpd="sng" w="28575">
            <a:solidFill>
              <a:schemeClr val="lt1"/>
            </a:solidFill>
            <a:prstDash val="solid"/>
            <a:miter lim="8000"/>
            <a:headEnd len="sm" w="sm" type="none"/>
            <a:tailEnd len="sm" w="sm" type="none"/>
          </a:ln>
        </p:spPr>
      </p:cxnSp>
      <p:sp>
        <p:nvSpPr>
          <p:cNvPr id="1167" name="Google Shape;1167;p134"/>
          <p:cNvSpPr/>
          <p:nvPr>
            <p:ph idx="2" type="pic"/>
          </p:nvPr>
        </p:nvSpPr>
        <p:spPr>
          <a:xfrm>
            <a:off x="0" y="1143000"/>
            <a:ext cx="12192000" cy="5714999"/>
          </a:xfrm>
          <a:prstGeom prst="rect">
            <a:avLst/>
          </a:prstGeom>
          <a:noFill/>
          <a:ln>
            <a:noFill/>
          </a:ln>
        </p:spPr>
      </p:sp>
      <p:sp>
        <p:nvSpPr>
          <p:cNvPr id="1168" name="Google Shape;1168;p134"/>
          <p:cNvSpPr/>
          <p:nvPr/>
        </p:nvSpPr>
        <p:spPr>
          <a:xfrm>
            <a:off x="0" y="-1"/>
            <a:ext cx="12192000" cy="1143001"/>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9" name="Google Shape;1169;p134"/>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70" name="Google Shape;1170;p134"/>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7.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9.xml"/><Relationship Id="rId10" Type="http://schemas.openxmlformats.org/officeDocument/2006/relationships/slideLayout" Target="../slideLayouts/slideLayout28.xml"/><Relationship Id="rId13" Type="http://schemas.openxmlformats.org/officeDocument/2006/relationships/slideLayout" Target="../slideLayouts/slideLayout31.xml"/><Relationship Id="rId12" Type="http://schemas.openxmlformats.org/officeDocument/2006/relationships/slideLayout" Target="../slideLayouts/slideLayout30.xml"/><Relationship Id="rId1" Type="http://schemas.openxmlformats.org/officeDocument/2006/relationships/image" Target="../media/image1.png"/><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5" Type="http://schemas.openxmlformats.org/officeDocument/2006/relationships/slideLayout" Target="../slideLayouts/slideLayout33.xml"/><Relationship Id="rId14" Type="http://schemas.openxmlformats.org/officeDocument/2006/relationships/slideLayout" Target="../slideLayouts/slideLayout32.xml"/><Relationship Id="rId17" Type="http://schemas.openxmlformats.org/officeDocument/2006/relationships/slideLayout" Target="../slideLayouts/slideLayout35.xml"/><Relationship Id="rId16" Type="http://schemas.openxmlformats.org/officeDocument/2006/relationships/slideLayout" Target="../slideLayouts/slideLayout34.xml"/><Relationship Id="rId5" Type="http://schemas.openxmlformats.org/officeDocument/2006/relationships/slideLayout" Target="../slideLayouts/slideLayout23.xml"/><Relationship Id="rId6" Type="http://schemas.openxmlformats.org/officeDocument/2006/relationships/slideLayout" Target="../slideLayouts/slideLayout24.xml"/><Relationship Id="rId18" Type="http://schemas.openxmlformats.org/officeDocument/2006/relationships/theme" Target="../theme/theme1.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74.xml"/><Relationship Id="rId20" Type="http://schemas.openxmlformats.org/officeDocument/2006/relationships/slideLayout" Target="../slideLayouts/slideLayout54.xml"/><Relationship Id="rId42" Type="http://schemas.openxmlformats.org/officeDocument/2006/relationships/slideLayout" Target="../slideLayouts/slideLayout76.xml"/><Relationship Id="rId41" Type="http://schemas.openxmlformats.org/officeDocument/2006/relationships/slideLayout" Target="../slideLayouts/slideLayout75.xml"/><Relationship Id="rId22" Type="http://schemas.openxmlformats.org/officeDocument/2006/relationships/slideLayout" Target="../slideLayouts/slideLayout56.xml"/><Relationship Id="rId44" Type="http://schemas.openxmlformats.org/officeDocument/2006/relationships/slideLayout" Target="../slideLayouts/slideLayout78.xml"/><Relationship Id="rId21" Type="http://schemas.openxmlformats.org/officeDocument/2006/relationships/slideLayout" Target="../slideLayouts/slideLayout55.xml"/><Relationship Id="rId43" Type="http://schemas.openxmlformats.org/officeDocument/2006/relationships/slideLayout" Target="../slideLayouts/slideLayout77.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45" Type="http://schemas.openxmlformats.org/officeDocument/2006/relationships/theme" Target="../theme/theme6.xml"/><Relationship Id="rId1" Type="http://schemas.openxmlformats.org/officeDocument/2006/relationships/image" Target="../media/image3.png"/><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1" Type="http://schemas.openxmlformats.org/officeDocument/2006/relationships/slideLayout" Target="../slideLayouts/slideLayout65.xml"/><Relationship Id="rId30" Type="http://schemas.openxmlformats.org/officeDocument/2006/relationships/slideLayout" Target="../slideLayouts/slideLayout64.xml"/><Relationship Id="rId11" Type="http://schemas.openxmlformats.org/officeDocument/2006/relationships/slideLayout" Target="../slideLayouts/slideLayout45.xml"/><Relationship Id="rId33" Type="http://schemas.openxmlformats.org/officeDocument/2006/relationships/slideLayout" Target="../slideLayouts/slideLayout67.xml"/><Relationship Id="rId10" Type="http://schemas.openxmlformats.org/officeDocument/2006/relationships/slideLayout" Target="../slideLayouts/slideLayout44.xml"/><Relationship Id="rId32" Type="http://schemas.openxmlformats.org/officeDocument/2006/relationships/slideLayout" Target="../slideLayouts/slideLayout66.xml"/><Relationship Id="rId13" Type="http://schemas.openxmlformats.org/officeDocument/2006/relationships/slideLayout" Target="../slideLayouts/slideLayout47.xml"/><Relationship Id="rId35" Type="http://schemas.openxmlformats.org/officeDocument/2006/relationships/slideLayout" Target="../slideLayouts/slideLayout69.xml"/><Relationship Id="rId12" Type="http://schemas.openxmlformats.org/officeDocument/2006/relationships/slideLayout" Target="../slideLayouts/slideLayout46.xml"/><Relationship Id="rId34" Type="http://schemas.openxmlformats.org/officeDocument/2006/relationships/slideLayout" Target="../slideLayouts/slideLayout68.xml"/><Relationship Id="rId15" Type="http://schemas.openxmlformats.org/officeDocument/2006/relationships/slideLayout" Target="../slideLayouts/slideLayout49.xml"/><Relationship Id="rId37" Type="http://schemas.openxmlformats.org/officeDocument/2006/relationships/slideLayout" Target="../slideLayouts/slideLayout71.xml"/><Relationship Id="rId14" Type="http://schemas.openxmlformats.org/officeDocument/2006/relationships/slideLayout" Target="../slideLayouts/slideLayout48.xml"/><Relationship Id="rId36" Type="http://schemas.openxmlformats.org/officeDocument/2006/relationships/slideLayout" Target="../slideLayouts/slideLayout70.xml"/><Relationship Id="rId17" Type="http://schemas.openxmlformats.org/officeDocument/2006/relationships/slideLayout" Target="../slideLayouts/slideLayout51.xml"/><Relationship Id="rId39" Type="http://schemas.openxmlformats.org/officeDocument/2006/relationships/slideLayout" Target="../slideLayouts/slideLayout73.xml"/><Relationship Id="rId16" Type="http://schemas.openxmlformats.org/officeDocument/2006/relationships/slideLayout" Target="../slideLayouts/slideLayout50.xml"/><Relationship Id="rId38" Type="http://schemas.openxmlformats.org/officeDocument/2006/relationships/slideLayout" Target="../slideLayouts/slideLayout72.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20" Type="http://schemas.openxmlformats.org/officeDocument/2006/relationships/theme" Target="../theme/theme3.xml"/><Relationship Id="rId1" Type="http://schemas.openxmlformats.org/officeDocument/2006/relationships/image" Target="../media/image3.png"/><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9" Type="http://schemas.openxmlformats.org/officeDocument/2006/relationships/slideLayout" Target="../slideLayouts/slideLayout86.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11" Type="http://schemas.openxmlformats.org/officeDocument/2006/relationships/slideLayout" Target="../slideLayouts/slideLayout88.xml"/><Relationship Id="rId10" Type="http://schemas.openxmlformats.org/officeDocument/2006/relationships/slideLayout" Target="../slideLayouts/slideLayout87.xml"/><Relationship Id="rId13" Type="http://schemas.openxmlformats.org/officeDocument/2006/relationships/slideLayout" Target="../slideLayouts/slideLayout90.xml"/><Relationship Id="rId12" Type="http://schemas.openxmlformats.org/officeDocument/2006/relationships/slideLayout" Target="../slideLayouts/slideLayout89.xml"/><Relationship Id="rId15" Type="http://schemas.openxmlformats.org/officeDocument/2006/relationships/slideLayout" Target="../slideLayouts/slideLayout92.xml"/><Relationship Id="rId14" Type="http://schemas.openxmlformats.org/officeDocument/2006/relationships/slideLayout" Target="../slideLayouts/slideLayout91.xml"/><Relationship Id="rId17" Type="http://schemas.openxmlformats.org/officeDocument/2006/relationships/slideLayout" Target="../slideLayouts/slideLayout94.xml"/><Relationship Id="rId16" Type="http://schemas.openxmlformats.org/officeDocument/2006/relationships/slideLayout" Target="../slideLayouts/slideLayout93.xml"/><Relationship Id="rId19" Type="http://schemas.openxmlformats.org/officeDocument/2006/relationships/slideLayout" Target="../slideLayouts/slideLayout96.xml"/><Relationship Id="rId18" Type="http://schemas.openxmlformats.org/officeDocument/2006/relationships/slideLayout" Target="../slideLayouts/slideLayout95.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4.xml"/><Relationship Id="rId22" Type="http://schemas.openxmlformats.org/officeDocument/2006/relationships/slideLayout" Target="../slideLayouts/slideLayout116.xml"/><Relationship Id="rId21" Type="http://schemas.openxmlformats.org/officeDocument/2006/relationships/slideLayout" Target="../slideLayouts/slideLayout115.xml"/><Relationship Id="rId24" Type="http://schemas.openxmlformats.org/officeDocument/2006/relationships/slideLayout" Target="../slideLayouts/slideLayout118.xml"/><Relationship Id="rId23" Type="http://schemas.openxmlformats.org/officeDocument/2006/relationships/slideLayout" Target="../slideLayouts/slideLayout117.xml"/><Relationship Id="rId1" Type="http://schemas.openxmlformats.org/officeDocument/2006/relationships/image" Target="../media/image6.jpg"/><Relationship Id="rId2" Type="http://schemas.openxmlformats.org/officeDocument/2006/relationships/image" Target="../media/image1.png"/><Relationship Id="rId3" Type="http://schemas.openxmlformats.org/officeDocument/2006/relationships/slideLayout" Target="../slideLayouts/slideLayout97.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26" Type="http://schemas.openxmlformats.org/officeDocument/2006/relationships/slideLayout" Target="../slideLayouts/slideLayout120.xml"/><Relationship Id="rId25" Type="http://schemas.openxmlformats.org/officeDocument/2006/relationships/slideLayout" Target="../slideLayouts/slideLayout119.xml"/><Relationship Id="rId28" Type="http://schemas.openxmlformats.org/officeDocument/2006/relationships/theme" Target="../theme/theme5.xml"/><Relationship Id="rId27" Type="http://schemas.openxmlformats.org/officeDocument/2006/relationships/slideLayout" Target="../slideLayouts/slideLayout121.xml"/><Relationship Id="rId5" Type="http://schemas.openxmlformats.org/officeDocument/2006/relationships/slideLayout" Target="../slideLayouts/slideLayout99.xml"/><Relationship Id="rId6" Type="http://schemas.openxmlformats.org/officeDocument/2006/relationships/slideLayout" Target="../slideLayouts/slideLayout100.xml"/><Relationship Id="rId7" Type="http://schemas.openxmlformats.org/officeDocument/2006/relationships/slideLayout" Target="../slideLayouts/slideLayout101.xml"/><Relationship Id="rId8" Type="http://schemas.openxmlformats.org/officeDocument/2006/relationships/slideLayout" Target="../slideLayouts/slideLayout102.xml"/><Relationship Id="rId11" Type="http://schemas.openxmlformats.org/officeDocument/2006/relationships/slideLayout" Target="../slideLayouts/slideLayout105.xml"/><Relationship Id="rId10" Type="http://schemas.openxmlformats.org/officeDocument/2006/relationships/slideLayout" Target="../slideLayouts/slideLayout104.xml"/><Relationship Id="rId13" Type="http://schemas.openxmlformats.org/officeDocument/2006/relationships/slideLayout" Target="../slideLayouts/slideLayout107.xml"/><Relationship Id="rId12" Type="http://schemas.openxmlformats.org/officeDocument/2006/relationships/slideLayout" Target="../slideLayouts/slideLayout106.xml"/><Relationship Id="rId15" Type="http://schemas.openxmlformats.org/officeDocument/2006/relationships/slideLayout" Target="../slideLayouts/slideLayout109.xml"/><Relationship Id="rId14" Type="http://schemas.openxmlformats.org/officeDocument/2006/relationships/slideLayout" Target="../slideLayouts/slideLayout108.xml"/><Relationship Id="rId17" Type="http://schemas.openxmlformats.org/officeDocument/2006/relationships/slideLayout" Target="../slideLayouts/slideLayout111.xml"/><Relationship Id="rId16" Type="http://schemas.openxmlformats.org/officeDocument/2006/relationships/slideLayout" Target="../slideLayouts/slideLayout110.xml"/><Relationship Id="rId19" Type="http://schemas.openxmlformats.org/officeDocument/2006/relationships/slideLayout" Target="../slideLayouts/slideLayout113.xml"/><Relationship Id="rId18" Type="http://schemas.openxmlformats.org/officeDocument/2006/relationships/slideLayout" Target="../slideLayouts/slideLayout112.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39.xml"/><Relationship Id="rId22" Type="http://schemas.openxmlformats.org/officeDocument/2006/relationships/slideLayout" Target="../slideLayouts/slideLayout141.xml"/><Relationship Id="rId21" Type="http://schemas.openxmlformats.org/officeDocument/2006/relationships/slideLayout" Target="../slideLayouts/slideLayout140.xml"/><Relationship Id="rId24" Type="http://schemas.openxmlformats.org/officeDocument/2006/relationships/slideLayout" Target="../slideLayouts/slideLayout143.xml"/><Relationship Id="rId23" Type="http://schemas.openxmlformats.org/officeDocument/2006/relationships/slideLayout" Target="../slideLayouts/slideLayout142.xml"/><Relationship Id="rId1" Type="http://schemas.openxmlformats.org/officeDocument/2006/relationships/image" Target="../media/image6.jpg"/><Relationship Id="rId2" Type="http://schemas.openxmlformats.org/officeDocument/2006/relationships/image" Target="../media/image1.png"/><Relationship Id="rId3" Type="http://schemas.openxmlformats.org/officeDocument/2006/relationships/slideLayout" Target="../slideLayouts/slideLayout122.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26" Type="http://schemas.openxmlformats.org/officeDocument/2006/relationships/slideLayout" Target="../slideLayouts/slideLayout145.xml"/><Relationship Id="rId25" Type="http://schemas.openxmlformats.org/officeDocument/2006/relationships/slideLayout" Target="../slideLayouts/slideLayout144.xml"/><Relationship Id="rId27" Type="http://schemas.openxmlformats.org/officeDocument/2006/relationships/theme" Target="../theme/theme4.xml"/><Relationship Id="rId5" Type="http://schemas.openxmlformats.org/officeDocument/2006/relationships/slideLayout" Target="../slideLayouts/slideLayout124.xml"/><Relationship Id="rId6" Type="http://schemas.openxmlformats.org/officeDocument/2006/relationships/slideLayout" Target="../slideLayouts/slideLayout125.xml"/><Relationship Id="rId7" Type="http://schemas.openxmlformats.org/officeDocument/2006/relationships/slideLayout" Target="../slideLayouts/slideLayout126.xml"/><Relationship Id="rId8" Type="http://schemas.openxmlformats.org/officeDocument/2006/relationships/slideLayout" Target="../slideLayouts/slideLayout127.xml"/><Relationship Id="rId11" Type="http://schemas.openxmlformats.org/officeDocument/2006/relationships/slideLayout" Target="../slideLayouts/slideLayout130.xml"/><Relationship Id="rId10" Type="http://schemas.openxmlformats.org/officeDocument/2006/relationships/slideLayout" Target="../slideLayouts/slideLayout129.xml"/><Relationship Id="rId13" Type="http://schemas.openxmlformats.org/officeDocument/2006/relationships/slideLayout" Target="../slideLayouts/slideLayout132.xml"/><Relationship Id="rId12" Type="http://schemas.openxmlformats.org/officeDocument/2006/relationships/slideLayout" Target="../slideLayouts/slideLayout131.xml"/><Relationship Id="rId15" Type="http://schemas.openxmlformats.org/officeDocument/2006/relationships/slideLayout" Target="../slideLayouts/slideLayout134.xml"/><Relationship Id="rId14" Type="http://schemas.openxmlformats.org/officeDocument/2006/relationships/slideLayout" Target="../slideLayouts/slideLayout133.xml"/><Relationship Id="rId17" Type="http://schemas.openxmlformats.org/officeDocument/2006/relationships/slideLayout" Target="../slideLayouts/slideLayout136.xml"/><Relationship Id="rId16" Type="http://schemas.openxmlformats.org/officeDocument/2006/relationships/slideLayout" Target="../slideLayouts/slideLayout135.xml"/><Relationship Id="rId19" Type="http://schemas.openxmlformats.org/officeDocument/2006/relationships/slideLayout" Target="../slideLayouts/slideLayout138.xml"/><Relationship Id="rId18" Type="http://schemas.openxmlformats.org/officeDocument/2006/relationships/slideLayout" Target="../slideLayouts/slideLayout13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9" name="Shape 9"/>
        <p:cNvGrpSpPr/>
        <p:nvPr/>
      </p:nvGrpSpPr>
      <p:grpSpPr>
        <a:xfrm>
          <a:off x="0" y="0"/>
          <a:ext cx="0" cy="0"/>
          <a:chOff x="0" y="0"/>
          <a:chExt cx="0" cy="0"/>
        </a:xfrm>
      </p:grpSpPr>
      <p:sp>
        <p:nvSpPr>
          <p:cNvPr id="10" name="Google Shape;10;p26"/>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Toastmasters International" id="11" name="Google Shape;11;p26"/>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12" name="Google Shape;12;p26"/>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26"/>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lt1"/>
                </a:solidFill>
                <a:latin typeface="Arial"/>
                <a:ea typeface="Arial"/>
                <a:cs typeface="Arial"/>
                <a:sym typeface="Arial"/>
              </a:defRPr>
            </a:lvl1pPr>
            <a:lvl2pPr indent="0" lvl="1" marL="0" marR="0" rtl="0" algn="r">
              <a:spcBef>
                <a:spcPts val="0"/>
              </a:spcBef>
              <a:buNone/>
              <a:defRPr b="1" i="0" sz="1800" u="none" cap="none" strike="noStrike">
                <a:solidFill>
                  <a:schemeClr val="lt1"/>
                </a:solidFill>
                <a:latin typeface="Arial"/>
                <a:ea typeface="Arial"/>
                <a:cs typeface="Arial"/>
                <a:sym typeface="Arial"/>
              </a:defRPr>
            </a:lvl2pPr>
            <a:lvl3pPr indent="0" lvl="2" marL="0" marR="0" rtl="0" algn="r">
              <a:spcBef>
                <a:spcPts val="0"/>
              </a:spcBef>
              <a:buNone/>
              <a:defRPr b="1" i="0" sz="1800" u="none" cap="none" strike="noStrike">
                <a:solidFill>
                  <a:schemeClr val="lt1"/>
                </a:solidFill>
                <a:latin typeface="Arial"/>
                <a:ea typeface="Arial"/>
                <a:cs typeface="Arial"/>
                <a:sym typeface="Arial"/>
              </a:defRPr>
            </a:lvl3pPr>
            <a:lvl4pPr indent="0" lvl="3" marL="0" marR="0" rtl="0" algn="r">
              <a:spcBef>
                <a:spcPts val="0"/>
              </a:spcBef>
              <a:buNone/>
              <a:defRPr b="1" i="0" sz="1800" u="none" cap="none" strike="noStrike">
                <a:solidFill>
                  <a:schemeClr val="lt1"/>
                </a:solidFill>
                <a:latin typeface="Arial"/>
                <a:ea typeface="Arial"/>
                <a:cs typeface="Arial"/>
                <a:sym typeface="Arial"/>
              </a:defRPr>
            </a:lvl4pPr>
            <a:lvl5pPr indent="0" lvl="4" marL="0" marR="0" rtl="0" algn="r">
              <a:spcBef>
                <a:spcPts val="0"/>
              </a:spcBef>
              <a:buNone/>
              <a:defRPr b="1" i="0" sz="1800" u="none" cap="none" strike="noStrike">
                <a:solidFill>
                  <a:schemeClr val="lt1"/>
                </a:solidFill>
                <a:latin typeface="Arial"/>
                <a:ea typeface="Arial"/>
                <a:cs typeface="Arial"/>
                <a:sym typeface="Arial"/>
              </a:defRPr>
            </a:lvl5pPr>
            <a:lvl6pPr indent="0" lvl="5" marL="0" marR="0" rtl="0" algn="r">
              <a:spcBef>
                <a:spcPts val="0"/>
              </a:spcBef>
              <a:buNone/>
              <a:defRPr b="1" i="0" sz="1800" u="none" cap="none" strike="noStrike">
                <a:solidFill>
                  <a:schemeClr val="lt1"/>
                </a:solidFill>
                <a:latin typeface="Arial"/>
                <a:ea typeface="Arial"/>
                <a:cs typeface="Arial"/>
                <a:sym typeface="Arial"/>
              </a:defRPr>
            </a:lvl6pPr>
            <a:lvl7pPr indent="0" lvl="6" marL="0" marR="0" rtl="0" algn="r">
              <a:spcBef>
                <a:spcPts val="0"/>
              </a:spcBef>
              <a:buNone/>
              <a:defRPr b="1" i="0" sz="1800" u="none" cap="none" strike="noStrike">
                <a:solidFill>
                  <a:schemeClr val="lt1"/>
                </a:solidFill>
                <a:latin typeface="Arial"/>
                <a:ea typeface="Arial"/>
                <a:cs typeface="Arial"/>
                <a:sym typeface="Arial"/>
              </a:defRPr>
            </a:lvl7pPr>
            <a:lvl8pPr indent="0" lvl="7" marL="0" marR="0" rtl="0" algn="r">
              <a:spcBef>
                <a:spcPts val="0"/>
              </a:spcBef>
              <a:buNone/>
              <a:defRPr b="1" i="0" sz="1800" u="none" cap="none" strike="noStrike">
                <a:solidFill>
                  <a:schemeClr val="lt1"/>
                </a:solidFill>
                <a:latin typeface="Arial"/>
                <a:ea typeface="Arial"/>
                <a:cs typeface="Arial"/>
                <a:sym typeface="Arial"/>
              </a:defRPr>
            </a:lvl8pPr>
            <a:lvl9pPr indent="0" lvl="8" marL="0" marR="0" rt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26"/>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6" name="Shape 166"/>
        <p:cNvGrpSpPr/>
        <p:nvPr/>
      </p:nvGrpSpPr>
      <p:grpSpPr>
        <a:xfrm>
          <a:off x="0" y="0"/>
          <a:ext cx="0" cy="0"/>
          <a:chOff x="0" y="0"/>
          <a:chExt cx="0" cy="0"/>
        </a:xfrm>
      </p:grpSpPr>
      <p:sp>
        <p:nvSpPr>
          <p:cNvPr id="167" name="Google Shape;167;p28"/>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8" name="Google Shape;168;p28"/>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9" name="Google Shape;169;p28"/>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70" name="Google Shape;170;p28"/>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EE9F"/>
              </a:buClr>
              <a:buSzPts val="3600"/>
              <a:buFont typeface="Arial"/>
              <a:buNone/>
              <a:defRPr b="1" i="0" sz="3600" u="none" cap="none" strike="noStrike">
                <a:solidFill>
                  <a:srgbClr val="FEEE9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1" name="Google Shape;171;p2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dk1"/>
                </a:solidFill>
                <a:latin typeface="Arial"/>
                <a:ea typeface="Arial"/>
                <a:cs typeface="Arial"/>
                <a:sym typeface="Arial"/>
              </a:defRPr>
            </a:lvl1pPr>
            <a:lvl2pPr indent="0" lvl="1" marL="0" marR="0" rtl="0" algn="r">
              <a:spcBef>
                <a:spcPts val="0"/>
              </a:spcBef>
              <a:buNone/>
              <a:defRPr b="1" i="0" sz="1800" u="none" cap="none" strike="noStrike">
                <a:solidFill>
                  <a:schemeClr val="dk1"/>
                </a:solidFill>
                <a:latin typeface="Arial"/>
                <a:ea typeface="Arial"/>
                <a:cs typeface="Arial"/>
                <a:sym typeface="Arial"/>
              </a:defRPr>
            </a:lvl2pPr>
            <a:lvl3pPr indent="0" lvl="2" marL="0" marR="0" rtl="0" algn="r">
              <a:spcBef>
                <a:spcPts val="0"/>
              </a:spcBef>
              <a:buNone/>
              <a:defRPr b="1" i="0" sz="1800" u="none" cap="none" strike="noStrike">
                <a:solidFill>
                  <a:schemeClr val="dk1"/>
                </a:solidFill>
                <a:latin typeface="Arial"/>
                <a:ea typeface="Arial"/>
                <a:cs typeface="Arial"/>
                <a:sym typeface="Arial"/>
              </a:defRPr>
            </a:lvl3pPr>
            <a:lvl4pPr indent="0" lvl="3" marL="0" marR="0" rtl="0" algn="r">
              <a:spcBef>
                <a:spcPts val="0"/>
              </a:spcBef>
              <a:buNone/>
              <a:defRPr b="1" i="0" sz="1800" u="none" cap="none" strike="noStrike">
                <a:solidFill>
                  <a:schemeClr val="dk1"/>
                </a:solidFill>
                <a:latin typeface="Arial"/>
                <a:ea typeface="Arial"/>
                <a:cs typeface="Arial"/>
                <a:sym typeface="Arial"/>
              </a:defRPr>
            </a:lvl4pPr>
            <a:lvl5pPr indent="0" lvl="4" marL="0" marR="0" rtl="0" algn="r">
              <a:spcBef>
                <a:spcPts val="0"/>
              </a:spcBef>
              <a:buNone/>
              <a:defRPr b="1" i="0" sz="1800" u="none" cap="none" strike="noStrike">
                <a:solidFill>
                  <a:schemeClr val="dk1"/>
                </a:solidFill>
                <a:latin typeface="Arial"/>
                <a:ea typeface="Arial"/>
                <a:cs typeface="Arial"/>
                <a:sym typeface="Arial"/>
              </a:defRPr>
            </a:lvl5pPr>
            <a:lvl6pPr indent="0" lvl="5" marL="0" marR="0" rtl="0" algn="r">
              <a:spcBef>
                <a:spcPts val="0"/>
              </a:spcBef>
              <a:buNone/>
              <a:defRPr b="1" i="0" sz="1800" u="none" cap="none" strike="noStrike">
                <a:solidFill>
                  <a:schemeClr val="dk1"/>
                </a:solidFill>
                <a:latin typeface="Arial"/>
                <a:ea typeface="Arial"/>
                <a:cs typeface="Arial"/>
                <a:sym typeface="Arial"/>
              </a:defRPr>
            </a:lvl6pPr>
            <a:lvl7pPr indent="0" lvl="6" marL="0" marR="0" rtl="0" algn="r">
              <a:spcBef>
                <a:spcPts val="0"/>
              </a:spcBef>
              <a:buNone/>
              <a:defRPr b="1" i="0" sz="1800" u="none" cap="none" strike="noStrike">
                <a:solidFill>
                  <a:schemeClr val="dk1"/>
                </a:solidFill>
                <a:latin typeface="Arial"/>
                <a:ea typeface="Arial"/>
                <a:cs typeface="Arial"/>
                <a:sym typeface="Arial"/>
              </a:defRPr>
            </a:lvl7pPr>
            <a:lvl8pPr indent="0" lvl="7" marL="0" marR="0" rtl="0" algn="r">
              <a:spcBef>
                <a:spcPts val="0"/>
              </a:spcBef>
              <a:buNone/>
              <a:defRPr b="1" i="0" sz="1800" u="none" cap="none" strike="noStrike">
                <a:solidFill>
                  <a:schemeClr val="dk1"/>
                </a:solidFill>
                <a:latin typeface="Arial"/>
                <a:ea typeface="Arial"/>
                <a:cs typeface="Arial"/>
                <a:sym typeface="Arial"/>
              </a:defRPr>
            </a:lvl8pPr>
            <a:lvl9pPr indent="0" lvl="8" marL="0" marR="0" rtl="0" algn="r">
              <a:spcBef>
                <a:spcPts val="0"/>
              </a:spcBef>
              <a:buNone/>
              <a:defRPr b="1"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72" name="Google Shape;172;p28"/>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pic>
        <p:nvPicPr>
          <p:cNvPr id="173" name="Google Shape;173;p28"/>
          <p:cNvPicPr preferRelativeResize="0"/>
          <p:nvPr/>
        </p:nvPicPr>
        <p:blipFill rotWithShape="1">
          <a:blip r:embed="rId1">
            <a:alphaModFix/>
          </a:blip>
          <a:srcRect b="0" l="0" r="0" t="0"/>
          <a:stretch/>
        </p:blipFill>
        <p:spPr>
          <a:xfrm>
            <a:off x="392430" y="6410997"/>
            <a:ext cx="1607820" cy="2489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84" name="Shape 284"/>
        <p:cNvGrpSpPr/>
        <p:nvPr/>
      </p:nvGrpSpPr>
      <p:grpSpPr>
        <a:xfrm>
          <a:off x="0" y="0"/>
          <a:ext cx="0" cy="0"/>
          <a:chOff x="0" y="0"/>
          <a:chExt cx="0" cy="0"/>
        </a:xfrm>
      </p:grpSpPr>
      <p:sp>
        <p:nvSpPr>
          <p:cNvPr id="285" name="Google Shape;285;p30"/>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Helvetica Neue"/>
              <a:ea typeface="Helvetica Neue"/>
              <a:cs typeface="Helvetica Neue"/>
              <a:sym typeface="Helvetica Neue"/>
            </a:endParaRPr>
          </a:p>
        </p:txBody>
      </p:sp>
      <p:pic>
        <p:nvPicPr>
          <p:cNvPr descr="Picture 7" id="286" name="Google Shape;286;p30"/>
          <p:cNvPicPr preferRelativeResize="0"/>
          <p:nvPr/>
        </p:nvPicPr>
        <p:blipFill rotWithShape="1">
          <a:blip r:embed="rId1">
            <a:alphaModFix/>
          </a:blip>
          <a:srcRect b="0" l="0" r="0" t="0"/>
          <a:stretch/>
        </p:blipFill>
        <p:spPr>
          <a:xfrm>
            <a:off x="313559" y="6316626"/>
            <a:ext cx="1773873" cy="404850"/>
          </a:xfrm>
          <a:prstGeom prst="rect">
            <a:avLst/>
          </a:prstGeom>
          <a:noFill/>
          <a:ln>
            <a:noFill/>
          </a:ln>
        </p:spPr>
      </p:pic>
      <p:cxnSp>
        <p:nvCxnSpPr>
          <p:cNvPr id="287" name="Google Shape;287;p30"/>
          <p:cNvCxnSpPr/>
          <p:nvPr/>
        </p:nvCxnSpPr>
        <p:spPr>
          <a:xfrm>
            <a:off x="406400" y="1256578"/>
            <a:ext cx="711200" cy="3"/>
          </a:xfrm>
          <a:prstGeom prst="straightConnector1">
            <a:avLst/>
          </a:prstGeom>
          <a:noFill/>
          <a:ln cap="flat" cmpd="sng" w="28575">
            <a:solidFill>
              <a:srgbClr val="800000"/>
            </a:solidFill>
            <a:prstDash val="solid"/>
            <a:round/>
            <a:headEnd len="sm" w="sm" type="none"/>
            <a:tailEnd len="sm" w="sm" type="none"/>
          </a:ln>
        </p:spPr>
      </p:cxnSp>
      <p:sp>
        <p:nvSpPr>
          <p:cNvPr id="288" name="Google Shape;288;p30"/>
          <p:cNvSpPr txBox="1"/>
          <p:nvPr>
            <p:ph type="title"/>
          </p:nvPr>
        </p:nvSpPr>
        <p:spPr>
          <a:xfrm>
            <a:off x="304800" y="533400"/>
            <a:ext cx="11484000" cy="645076"/>
          </a:xfrm>
          <a:prstGeom prst="rect">
            <a:avLst/>
          </a:prstGeom>
          <a:noFill/>
          <a:ln>
            <a:noFill/>
          </a:ln>
        </p:spPr>
        <p:txBody>
          <a:bodyPr anchorCtr="0" anchor="t" bIns="45700" lIns="45700" spcFirstLastPara="1" rIns="45700" wrap="square" tIns="45700">
            <a:normAutofit/>
          </a:bodyPr>
          <a:lstStyle>
            <a:lvl1pPr lvl="0"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1pPr>
            <a:lvl2pPr lvl="1"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2pPr>
            <a:lvl3pPr lvl="2"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3pPr>
            <a:lvl4pPr lvl="3"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4pPr>
            <a:lvl5pPr lvl="4"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5pPr>
            <a:lvl6pPr lvl="5"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6pPr>
            <a:lvl7pPr lvl="6"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7pPr>
            <a:lvl8pPr lvl="7"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8pPr>
            <a:lvl9pPr lvl="8"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9pPr>
          </a:lstStyle>
          <a:p/>
        </p:txBody>
      </p:sp>
      <p:sp>
        <p:nvSpPr>
          <p:cNvPr id="289" name="Google Shape;289;p30"/>
          <p:cNvSpPr txBox="1"/>
          <p:nvPr>
            <p:ph idx="1" type="body"/>
          </p:nvPr>
        </p:nvSpPr>
        <p:spPr>
          <a:xfrm>
            <a:off x="354000" y="1604154"/>
            <a:ext cx="11484000" cy="4568046"/>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1pPr>
            <a:lvl2pPr indent="-370840" lvl="1" marL="914400" marR="0" rtl="0" algn="l">
              <a:lnSpc>
                <a:spcPct val="100000"/>
              </a:lnSpc>
              <a:spcBef>
                <a:spcPts val="600"/>
              </a:spcBef>
              <a:spcAft>
                <a:spcPts val="0"/>
              </a:spcAft>
              <a:buClr>
                <a:srgbClr val="800000"/>
              </a:buClr>
              <a:buSzPts val="2240"/>
              <a:buFont typeface="Arimo"/>
              <a:buChar char="▪"/>
              <a:defRPr b="0" i="0" sz="2800" u="none" cap="none" strike="noStrike">
                <a:solidFill>
                  <a:srgbClr val="595959"/>
                </a:solidFill>
                <a:latin typeface="Open Sans"/>
                <a:ea typeface="Open Sans"/>
                <a:cs typeface="Open Sans"/>
                <a:sym typeface="Open Sans"/>
              </a:defRPr>
            </a:lvl2pPr>
            <a:lvl3pPr indent="-406400" lvl="2" marL="13716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3pPr>
            <a:lvl4pPr indent="-406400" lvl="3" marL="18288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4pPr>
            <a:lvl5pPr indent="-406400" lvl="4" marL="2286000" marR="0" rtl="0" algn="l">
              <a:lnSpc>
                <a:spcPct val="100000"/>
              </a:lnSpc>
              <a:spcBef>
                <a:spcPts val="600"/>
              </a:spcBef>
              <a:spcAft>
                <a:spcPts val="0"/>
              </a:spcAft>
              <a:buClr>
                <a:srgbClr val="800000"/>
              </a:buClr>
              <a:buSzPts val="2800"/>
              <a:buFont typeface="Arimo"/>
              <a:buChar char="o"/>
              <a:defRPr b="0" i="0" sz="2800" u="none" cap="none" strike="noStrike">
                <a:solidFill>
                  <a:srgbClr val="595959"/>
                </a:solidFill>
                <a:latin typeface="Open Sans"/>
                <a:ea typeface="Open Sans"/>
                <a:cs typeface="Open Sans"/>
                <a:sym typeface="Open Sans"/>
              </a:defRPr>
            </a:lvl5pPr>
            <a:lvl6pPr indent="-406400" lvl="5" marL="27432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6pPr>
            <a:lvl7pPr indent="-406400" lvl="6" marL="32004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7pPr>
            <a:lvl8pPr indent="-406400" lvl="7" marL="36576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8pPr>
            <a:lvl9pPr indent="-406400" lvl="8" marL="41148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9pPr>
          </a:lstStyle>
          <a:p/>
        </p:txBody>
      </p:sp>
      <p:sp>
        <p:nvSpPr>
          <p:cNvPr id="290" name="Google Shape;290;p30"/>
          <p:cNvSpPr txBox="1"/>
          <p:nvPr>
            <p:ph idx="12" type="sldNum"/>
          </p:nvPr>
        </p:nvSpPr>
        <p:spPr>
          <a:xfrm>
            <a:off x="8463946" y="6224224"/>
            <a:ext cx="273654" cy="264253"/>
          </a:xfrm>
          <a:prstGeom prst="rect">
            <a:avLst/>
          </a:prstGeom>
          <a:noFill/>
          <a:ln>
            <a:noFill/>
          </a:ln>
        </p:spPr>
        <p:txBody>
          <a:bodyPr anchorCtr="0" anchor="ctr" bIns="45700" lIns="45700" spcFirstLastPara="1" rIns="45700" wrap="square" tIns="45700">
            <a:spAutoFit/>
          </a:bodyPr>
          <a:lstStyle>
            <a:lvl1pPr indent="0" lvl="0" marL="0" marR="0" rtl="0" algn="r">
              <a:spcBef>
                <a:spcPts val="0"/>
              </a:spcBef>
              <a:buNone/>
              <a:defRPr b="0" i="0" sz="1200" u="none" cap="none" strike="noStrike">
                <a:solidFill>
                  <a:srgbClr val="132E3E"/>
                </a:solidFill>
                <a:latin typeface="Arial"/>
                <a:ea typeface="Arial"/>
                <a:cs typeface="Arial"/>
                <a:sym typeface="Arial"/>
              </a:defRPr>
            </a:lvl1pPr>
            <a:lvl2pPr indent="0" lvl="1" marL="0" marR="0" rtl="0" algn="r">
              <a:spcBef>
                <a:spcPts val="0"/>
              </a:spcBef>
              <a:buNone/>
              <a:defRPr b="0" i="0" sz="1200" u="none" cap="none" strike="noStrike">
                <a:solidFill>
                  <a:srgbClr val="132E3E"/>
                </a:solidFill>
                <a:latin typeface="Arial"/>
                <a:ea typeface="Arial"/>
                <a:cs typeface="Arial"/>
                <a:sym typeface="Arial"/>
              </a:defRPr>
            </a:lvl2pPr>
            <a:lvl3pPr indent="0" lvl="2" marL="0" marR="0" rtl="0" algn="r">
              <a:spcBef>
                <a:spcPts val="0"/>
              </a:spcBef>
              <a:buNone/>
              <a:defRPr b="0" i="0" sz="1200" u="none" cap="none" strike="noStrike">
                <a:solidFill>
                  <a:srgbClr val="132E3E"/>
                </a:solidFill>
                <a:latin typeface="Arial"/>
                <a:ea typeface="Arial"/>
                <a:cs typeface="Arial"/>
                <a:sym typeface="Arial"/>
              </a:defRPr>
            </a:lvl3pPr>
            <a:lvl4pPr indent="0" lvl="3" marL="0" marR="0" rtl="0" algn="r">
              <a:spcBef>
                <a:spcPts val="0"/>
              </a:spcBef>
              <a:buNone/>
              <a:defRPr b="0" i="0" sz="1200" u="none" cap="none" strike="noStrike">
                <a:solidFill>
                  <a:srgbClr val="132E3E"/>
                </a:solidFill>
                <a:latin typeface="Arial"/>
                <a:ea typeface="Arial"/>
                <a:cs typeface="Arial"/>
                <a:sym typeface="Arial"/>
              </a:defRPr>
            </a:lvl4pPr>
            <a:lvl5pPr indent="0" lvl="4" marL="0" marR="0" rtl="0" algn="r">
              <a:spcBef>
                <a:spcPts val="0"/>
              </a:spcBef>
              <a:buNone/>
              <a:defRPr b="0" i="0" sz="1200" u="none" cap="none" strike="noStrike">
                <a:solidFill>
                  <a:srgbClr val="132E3E"/>
                </a:solidFill>
                <a:latin typeface="Arial"/>
                <a:ea typeface="Arial"/>
                <a:cs typeface="Arial"/>
                <a:sym typeface="Arial"/>
              </a:defRPr>
            </a:lvl5pPr>
            <a:lvl6pPr indent="0" lvl="5" marL="0" marR="0" rtl="0" algn="r">
              <a:spcBef>
                <a:spcPts val="0"/>
              </a:spcBef>
              <a:buNone/>
              <a:defRPr b="0" i="0" sz="1200" u="none" cap="none" strike="noStrike">
                <a:solidFill>
                  <a:srgbClr val="132E3E"/>
                </a:solidFill>
                <a:latin typeface="Arial"/>
                <a:ea typeface="Arial"/>
                <a:cs typeface="Arial"/>
                <a:sym typeface="Arial"/>
              </a:defRPr>
            </a:lvl6pPr>
            <a:lvl7pPr indent="0" lvl="6" marL="0" marR="0" rtl="0" algn="r">
              <a:spcBef>
                <a:spcPts val="0"/>
              </a:spcBef>
              <a:buNone/>
              <a:defRPr b="0" i="0" sz="1200" u="none" cap="none" strike="noStrike">
                <a:solidFill>
                  <a:srgbClr val="132E3E"/>
                </a:solidFill>
                <a:latin typeface="Arial"/>
                <a:ea typeface="Arial"/>
                <a:cs typeface="Arial"/>
                <a:sym typeface="Arial"/>
              </a:defRPr>
            </a:lvl7pPr>
            <a:lvl8pPr indent="0" lvl="7" marL="0" marR="0" rtl="0" algn="r">
              <a:spcBef>
                <a:spcPts val="0"/>
              </a:spcBef>
              <a:buNone/>
              <a:defRPr b="0" i="0" sz="1200" u="none" cap="none" strike="noStrike">
                <a:solidFill>
                  <a:srgbClr val="132E3E"/>
                </a:solidFill>
                <a:latin typeface="Arial"/>
                <a:ea typeface="Arial"/>
                <a:cs typeface="Arial"/>
                <a:sym typeface="Arial"/>
              </a:defRPr>
            </a:lvl8pPr>
            <a:lvl9pPr indent="0" lvl="8" marL="0" marR="0" rtl="0" algn="r">
              <a:spcBef>
                <a:spcPts val="0"/>
              </a:spcBef>
              <a:buNone/>
              <a:defRPr b="0" i="0" sz="1200" u="none" cap="none" strike="noStrike">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 id="2147483726" r:id="rId42"/>
    <p:sldLayoutId id="2147483727" r:id="rId43"/>
    <p:sldLayoutId id="2147483728"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86" name="Shape 686"/>
        <p:cNvGrpSpPr/>
        <p:nvPr/>
      </p:nvGrpSpPr>
      <p:grpSpPr>
        <a:xfrm>
          <a:off x="0" y="0"/>
          <a:ext cx="0" cy="0"/>
          <a:chOff x="0" y="0"/>
          <a:chExt cx="0" cy="0"/>
        </a:xfrm>
      </p:grpSpPr>
      <p:sp>
        <p:nvSpPr>
          <p:cNvPr id="687" name="Google Shape;687;p32"/>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Toastmasters International" id="688" name="Google Shape;688;p32"/>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689" name="Google Shape;689;p32"/>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90" name="Google Shape;690;p32"/>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1" name="Google Shape;691;p3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lt1"/>
                </a:solidFill>
                <a:latin typeface="Arial"/>
                <a:ea typeface="Arial"/>
                <a:cs typeface="Arial"/>
                <a:sym typeface="Arial"/>
              </a:defRPr>
            </a:lvl1pPr>
            <a:lvl2pPr indent="0" lvl="1" marL="0" marR="0" rtl="0" algn="r">
              <a:spcBef>
                <a:spcPts val="0"/>
              </a:spcBef>
              <a:buNone/>
              <a:defRPr b="1" i="0" sz="1800" u="none" cap="none" strike="noStrike">
                <a:solidFill>
                  <a:schemeClr val="lt1"/>
                </a:solidFill>
                <a:latin typeface="Arial"/>
                <a:ea typeface="Arial"/>
                <a:cs typeface="Arial"/>
                <a:sym typeface="Arial"/>
              </a:defRPr>
            </a:lvl2pPr>
            <a:lvl3pPr indent="0" lvl="2" marL="0" marR="0" rtl="0" algn="r">
              <a:spcBef>
                <a:spcPts val="0"/>
              </a:spcBef>
              <a:buNone/>
              <a:defRPr b="1" i="0" sz="1800" u="none" cap="none" strike="noStrike">
                <a:solidFill>
                  <a:schemeClr val="lt1"/>
                </a:solidFill>
                <a:latin typeface="Arial"/>
                <a:ea typeface="Arial"/>
                <a:cs typeface="Arial"/>
                <a:sym typeface="Arial"/>
              </a:defRPr>
            </a:lvl3pPr>
            <a:lvl4pPr indent="0" lvl="3" marL="0" marR="0" rtl="0" algn="r">
              <a:spcBef>
                <a:spcPts val="0"/>
              </a:spcBef>
              <a:buNone/>
              <a:defRPr b="1" i="0" sz="1800" u="none" cap="none" strike="noStrike">
                <a:solidFill>
                  <a:schemeClr val="lt1"/>
                </a:solidFill>
                <a:latin typeface="Arial"/>
                <a:ea typeface="Arial"/>
                <a:cs typeface="Arial"/>
                <a:sym typeface="Arial"/>
              </a:defRPr>
            </a:lvl4pPr>
            <a:lvl5pPr indent="0" lvl="4" marL="0" marR="0" rtl="0" algn="r">
              <a:spcBef>
                <a:spcPts val="0"/>
              </a:spcBef>
              <a:buNone/>
              <a:defRPr b="1" i="0" sz="1800" u="none" cap="none" strike="noStrike">
                <a:solidFill>
                  <a:schemeClr val="lt1"/>
                </a:solidFill>
                <a:latin typeface="Arial"/>
                <a:ea typeface="Arial"/>
                <a:cs typeface="Arial"/>
                <a:sym typeface="Arial"/>
              </a:defRPr>
            </a:lvl5pPr>
            <a:lvl6pPr indent="0" lvl="5" marL="0" marR="0" rtl="0" algn="r">
              <a:spcBef>
                <a:spcPts val="0"/>
              </a:spcBef>
              <a:buNone/>
              <a:defRPr b="1" i="0" sz="1800" u="none" cap="none" strike="noStrike">
                <a:solidFill>
                  <a:schemeClr val="lt1"/>
                </a:solidFill>
                <a:latin typeface="Arial"/>
                <a:ea typeface="Arial"/>
                <a:cs typeface="Arial"/>
                <a:sym typeface="Arial"/>
              </a:defRPr>
            </a:lvl6pPr>
            <a:lvl7pPr indent="0" lvl="6" marL="0" marR="0" rtl="0" algn="r">
              <a:spcBef>
                <a:spcPts val="0"/>
              </a:spcBef>
              <a:buNone/>
              <a:defRPr b="1" i="0" sz="1800" u="none" cap="none" strike="noStrike">
                <a:solidFill>
                  <a:schemeClr val="lt1"/>
                </a:solidFill>
                <a:latin typeface="Arial"/>
                <a:ea typeface="Arial"/>
                <a:cs typeface="Arial"/>
                <a:sym typeface="Arial"/>
              </a:defRPr>
            </a:lvl7pPr>
            <a:lvl8pPr indent="0" lvl="7" marL="0" marR="0" rtl="0" algn="r">
              <a:spcBef>
                <a:spcPts val="0"/>
              </a:spcBef>
              <a:buNone/>
              <a:defRPr b="1" i="0" sz="1800" u="none" cap="none" strike="noStrike">
                <a:solidFill>
                  <a:schemeClr val="lt1"/>
                </a:solidFill>
                <a:latin typeface="Arial"/>
                <a:ea typeface="Arial"/>
                <a:cs typeface="Arial"/>
                <a:sym typeface="Arial"/>
              </a:defRPr>
            </a:lvl8pPr>
            <a:lvl9pPr indent="0" lvl="8" marL="0" marR="0" rt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837" name="Shape 837"/>
        <p:cNvGrpSpPr/>
        <p:nvPr/>
      </p:nvGrpSpPr>
      <p:grpSpPr>
        <a:xfrm>
          <a:off x="0" y="0"/>
          <a:ext cx="0" cy="0"/>
          <a:chOff x="0" y="0"/>
          <a:chExt cx="0" cy="0"/>
        </a:xfrm>
      </p:grpSpPr>
      <p:sp>
        <p:nvSpPr>
          <p:cNvPr id="838" name="Google Shape;838;p37"/>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39" name="Google Shape;839;p37"/>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40" name="Google Shape;840;p37"/>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4165"/>
              </a:buClr>
              <a:buSzPts val="3600"/>
              <a:buFont typeface="Arial"/>
              <a:buNone/>
              <a:defRPr b="1" i="0" sz="3600" u="none" cap="none" strike="noStrike">
                <a:solidFill>
                  <a:srgbClr val="004165"/>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41" name="Google Shape;841;p3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dk1"/>
                </a:solidFill>
                <a:latin typeface="Arial"/>
                <a:ea typeface="Arial"/>
                <a:cs typeface="Arial"/>
                <a:sym typeface="Arial"/>
              </a:defRPr>
            </a:lvl1pPr>
            <a:lvl2pPr indent="0" lvl="1" marL="0" marR="0" rtl="0" algn="r">
              <a:spcBef>
                <a:spcPts val="0"/>
              </a:spcBef>
              <a:buNone/>
              <a:defRPr b="1" i="0" sz="1800" u="none" cap="none" strike="noStrike">
                <a:solidFill>
                  <a:schemeClr val="dk1"/>
                </a:solidFill>
                <a:latin typeface="Arial"/>
                <a:ea typeface="Arial"/>
                <a:cs typeface="Arial"/>
                <a:sym typeface="Arial"/>
              </a:defRPr>
            </a:lvl2pPr>
            <a:lvl3pPr indent="0" lvl="2" marL="0" marR="0" rtl="0" algn="r">
              <a:spcBef>
                <a:spcPts val="0"/>
              </a:spcBef>
              <a:buNone/>
              <a:defRPr b="1" i="0" sz="1800" u="none" cap="none" strike="noStrike">
                <a:solidFill>
                  <a:schemeClr val="dk1"/>
                </a:solidFill>
                <a:latin typeface="Arial"/>
                <a:ea typeface="Arial"/>
                <a:cs typeface="Arial"/>
                <a:sym typeface="Arial"/>
              </a:defRPr>
            </a:lvl3pPr>
            <a:lvl4pPr indent="0" lvl="3" marL="0" marR="0" rtl="0" algn="r">
              <a:spcBef>
                <a:spcPts val="0"/>
              </a:spcBef>
              <a:buNone/>
              <a:defRPr b="1" i="0" sz="1800" u="none" cap="none" strike="noStrike">
                <a:solidFill>
                  <a:schemeClr val="dk1"/>
                </a:solidFill>
                <a:latin typeface="Arial"/>
                <a:ea typeface="Arial"/>
                <a:cs typeface="Arial"/>
                <a:sym typeface="Arial"/>
              </a:defRPr>
            </a:lvl4pPr>
            <a:lvl5pPr indent="0" lvl="4" marL="0" marR="0" rtl="0" algn="r">
              <a:spcBef>
                <a:spcPts val="0"/>
              </a:spcBef>
              <a:buNone/>
              <a:defRPr b="1" i="0" sz="1800" u="none" cap="none" strike="noStrike">
                <a:solidFill>
                  <a:schemeClr val="dk1"/>
                </a:solidFill>
                <a:latin typeface="Arial"/>
                <a:ea typeface="Arial"/>
                <a:cs typeface="Arial"/>
                <a:sym typeface="Arial"/>
              </a:defRPr>
            </a:lvl5pPr>
            <a:lvl6pPr indent="0" lvl="5" marL="0" marR="0" rtl="0" algn="r">
              <a:spcBef>
                <a:spcPts val="0"/>
              </a:spcBef>
              <a:buNone/>
              <a:defRPr b="1" i="0" sz="1800" u="none" cap="none" strike="noStrike">
                <a:solidFill>
                  <a:schemeClr val="dk1"/>
                </a:solidFill>
                <a:latin typeface="Arial"/>
                <a:ea typeface="Arial"/>
                <a:cs typeface="Arial"/>
                <a:sym typeface="Arial"/>
              </a:defRPr>
            </a:lvl6pPr>
            <a:lvl7pPr indent="0" lvl="6" marL="0" marR="0" rtl="0" algn="r">
              <a:spcBef>
                <a:spcPts val="0"/>
              </a:spcBef>
              <a:buNone/>
              <a:defRPr b="1" i="0" sz="1800" u="none" cap="none" strike="noStrike">
                <a:solidFill>
                  <a:schemeClr val="dk1"/>
                </a:solidFill>
                <a:latin typeface="Arial"/>
                <a:ea typeface="Arial"/>
                <a:cs typeface="Arial"/>
                <a:sym typeface="Arial"/>
              </a:defRPr>
            </a:lvl7pPr>
            <a:lvl8pPr indent="0" lvl="7" marL="0" marR="0" rtl="0" algn="r">
              <a:spcBef>
                <a:spcPts val="0"/>
              </a:spcBef>
              <a:buNone/>
              <a:defRPr b="1" i="0" sz="1800" u="none" cap="none" strike="noStrike">
                <a:solidFill>
                  <a:schemeClr val="dk1"/>
                </a:solidFill>
                <a:latin typeface="Arial"/>
                <a:ea typeface="Arial"/>
                <a:cs typeface="Arial"/>
                <a:sym typeface="Arial"/>
              </a:defRPr>
            </a:lvl8pPr>
            <a:lvl9pPr indent="0" lvl="8" marL="0" marR="0" rtl="0" algn="r">
              <a:spcBef>
                <a:spcPts val="0"/>
              </a:spcBef>
              <a:buNone/>
              <a:defRPr b="1"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842" name="Google Shape;842;p37"/>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1006" name="Shape 1006"/>
        <p:cNvGrpSpPr/>
        <p:nvPr/>
      </p:nvGrpSpPr>
      <p:grpSpPr>
        <a:xfrm>
          <a:off x="0" y="0"/>
          <a:ext cx="0" cy="0"/>
          <a:chOff x="0" y="0"/>
          <a:chExt cx="0" cy="0"/>
        </a:xfrm>
      </p:grpSpPr>
      <p:sp>
        <p:nvSpPr>
          <p:cNvPr id="1007" name="Google Shape;1007;p40"/>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8" name="Google Shape;1008;p40"/>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009" name="Google Shape;1009;p4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EE9F"/>
              </a:buClr>
              <a:buSzPts val="3600"/>
              <a:buFont typeface="Arial"/>
              <a:buNone/>
              <a:defRPr b="1" i="0" sz="3600" u="none" cap="none" strike="noStrike">
                <a:solidFill>
                  <a:srgbClr val="FEEE9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10" name="Google Shape;1010;p4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sz="1800">
                <a:solidFill>
                  <a:schemeClr val="dk1"/>
                </a:solidFill>
                <a:latin typeface="Arial"/>
                <a:ea typeface="Arial"/>
                <a:cs typeface="Arial"/>
                <a:sym typeface="Arial"/>
              </a:defRPr>
            </a:lvl1pPr>
            <a:lvl2pPr indent="0" lvl="1" marL="0" marR="0" rtl="0" algn="r">
              <a:spcBef>
                <a:spcPts val="0"/>
              </a:spcBef>
              <a:buNone/>
              <a:defRPr b="1" sz="1800">
                <a:solidFill>
                  <a:schemeClr val="dk1"/>
                </a:solidFill>
                <a:latin typeface="Arial"/>
                <a:ea typeface="Arial"/>
                <a:cs typeface="Arial"/>
                <a:sym typeface="Arial"/>
              </a:defRPr>
            </a:lvl2pPr>
            <a:lvl3pPr indent="0" lvl="2" marL="0" marR="0" rtl="0" algn="r">
              <a:spcBef>
                <a:spcPts val="0"/>
              </a:spcBef>
              <a:buNone/>
              <a:defRPr b="1" sz="1800">
                <a:solidFill>
                  <a:schemeClr val="dk1"/>
                </a:solidFill>
                <a:latin typeface="Arial"/>
                <a:ea typeface="Arial"/>
                <a:cs typeface="Arial"/>
                <a:sym typeface="Arial"/>
              </a:defRPr>
            </a:lvl3pPr>
            <a:lvl4pPr indent="0" lvl="3" marL="0" marR="0" rtl="0" algn="r">
              <a:spcBef>
                <a:spcPts val="0"/>
              </a:spcBef>
              <a:buNone/>
              <a:defRPr b="1" sz="1800">
                <a:solidFill>
                  <a:schemeClr val="dk1"/>
                </a:solidFill>
                <a:latin typeface="Arial"/>
                <a:ea typeface="Arial"/>
                <a:cs typeface="Arial"/>
                <a:sym typeface="Arial"/>
              </a:defRPr>
            </a:lvl4pPr>
            <a:lvl5pPr indent="0" lvl="4" marL="0" marR="0" rtl="0" algn="r">
              <a:spcBef>
                <a:spcPts val="0"/>
              </a:spcBef>
              <a:buNone/>
              <a:defRPr b="1" sz="1800">
                <a:solidFill>
                  <a:schemeClr val="dk1"/>
                </a:solidFill>
                <a:latin typeface="Arial"/>
                <a:ea typeface="Arial"/>
                <a:cs typeface="Arial"/>
                <a:sym typeface="Arial"/>
              </a:defRPr>
            </a:lvl5pPr>
            <a:lvl6pPr indent="0" lvl="5" marL="0" marR="0" rtl="0" algn="r">
              <a:spcBef>
                <a:spcPts val="0"/>
              </a:spcBef>
              <a:buNone/>
              <a:defRPr b="1" sz="1800">
                <a:solidFill>
                  <a:schemeClr val="dk1"/>
                </a:solidFill>
                <a:latin typeface="Arial"/>
                <a:ea typeface="Arial"/>
                <a:cs typeface="Arial"/>
                <a:sym typeface="Arial"/>
              </a:defRPr>
            </a:lvl6pPr>
            <a:lvl7pPr indent="0" lvl="6" marL="0" marR="0" rtl="0" algn="r">
              <a:spcBef>
                <a:spcPts val="0"/>
              </a:spcBef>
              <a:buNone/>
              <a:defRPr b="1" sz="1800">
                <a:solidFill>
                  <a:schemeClr val="dk1"/>
                </a:solidFill>
                <a:latin typeface="Arial"/>
                <a:ea typeface="Arial"/>
                <a:cs typeface="Arial"/>
                <a:sym typeface="Arial"/>
              </a:defRPr>
            </a:lvl7pPr>
            <a:lvl8pPr indent="0" lvl="7" marL="0" marR="0" rtl="0" algn="r">
              <a:spcBef>
                <a:spcPts val="0"/>
              </a:spcBef>
              <a:buNone/>
              <a:defRPr b="1" sz="1800">
                <a:solidFill>
                  <a:schemeClr val="dk1"/>
                </a:solidFill>
                <a:latin typeface="Arial"/>
                <a:ea typeface="Arial"/>
                <a:cs typeface="Arial"/>
                <a:sym typeface="Arial"/>
              </a:defRPr>
            </a:lvl8pPr>
            <a:lvl9pPr indent="0" lvl="8" marL="0" marR="0" rt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011" name="Google Shape;1011;p40"/>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9.xml"/><Relationship Id="rId3"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10.xml"/><Relationship Id="rId3" Type="http://schemas.openxmlformats.org/officeDocument/2006/relationships/image" Target="../media/image2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1.xml"/><Relationship Id="rId3" Type="http://schemas.openxmlformats.org/officeDocument/2006/relationships/image" Target="../media/image3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3.xml"/><Relationship Id="rId3"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4.xml"/><Relationship Id="rId3" Type="http://schemas.openxmlformats.org/officeDocument/2006/relationships/image" Target="../media/image3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6.xml"/><Relationship Id="rId3" Type="http://schemas.openxmlformats.org/officeDocument/2006/relationships/image" Target="../media/image26.jpg"/><Relationship Id="rId4" Type="http://schemas.openxmlformats.org/officeDocument/2006/relationships/image" Target="../media/image24.jpg"/><Relationship Id="rId5" Type="http://schemas.openxmlformats.org/officeDocument/2006/relationships/image" Target="../media/image2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8.xml"/><Relationship Id="rId3" Type="http://schemas.openxmlformats.org/officeDocument/2006/relationships/image" Target="../media/image15.jpg"/><Relationship Id="rId4"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9.xml"/><Relationship Id="rId3" Type="http://schemas.openxmlformats.org/officeDocument/2006/relationships/image" Target="../media/image32.jp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20.xml"/><Relationship Id="rId3"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23.xml"/><Relationship Id="rId3" Type="http://schemas.openxmlformats.org/officeDocument/2006/relationships/image" Target="../media/image2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24.xml"/><Relationship Id="rId3" Type="http://schemas.openxmlformats.org/officeDocument/2006/relationships/image" Target="../media/image2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75" name="Shape 1175"/>
        <p:cNvGrpSpPr/>
        <p:nvPr/>
      </p:nvGrpSpPr>
      <p:grpSpPr>
        <a:xfrm>
          <a:off x="0" y="0"/>
          <a:ext cx="0" cy="0"/>
          <a:chOff x="0" y="0"/>
          <a:chExt cx="0" cy="0"/>
        </a:xfrm>
      </p:grpSpPr>
      <p:sp>
        <p:nvSpPr>
          <p:cNvPr id="1176" name="Google Shape;1176;p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3600"/>
              <a:buNone/>
            </a:pPr>
            <a:r>
              <a:rPr lang="en-US"/>
              <a:t>Facilitator Instructions </a:t>
            </a:r>
            <a:r>
              <a:rPr lang="en-US">
                <a:solidFill>
                  <a:srgbClr val="C00000"/>
                </a:solidFill>
              </a:rPr>
              <a:t>(not for presentation)</a:t>
            </a:r>
            <a:endParaRPr>
              <a:solidFill>
                <a:srgbClr val="C00000"/>
              </a:solidFill>
            </a:endParaRPr>
          </a:p>
        </p:txBody>
      </p:sp>
      <p:sp>
        <p:nvSpPr>
          <p:cNvPr id="1177" name="Google Shape;1177;p1"/>
          <p:cNvSpPr txBox="1"/>
          <p:nvPr>
            <p:ph idx="1" type="body"/>
          </p:nvPr>
        </p:nvSpPr>
        <p:spPr>
          <a:xfrm>
            <a:off x="277933" y="1156997"/>
            <a:ext cx="11766430" cy="490790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000"/>
              <a:buChar char="•"/>
            </a:pPr>
            <a:r>
              <a:rPr b="1" lang="en-US" sz="2000"/>
              <a:t>Session</a:t>
            </a:r>
            <a:r>
              <a:rPr lang="en-US" sz="2000"/>
              <a:t>: This presentation is the one-hour Club Secretary breakout session for Round 1: New Year Club Officer Training. The order of presentations for the full Club Officer Training is Hall of Fame slides shown before the training starts, Round 1: New Year General Session Part 1 followed by the individual club officer breakout sessions, ending with Round 1: New Year General Session Part 2 . Round 1: New Year General Session Parts 1 and 2 are presented to </a:t>
            </a:r>
            <a:r>
              <a:rPr b="1" lang="en-US" sz="2000"/>
              <a:t>all club officers</a:t>
            </a:r>
            <a:r>
              <a:rPr lang="en-US" sz="2000"/>
              <a:t>. </a:t>
            </a:r>
            <a:endParaRPr/>
          </a:p>
          <a:p>
            <a:pPr indent="-228600" lvl="0" marL="228600" rtl="0" algn="l">
              <a:lnSpc>
                <a:spcPct val="100000"/>
              </a:lnSpc>
              <a:spcBef>
                <a:spcPts val="600"/>
              </a:spcBef>
              <a:spcAft>
                <a:spcPts val="0"/>
              </a:spcAft>
              <a:buClr>
                <a:schemeClr val="dk1"/>
              </a:buClr>
              <a:buSzPts val="2000"/>
              <a:buChar char="•"/>
            </a:pPr>
            <a:r>
              <a:rPr b="1" lang="en-US" sz="2000"/>
              <a:t>Facilitator notes on each slide</a:t>
            </a:r>
            <a:r>
              <a:rPr lang="en-US" sz="2000"/>
              <a:t>: These notes begin with the estimated time to present the individual slide and then the overall elapsed session time. It is essential that you review the facilitator notes on each slide and practice delivering the presentation to familiarize yourself with the material and stay on time. Facilitator notes should be used as a guide rather than a script that must be stated “word-for-word”. Parentheses denote instructions for facilitators – what facilitators should “do”. </a:t>
            </a:r>
            <a:endParaRPr/>
          </a:p>
          <a:p>
            <a:pPr indent="-228600" lvl="0" marL="228600" rtl="0" algn="l">
              <a:lnSpc>
                <a:spcPct val="100000"/>
              </a:lnSpc>
              <a:spcBef>
                <a:spcPts val="600"/>
              </a:spcBef>
              <a:spcAft>
                <a:spcPts val="0"/>
              </a:spcAft>
              <a:buClr>
                <a:schemeClr val="dk1"/>
              </a:buClr>
              <a:buSzPts val="2000"/>
              <a:buChar char="•"/>
            </a:pPr>
            <a:r>
              <a:rPr b="1" lang="en-US" sz="2000">
                <a:latin typeface="Arial"/>
                <a:ea typeface="Arial"/>
                <a:cs typeface="Arial"/>
                <a:sym typeface="Arial"/>
              </a:rPr>
              <a:t>Interaction</a:t>
            </a:r>
            <a:r>
              <a:rPr b="0" lang="en-US" sz="2000">
                <a:latin typeface="Arial"/>
                <a:ea typeface="Arial"/>
                <a:cs typeface="Arial"/>
                <a:sym typeface="Arial"/>
              </a:rPr>
              <a:t>: To interact in online training, ask participants to enter their responses in the chat. Ask the Chat Master to share a few of the responses. If the training is physically in-person, ask a few of the participants to share their responses verbally. For interaction in a hybrid training, do both. </a:t>
            </a:r>
            <a:endParaRPr/>
          </a:p>
          <a:p>
            <a:pPr indent="-228600" lvl="0" marL="228600" rtl="0" algn="l">
              <a:lnSpc>
                <a:spcPct val="100000"/>
              </a:lnSpc>
              <a:spcBef>
                <a:spcPts val="600"/>
              </a:spcBef>
              <a:spcAft>
                <a:spcPts val="0"/>
              </a:spcAft>
              <a:buClr>
                <a:schemeClr val="dk1"/>
              </a:buClr>
              <a:buSzPts val="2000"/>
              <a:buChar char="•"/>
            </a:pPr>
            <a:r>
              <a:rPr b="1" lang="en-US" sz="2000"/>
              <a:t>Zoom/Chat Masters</a:t>
            </a:r>
            <a:r>
              <a:rPr lang="en-US" sz="2000"/>
              <a:t>: For online training, it is critical to have sufficient District technical support to manage the training. To facilitate interaction, please assign a Zoom/Chat Master to each session. </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2"/>
          <p:cNvSpPr txBox="1"/>
          <p:nvPr>
            <p:ph type="ctrTitle"/>
          </p:nvPr>
        </p:nvSpPr>
        <p:spPr>
          <a:xfrm>
            <a:off x="1524000" y="2922813"/>
            <a:ext cx="9144000" cy="150222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EEE9F"/>
              </a:buClr>
              <a:buSzPts val="4400"/>
              <a:buNone/>
            </a:pPr>
            <a:r>
              <a:rPr lang="en-US" sz="4400"/>
              <a:t>Secretary </a:t>
            </a:r>
            <a:br>
              <a:rPr lang="en-US" sz="4400"/>
            </a:br>
            <a:r>
              <a:rPr lang="en-US" sz="3600"/>
              <a:t>Club Officer Training (COT)</a:t>
            </a:r>
            <a:endParaRPr sz="4400"/>
          </a:p>
        </p:txBody>
      </p:sp>
      <p:sp>
        <p:nvSpPr>
          <p:cNvPr id="1184" name="Google Shape;1184;p2"/>
          <p:cNvSpPr txBox="1"/>
          <p:nvPr/>
        </p:nvSpPr>
        <p:spPr>
          <a:xfrm>
            <a:off x="1524000" y="4506686"/>
            <a:ext cx="9144000" cy="60328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Round 1: New Year Training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8" name="Shape 1188"/>
        <p:cNvGrpSpPr/>
        <p:nvPr/>
      </p:nvGrpSpPr>
      <p:grpSpPr>
        <a:xfrm>
          <a:off x="0" y="0"/>
          <a:ext cx="0" cy="0"/>
          <a:chOff x="0" y="0"/>
          <a:chExt cx="0" cy="0"/>
        </a:xfrm>
      </p:grpSpPr>
      <p:sp>
        <p:nvSpPr>
          <p:cNvPr id="1189" name="Google Shape;1189;p3"/>
          <p:cNvSpPr txBox="1"/>
          <p:nvPr/>
        </p:nvSpPr>
        <p:spPr>
          <a:xfrm>
            <a:off x="6096000" y="1183449"/>
            <a:ext cx="4095710" cy="4401162"/>
          </a:xfrm>
          <a:prstGeom prst="rect">
            <a:avLst/>
          </a:prstGeom>
          <a:noFill/>
          <a:ln>
            <a:noFill/>
          </a:ln>
        </p:spPr>
        <p:txBody>
          <a:bodyPr anchorCtr="0" anchor="t" bIns="45675" lIns="45675" spcFirstLastPara="1" rIns="45675" wrap="square" tIns="45675">
            <a:spAutoFit/>
          </a:bodyPr>
          <a:lstStyle/>
          <a:p>
            <a:pPr indent="-107950" lvl="0" marL="285750" marR="0" rtl="0" algn="l">
              <a:lnSpc>
                <a:spcPct val="100000"/>
              </a:lnSpc>
              <a:spcBef>
                <a:spcPts val="0"/>
              </a:spcBef>
              <a:spcAft>
                <a:spcPts val="0"/>
              </a:spcAft>
              <a:buClr>
                <a:srgbClr val="FFFFFF"/>
              </a:buClr>
              <a:buSzPts val="2800"/>
              <a:buFont typeface="Arial"/>
              <a:buNone/>
            </a:pPr>
            <a:r>
              <a:t/>
            </a:r>
            <a:endParaRPr b="0" i="0" sz="2800" u="none" cap="none" strike="noStrike">
              <a:solidFill>
                <a:srgbClr val="FFFFFF"/>
              </a:solidFill>
              <a:latin typeface="Arial"/>
              <a:ea typeface="Arial"/>
              <a:cs typeface="Arial"/>
              <a:sym typeface="Arial"/>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Club Success Cycle</a:t>
            </a:r>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Transferable Skills</a:t>
            </a:r>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Role &amp; Responsibilities</a:t>
            </a:r>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Best Practices</a:t>
            </a:r>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Resources</a:t>
            </a:r>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Test Questions</a:t>
            </a:r>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Q&amp;A</a:t>
            </a:r>
            <a:endParaRPr/>
          </a:p>
          <a:p>
            <a:pPr indent="-360000" lvl="0" marL="360000" marR="0" rtl="0" algn="l">
              <a:lnSpc>
                <a:spcPct val="100000"/>
              </a:lnSpc>
              <a:spcBef>
                <a:spcPts val="0"/>
              </a:spcBef>
              <a:spcAft>
                <a:spcPts val="0"/>
              </a:spcAft>
              <a:buClr>
                <a:srgbClr val="333333"/>
              </a:buClr>
              <a:buSzPts val="2800"/>
              <a:buFont typeface="Arial"/>
              <a:buChar char="•"/>
            </a:pPr>
            <a:r>
              <a:rPr b="0" i="0" lang="en-US" sz="2800" u="none" cap="none" strike="noStrike">
                <a:solidFill>
                  <a:srgbClr val="333333"/>
                </a:solidFill>
                <a:latin typeface="Arial"/>
                <a:ea typeface="Arial"/>
                <a:cs typeface="Arial"/>
                <a:sym typeface="Arial"/>
              </a:rPr>
              <a:t>Next Steps</a:t>
            </a:r>
            <a:br>
              <a:rPr b="0" i="0" lang="en-US" sz="2800" u="none" cap="none" strike="noStrike">
                <a:solidFill>
                  <a:srgbClr val="00374A"/>
                </a:solidFill>
                <a:latin typeface="Arial"/>
                <a:ea typeface="Arial"/>
                <a:cs typeface="Arial"/>
                <a:sym typeface="Arial"/>
              </a:rPr>
            </a:br>
            <a:endParaRPr b="0" i="0" sz="2800" u="none" cap="none" strike="noStrike">
              <a:solidFill>
                <a:srgbClr val="00374A"/>
              </a:solidFill>
              <a:latin typeface="Arial"/>
              <a:ea typeface="Arial"/>
              <a:cs typeface="Arial"/>
              <a:sym typeface="Arial"/>
            </a:endParaRPr>
          </a:p>
        </p:txBody>
      </p:sp>
      <p:sp>
        <p:nvSpPr>
          <p:cNvPr id="1190" name="Google Shape;1190;p3"/>
          <p:cNvSpPr txBox="1"/>
          <p:nvPr>
            <p:ph type="title"/>
          </p:nvPr>
        </p:nvSpPr>
        <p:spPr>
          <a:xfrm>
            <a:off x="1966210" y="1540240"/>
            <a:ext cx="3276600" cy="731521"/>
          </a:xfrm>
          <a:prstGeom prst="rect">
            <a:avLst/>
          </a:prstGeom>
          <a:noFill/>
          <a:ln>
            <a:noFill/>
          </a:ln>
        </p:spPr>
        <p:txBody>
          <a:bodyPr anchorCtr="0" anchor="b" bIns="45700" lIns="45700" spcFirstLastPara="1" rIns="45700" wrap="square" tIns="45700">
            <a:normAutofit/>
          </a:bodyPr>
          <a:lstStyle/>
          <a:p>
            <a:pPr indent="0" lvl="0" marL="0" marR="0" rtl="0" algn="ctr">
              <a:lnSpc>
                <a:spcPct val="90000"/>
              </a:lnSpc>
              <a:spcBef>
                <a:spcPts val="0"/>
              </a:spcBef>
              <a:spcAft>
                <a:spcPts val="0"/>
              </a:spcAft>
              <a:buClr>
                <a:srgbClr val="00374A"/>
              </a:buClr>
              <a:buSzPts val="4560"/>
              <a:buFont typeface="Arial"/>
              <a:buNone/>
            </a:pPr>
            <a:r>
              <a:rPr b="1" i="0" lang="en-US" sz="4560" u="none" cap="none" strike="noStrike">
                <a:solidFill>
                  <a:srgbClr val="00374A"/>
                </a:solidFill>
                <a:latin typeface="Arial"/>
                <a:ea typeface="Arial"/>
                <a:cs typeface="Arial"/>
                <a:sym typeface="Arial"/>
              </a:rPr>
              <a:t>Agenda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5" name="Shape 1195"/>
        <p:cNvGrpSpPr/>
        <p:nvPr/>
      </p:nvGrpSpPr>
      <p:grpSpPr>
        <a:xfrm>
          <a:off x="0" y="0"/>
          <a:ext cx="0" cy="0"/>
          <a:chOff x="0" y="0"/>
          <a:chExt cx="0" cy="0"/>
        </a:xfrm>
      </p:grpSpPr>
      <p:sp>
        <p:nvSpPr>
          <p:cNvPr id="1196" name="Google Shape;1196;p4"/>
          <p:cNvSpPr txBox="1"/>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p>
            <a:pPr indent="0" lvl="1" marL="0" marR="0" rtl="0" algn="l">
              <a:lnSpc>
                <a:spcPct val="90000"/>
              </a:lnSpc>
              <a:spcBef>
                <a:spcPts val="0"/>
              </a:spcBef>
              <a:spcAft>
                <a:spcPts val="0"/>
              </a:spcAft>
              <a:buNone/>
            </a:pPr>
            <a:r>
              <a:rPr b="1" i="0" lang="en-US" sz="3600" u="none" cap="none" strike="noStrike">
                <a:solidFill>
                  <a:schemeClr val="lt1"/>
                </a:solidFill>
                <a:latin typeface="Arial"/>
                <a:ea typeface="Arial"/>
                <a:cs typeface="Arial"/>
                <a:sym typeface="Arial"/>
              </a:rPr>
              <a:t>Session Goals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5"/>
          <p:cNvSpPr txBox="1"/>
          <p:nvPr/>
        </p:nvSpPr>
        <p:spPr>
          <a:xfrm>
            <a:off x="277934" y="1341449"/>
            <a:ext cx="4646260" cy="4524527"/>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0070C0"/>
              </a:buClr>
              <a:buSzPts val="2800"/>
              <a:buFont typeface="Noto Sans Symbols"/>
              <a:buChar char="▪"/>
            </a:pPr>
            <a:r>
              <a:rPr b="0" i="0" lang="en-US" sz="2800" u="none" cap="none" strike="noStrike">
                <a:solidFill>
                  <a:srgbClr val="0070C0"/>
                </a:solidFill>
                <a:latin typeface="Arial"/>
                <a:ea typeface="Arial"/>
                <a:cs typeface="Arial"/>
                <a:sym typeface="Arial"/>
              </a:rPr>
              <a:t>VPPR</a:t>
            </a:r>
            <a:endParaRPr/>
          </a:p>
          <a:p>
            <a:pPr indent="-228600" lvl="0" marL="228600" marR="0" rtl="0" algn="l">
              <a:lnSpc>
                <a:spcPct val="100000"/>
              </a:lnSpc>
              <a:spcBef>
                <a:spcPts val="1200"/>
              </a:spcBef>
              <a:spcAft>
                <a:spcPts val="0"/>
              </a:spcAft>
              <a:buClr>
                <a:srgbClr val="3E3A2D"/>
              </a:buClr>
              <a:buSzPts val="2800"/>
              <a:buFont typeface="Noto Sans Symbols"/>
              <a:buChar char="▪"/>
            </a:pPr>
            <a:r>
              <a:rPr b="0" i="0" lang="en-US" sz="2800" u="none" cap="none" strike="noStrike">
                <a:solidFill>
                  <a:srgbClr val="3E3A2D"/>
                </a:solidFill>
                <a:latin typeface="Arial"/>
                <a:ea typeface="Arial"/>
                <a:cs typeface="Arial"/>
                <a:sym typeface="Arial"/>
              </a:rPr>
              <a:t>Sergeant at Arms</a:t>
            </a:r>
            <a:endParaRPr/>
          </a:p>
          <a:p>
            <a:pPr indent="-228600" lvl="0" marL="228600" marR="0" rtl="0" algn="l">
              <a:lnSpc>
                <a:spcPct val="100000"/>
              </a:lnSpc>
              <a:spcBef>
                <a:spcPts val="1200"/>
              </a:spcBef>
              <a:spcAft>
                <a:spcPts val="0"/>
              </a:spcAft>
              <a:buClr>
                <a:srgbClr val="00B050"/>
              </a:buClr>
              <a:buSzPts val="2800"/>
              <a:buFont typeface="Noto Sans Symbols"/>
              <a:buChar char="▪"/>
            </a:pPr>
            <a:r>
              <a:rPr b="0" i="0" lang="en-US" sz="2800" u="none" cap="none" strike="noStrike">
                <a:solidFill>
                  <a:srgbClr val="00B050"/>
                </a:solidFill>
                <a:latin typeface="Arial"/>
                <a:ea typeface="Arial"/>
                <a:cs typeface="Arial"/>
                <a:sym typeface="Arial"/>
              </a:rPr>
              <a:t>VPM</a:t>
            </a:r>
            <a:endParaRPr/>
          </a:p>
          <a:p>
            <a:pPr indent="-228600" lvl="0" marL="228600" marR="0" rtl="0" algn="l">
              <a:lnSpc>
                <a:spcPct val="100000"/>
              </a:lnSpc>
              <a:spcBef>
                <a:spcPts val="1200"/>
              </a:spcBef>
              <a:spcAft>
                <a:spcPts val="0"/>
              </a:spcAft>
              <a:buClr>
                <a:srgbClr val="FFC000"/>
              </a:buClr>
              <a:buSzPts val="2800"/>
              <a:buFont typeface="Noto Sans Symbols"/>
              <a:buChar char="▪"/>
            </a:pPr>
            <a:r>
              <a:rPr b="0" i="0" lang="en-US" sz="2800" u="none" cap="none" strike="noStrike">
                <a:solidFill>
                  <a:srgbClr val="FFC000"/>
                </a:solidFill>
                <a:latin typeface="Arial"/>
                <a:ea typeface="Arial"/>
                <a:cs typeface="Arial"/>
                <a:sym typeface="Arial"/>
              </a:rPr>
              <a:t>VPE</a:t>
            </a:r>
            <a:endParaRPr/>
          </a:p>
          <a:p>
            <a:pPr indent="-228600" lvl="0" marL="228600" marR="0" rtl="0" algn="l">
              <a:lnSpc>
                <a:spcPct val="100000"/>
              </a:lnSpc>
              <a:spcBef>
                <a:spcPts val="1200"/>
              </a:spcBef>
              <a:spcAft>
                <a:spcPts val="0"/>
              </a:spcAft>
              <a:buClr>
                <a:srgbClr val="C00000"/>
              </a:buClr>
              <a:buSzPts val="2800"/>
              <a:buFont typeface="Noto Sans Symbols"/>
              <a:buChar char="▪"/>
            </a:pPr>
            <a:r>
              <a:rPr b="0" i="0" lang="en-US" sz="2800" u="none" cap="none" strike="noStrike">
                <a:solidFill>
                  <a:srgbClr val="C00000"/>
                </a:solidFill>
                <a:latin typeface="Arial"/>
                <a:ea typeface="Arial"/>
                <a:cs typeface="Arial"/>
                <a:sym typeface="Arial"/>
              </a:rPr>
              <a:t>President</a:t>
            </a:r>
            <a:endParaRPr/>
          </a:p>
          <a:p>
            <a:pPr indent="-228600" lvl="0" marL="228600" marR="0" rtl="0" algn="l">
              <a:lnSpc>
                <a:spcPct val="100000"/>
              </a:lnSpc>
              <a:spcBef>
                <a:spcPts val="1200"/>
              </a:spcBef>
              <a:spcAft>
                <a:spcPts val="0"/>
              </a:spcAft>
              <a:buClr>
                <a:srgbClr val="3E3A2D"/>
              </a:buClr>
              <a:buSzPts val="2800"/>
              <a:buFont typeface="Noto Sans Symbols"/>
              <a:buChar char="▪"/>
            </a:pPr>
            <a:r>
              <a:rPr b="0" i="0" lang="en-US" sz="2800" u="none" cap="none" strike="noStrike">
                <a:solidFill>
                  <a:srgbClr val="3E3A2D"/>
                </a:solidFill>
                <a:latin typeface="Arial"/>
                <a:ea typeface="Arial"/>
                <a:cs typeface="Arial"/>
                <a:sym typeface="Arial"/>
              </a:rPr>
              <a:t>Secretary</a:t>
            </a:r>
            <a:endParaRPr/>
          </a:p>
          <a:p>
            <a:pPr indent="-228600" lvl="0" marL="228600" marR="0" rtl="0" algn="l">
              <a:lnSpc>
                <a:spcPct val="100000"/>
              </a:lnSpc>
              <a:spcBef>
                <a:spcPts val="1200"/>
              </a:spcBef>
              <a:spcAft>
                <a:spcPts val="0"/>
              </a:spcAft>
              <a:buClr>
                <a:srgbClr val="3E3A2D"/>
              </a:buClr>
              <a:buSzPts val="2800"/>
              <a:buFont typeface="Noto Sans Symbols"/>
              <a:buChar char="▪"/>
            </a:pPr>
            <a:r>
              <a:rPr b="0" i="0" lang="en-US" sz="2800" u="none" cap="none" strike="noStrike">
                <a:solidFill>
                  <a:srgbClr val="3E3A2D"/>
                </a:solidFill>
                <a:latin typeface="Arial"/>
                <a:ea typeface="Arial"/>
                <a:cs typeface="Arial"/>
                <a:sym typeface="Arial"/>
              </a:rPr>
              <a:t>Treasurer</a:t>
            </a:r>
            <a:endParaRPr/>
          </a:p>
          <a:p>
            <a:pPr indent="-228600" lvl="0" marL="228600" marR="0" rtl="0" algn="l">
              <a:lnSpc>
                <a:spcPct val="100000"/>
              </a:lnSpc>
              <a:spcBef>
                <a:spcPts val="1200"/>
              </a:spcBef>
              <a:spcAft>
                <a:spcPts val="0"/>
              </a:spcAft>
              <a:buClr>
                <a:srgbClr val="D86CCC"/>
              </a:buClr>
              <a:buSzPts val="2800"/>
              <a:buFont typeface="Noto Sans Symbols"/>
              <a:buChar char="▪"/>
            </a:pPr>
            <a:r>
              <a:rPr b="0" i="0" lang="en-US" sz="2800" u="none" cap="none" strike="noStrike">
                <a:solidFill>
                  <a:srgbClr val="D86CCC"/>
                </a:solidFill>
                <a:latin typeface="Arial"/>
                <a:ea typeface="Arial"/>
                <a:cs typeface="Arial"/>
                <a:sym typeface="Arial"/>
              </a:rPr>
              <a:t>Advocate – All Members</a:t>
            </a:r>
            <a:endParaRPr b="0" i="0" sz="2200" u="none" cap="none" strike="noStrike">
              <a:solidFill>
                <a:srgbClr val="D86CCC"/>
              </a:solidFill>
              <a:latin typeface="Arial"/>
              <a:ea typeface="Arial"/>
              <a:cs typeface="Arial"/>
              <a:sym typeface="Arial"/>
            </a:endParaRPr>
          </a:p>
        </p:txBody>
      </p:sp>
      <p:sp>
        <p:nvSpPr>
          <p:cNvPr id="1203" name="Google Shape;1203;p5"/>
          <p:cNvSpPr/>
          <p:nvPr/>
        </p:nvSpPr>
        <p:spPr>
          <a:xfrm rot="2400000">
            <a:off x="6529576" y="5027052"/>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grpSp>
        <p:nvGrpSpPr>
          <p:cNvPr id="1204" name="Google Shape;1204;p5"/>
          <p:cNvGrpSpPr/>
          <p:nvPr/>
        </p:nvGrpSpPr>
        <p:grpSpPr>
          <a:xfrm>
            <a:off x="5297963" y="32402"/>
            <a:ext cx="6365997" cy="6117075"/>
            <a:chOff x="5276796" y="244069"/>
            <a:chExt cx="6450663" cy="6318158"/>
          </a:xfrm>
        </p:grpSpPr>
        <p:sp>
          <p:nvSpPr>
            <p:cNvPr id="1205" name="Google Shape;1205;p5"/>
            <p:cNvSpPr/>
            <p:nvPr/>
          </p:nvSpPr>
          <p:spPr>
            <a:xfrm rot="1200000">
              <a:off x="9187437" y="953559"/>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06" name="Google Shape;1206;p5"/>
            <p:cNvSpPr/>
            <p:nvPr/>
          </p:nvSpPr>
          <p:spPr>
            <a:xfrm rot="3600000">
              <a:off x="10501108" y="2047724"/>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07" name="Google Shape;1207;p5"/>
            <p:cNvSpPr/>
            <p:nvPr/>
          </p:nvSpPr>
          <p:spPr>
            <a:xfrm rot="-4800000">
              <a:off x="10804123" y="3730315"/>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08" name="Google Shape;1208;p5"/>
            <p:cNvSpPr/>
            <p:nvPr/>
          </p:nvSpPr>
          <p:spPr>
            <a:xfrm rot="-2400000">
              <a:off x="9954697" y="5214028"/>
              <a:ext cx="321906"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09" name="Google Shape;1209;p5"/>
            <p:cNvSpPr/>
            <p:nvPr/>
          </p:nvSpPr>
          <p:spPr>
            <a:xfrm>
              <a:off x="8350285" y="5751701"/>
              <a:ext cx="321905"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10" name="Google Shape;1210;p5"/>
            <p:cNvSpPr/>
            <p:nvPr/>
          </p:nvSpPr>
          <p:spPr>
            <a:xfrm rot="4800000">
              <a:off x="5881391" y="3695343"/>
              <a:ext cx="321905"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11" name="Google Shape;1211;p5"/>
            <p:cNvSpPr/>
            <p:nvPr/>
          </p:nvSpPr>
          <p:spPr>
            <a:xfrm rot="-3600000">
              <a:off x="6172131" y="2010587"/>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12" name="Google Shape;1212;p5"/>
            <p:cNvSpPr/>
            <p:nvPr/>
          </p:nvSpPr>
          <p:spPr>
            <a:xfrm rot="-1200000">
              <a:off x="7477790" y="906873"/>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13" name="Google Shape;1213;p5"/>
            <p:cNvSpPr/>
            <p:nvPr/>
          </p:nvSpPr>
          <p:spPr>
            <a:xfrm>
              <a:off x="7896127" y="244069"/>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Guest Interest</a:t>
              </a:r>
              <a:endParaRPr/>
            </a:p>
          </p:txBody>
        </p:sp>
        <p:sp>
          <p:nvSpPr>
            <p:cNvPr id="1214" name="Google Shape;1214;p5"/>
            <p:cNvSpPr/>
            <p:nvPr/>
          </p:nvSpPr>
          <p:spPr>
            <a:xfrm>
              <a:off x="9605774" y="866329"/>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Research</a:t>
              </a:r>
              <a:r>
                <a:rPr b="0" i="0" lang="en-US" sz="1100" u="none" cap="none" strike="noStrike">
                  <a:solidFill>
                    <a:srgbClr val="FFFFFF"/>
                  </a:solidFill>
                  <a:latin typeface="Arial"/>
                  <a:ea typeface="Arial"/>
                  <a:cs typeface="Arial"/>
                  <a:sym typeface="Arial"/>
                </a:rPr>
                <a:t> </a:t>
              </a:r>
              <a:endParaRPr/>
            </a:p>
          </p:txBody>
        </p:sp>
        <p:sp>
          <p:nvSpPr>
            <p:cNvPr id="1215" name="Google Shape;1215;p5"/>
            <p:cNvSpPr/>
            <p:nvPr/>
          </p:nvSpPr>
          <p:spPr>
            <a:xfrm>
              <a:off x="10515459" y="2441948"/>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0070C0"/>
                </a:gs>
                <a:gs pos="50000">
                  <a:srgbClr val="005EAB"/>
                </a:gs>
                <a:gs pos="100000">
                  <a:srgbClr val="00B050"/>
                </a:gs>
              </a:gsLst>
              <a:lin ang="5400000" scaled="0"/>
            </a:gra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Meeting</a:t>
              </a:r>
              <a:endParaRPr b="1" i="0" sz="1100" u="none" cap="none" strike="noStrike">
                <a:solidFill>
                  <a:srgbClr val="FFFFFF"/>
                </a:solidFill>
                <a:latin typeface="Arial"/>
                <a:ea typeface="Arial"/>
                <a:cs typeface="Arial"/>
                <a:sym typeface="Arial"/>
              </a:endParaRPr>
            </a:p>
          </p:txBody>
        </p:sp>
        <p:sp>
          <p:nvSpPr>
            <p:cNvPr id="1216" name="Google Shape;1216;p5"/>
            <p:cNvSpPr/>
            <p:nvPr/>
          </p:nvSpPr>
          <p:spPr>
            <a:xfrm>
              <a:off x="10199528" y="423367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Member-ship</a:t>
              </a:r>
              <a:r>
                <a:rPr b="0" i="0" lang="en-US" sz="1200" u="none" cap="none" strike="noStrike">
                  <a:solidFill>
                    <a:srgbClr val="FFFFFF"/>
                  </a:solidFill>
                  <a:latin typeface="Arial"/>
                  <a:ea typeface="Arial"/>
                  <a:cs typeface="Arial"/>
                  <a:sym typeface="Arial"/>
                </a:rPr>
                <a:t> </a:t>
              </a:r>
              <a:endParaRPr b="0" i="0" sz="1200" u="none" cap="none" strike="noStrike">
                <a:solidFill>
                  <a:srgbClr val="FFFFFF"/>
                </a:solidFill>
                <a:latin typeface="Arial"/>
                <a:ea typeface="Arial"/>
                <a:cs typeface="Arial"/>
                <a:sym typeface="Arial"/>
              </a:endParaRPr>
            </a:p>
          </p:txBody>
        </p:sp>
        <p:sp>
          <p:nvSpPr>
            <p:cNvPr id="1217" name="Google Shape;1217;p5"/>
            <p:cNvSpPr/>
            <p:nvPr/>
          </p:nvSpPr>
          <p:spPr>
            <a:xfrm>
              <a:off x="8805812"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Orientation</a:t>
              </a:r>
              <a:r>
                <a:rPr b="0" i="0" lang="en-US" sz="1100" u="none" cap="none" strike="noStrike">
                  <a:solidFill>
                    <a:srgbClr val="FFFFFF"/>
                  </a:solidFill>
                  <a:latin typeface="Arial"/>
                  <a:ea typeface="Arial"/>
                  <a:cs typeface="Arial"/>
                  <a:sym typeface="Arial"/>
                </a:rPr>
                <a:t> </a:t>
              </a:r>
              <a:endParaRPr/>
            </a:p>
          </p:txBody>
        </p:sp>
        <p:sp>
          <p:nvSpPr>
            <p:cNvPr id="1218" name="Google Shape;1218;p5"/>
            <p:cNvSpPr/>
            <p:nvPr/>
          </p:nvSpPr>
          <p:spPr>
            <a:xfrm>
              <a:off x="6986443"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00BD4E"/>
                </a:gs>
              </a:gsLst>
              <a:lin ang="27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Mentoring</a:t>
              </a:r>
              <a:r>
                <a:rPr b="0" i="0" lang="en-US" sz="1100" u="none" cap="none" strike="noStrike">
                  <a:solidFill>
                    <a:srgbClr val="FFFFFF"/>
                  </a:solidFill>
                  <a:latin typeface="Arial"/>
                  <a:ea typeface="Arial"/>
                  <a:cs typeface="Arial"/>
                  <a:sym typeface="Arial"/>
                </a:rPr>
                <a:t> </a:t>
              </a:r>
              <a:endParaRPr/>
            </a:p>
          </p:txBody>
        </p:sp>
        <p:sp>
          <p:nvSpPr>
            <p:cNvPr id="1219" name="Google Shape;1219;p5"/>
            <p:cNvSpPr/>
            <p:nvPr/>
          </p:nvSpPr>
          <p:spPr>
            <a:xfrm>
              <a:off x="5592727" y="4180760"/>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C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Pathways</a:t>
              </a:r>
              <a:r>
                <a:rPr b="0" i="0" lang="en-US" sz="1100" u="none" cap="none" strike="noStrike">
                  <a:solidFill>
                    <a:srgbClr val="FFFFFF"/>
                  </a:solidFill>
                  <a:latin typeface="Arial"/>
                  <a:ea typeface="Arial"/>
                  <a:cs typeface="Arial"/>
                  <a:sym typeface="Arial"/>
                </a:rPr>
                <a:t>   </a:t>
              </a:r>
              <a:endParaRPr/>
            </a:p>
          </p:txBody>
        </p:sp>
        <p:sp>
          <p:nvSpPr>
            <p:cNvPr id="1220" name="Google Shape;1220;p5"/>
            <p:cNvSpPr/>
            <p:nvPr/>
          </p:nvSpPr>
          <p:spPr>
            <a:xfrm>
              <a:off x="5276796" y="2389031"/>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C00000"/>
                </a:gs>
              </a:gsLst>
              <a:lin ang="189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Engage-ment</a:t>
              </a:r>
              <a:endParaRPr b="1" i="0" sz="1200" u="none" cap="none" strike="noStrike">
                <a:solidFill>
                  <a:srgbClr val="FFFFFF"/>
                </a:solidFill>
                <a:latin typeface="Arial"/>
                <a:ea typeface="Arial"/>
                <a:cs typeface="Arial"/>
                <a:sym typeface="Arial"/>
              </a:endParaRPr>
            </a:p>
          </p:txBody>
        </p:sp>
        <p:sp>
          <p:nvSpPr>
            <p:cNvPr id="1221" name="Google Shape;1221;p5"/>
            <p:cNvSpPr/>
            <p:nvPr/>
          </p:nvSpPr>
          <p:spPr>
            <a:xfrm>
              <a:off x="6186481" y="81341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C00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Leadership</a:t>
              </a:r>
              <a:endParaRPr/>
            </a:p>
          </p:txBody>
        </p:sp>
        <p:sp>
          <p:nvSpPr>
            <p:cNvPr id="1222" name="Google Shape;1222;p5"/>
            <p:cNvSpPr/>
            <p:nvPr/>
          </p:nvSpPr>
          <p:spPr>
            <a:xfrm>
              <a:off x="7861941" y="2668800"/>
              <a:ext cx="1482956" cy="15204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66FF"/>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Advocate</a:t>
              </a:r>
              <a:r>
                <a:rPr b="0" i="0" lang="en-US" sz="1600" u="none" cap="none" strike="noStrike">
                  <a:solidFill>
                    <a:srgbClr val="FFFFFF"/>
                  </a:solidFill>
                  <a:latin typeface="Arial"/>
                  <a:ea typeface="Arial"/>
                  <a:cs typeface="Arial"/>
                  <a:sym typeface="Arial"/>
                </a:rPr>
                <a:t> </a:t>
              </a:r>
              <a:endParaRPr/>
            </a:p>
          </p:txBody>
        </p:sp>
      </p:grpSp>
      <p:sp>
        <p:nvSpPr>
          <p:cNvPr id="1223" name="Google Shape;1223;p5"/>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3600"/>
              <a:buNone/>
            </a:pPr>
            <a:r>
              <a:rPr lang="en-US" sz="3600"/>
              <a:t>Club Success Cycle</a:t>
            </a:r>
            <a:endParaRPr/>
          </a:p>
        </p:txBody>
      </p:sp>
      <p:sp>
        <p:nvSpPr>
          <p:cNvPr id="1224" name="Google Shape;1224;p5"/>
          <p:cNvSpPr/>
          <p:nvPr/>
        </p:nvSpPr>
        <p:spPr>
          <a:xfrm>
            <a:off x="277934" y="1085850"/>
            <a:ext cx="907929" cy="31275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6"/>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1200"/>
              <a:buNone/>
            </a:pPr>
            <a:r>
              <a:t/>
            </a:r>
            <a:endParaRPr/>
          </a:p>
        </p:txBody>
      </p:sp>
      <p:sp>
        <p:nvSpPr>
          <p:cNvPr id="1231" name="Google Shape;1231;p6"/>
          <p:cNvSpPr txBox="1"/>
          <p:nvPr/>
        </p:nvSpPr>
        <p:spPr>
          <a:xfrm>
            <a:off x="-5157377" y="6400800"/>
            <a:ext cx="4320000" cy="288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00000"/>
              </a:buClr>
              <a:buSzPts val="1044"/>
              <a:buFont typeface="Arimo"/>
              <a:buNone/>
            </a:pPr>
            <a:r>
              <a:t/>
            </a:r>
            <a:endParaRPr b="0" i="0" sz="1200" u="none" cap="none" strike="noStrike">
              <a:solidFill>
                <a:schemeClr val="lt1"/>
              </a:solidFill>
              <a:latin typeface="Arial"/>
              <a:ea typeface="Arial"/>
              <a:cs typeface="Arial"/>
              <a:sym typeface="Arial"/>
            </a:endParaRPr>
          </a:p>
        </p:txBody>
      </p:sp>
      <p:grpSp>
        <p:nvGrpSpPr>
          <p:cNvPr id="1232" name="Google Shape;1232;p6"/>
          <p:cNvGrpSpPr/>
          <p:nvPr/>
        </p:nvGrpSpPr>
        <p:grpSpPr>
          <a:xfrm>
            <a:off x="6015581" y="1293874"/>
            <a:ext cx="5884346" cy="4016182"/>
            <a:chOff x="5803914" y="1549785"/>
            <a:chExt cx="5884346" cy="4016182"/>
          </a:xfrm>
        </p:grpSpPr>
        <p:sp>
          <p:nvSpPr>
            <p:cNvPr id="1233" name="Google Shape;1233;p6"/>
            <p:cNvSpPr/>
            <p:nvPr/>
          </p:nvSpPr>
          <p:spPr>
            <a:xfrm>
              <a:off x="9680060" y="3643740"/>
              <a:ext cx="2008200" cy="1922227"/>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Membership</a:t>
              </a:r>
              <a:r>
                <a:rPr b="0" i="0" lang="en-US" sz="1100" u="none" cap="none" strike="noStrike">
                  <a:solidFill>
                    <a:srgbClr val="FFFFFF"/>
                  </a:solidFill>
                  <a:latin typeface="Arial"/>
                  <a:ea typeface="Arial"/>
                  <a:cs typeface="Arial"/>
                  <a:sym typeface="Arial"/>
                </a:rPr>
                <a:t> </a:t>
              </a:r>
              <a:endParaRPr/>
            </a:p>
          </p:txBody>
        </p:sp>
        <p:sp>
          <p:nvSpPr>
            <p:cNvPr id="1234" name="Google Shape;1234;p6"/>
            <p:cNvSpPr/>
            <p:nvPr/>
          </p:nvSpPr>
          <p:spPr>
            <a:xfrm>
              <a:off x="5803914" y="3662165"/>
              <a:ext cx="1879215" cy="1879215"/>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C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Pathways</a:t>
              </a:r>
              <a:r>
                <a:rPr b="0" i="0" lang="en-US" sz="1100" u="none" cap="none" strike="noStrike">
                  <a:solidFill>
                    <a:srgbClr val="FFFFFF"/>
                  </a:solidFill>
                  <a:latin typeface="Arial"/>
                  <a:ea typeface="Arial"/>
                  <a:cs typeface="Arial"/>
                  <a:sym typeface="Arial"/>
                </a:rPr>
                <a:t>   </a:t>
              </a:r>
              <a:endParaRPr/>
            </a:p>
          </p:txBody>
        </p:sp>
        <p:sp>
          <p:nvSpPr>
            <p:cNvPr id="1235" name="Google Shape;1235;p6"/>
            <p:cNvSpPr/>
            <p:nvPr/>
          </p:nvSpPr>
          <p:spPr>
            <a:xfrm>
              <a:off x="7704757" y="1549785"/>
              <a:ext cx="1879215" cy="1879215"/>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66FF"/>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Advocate</a:t>
              </a:r>
              <a:r>
                <a:rPr b="0" i="0" lang="en-US" sz="1100" u="none" cap="none" strike="noStrike">
                  <a:solidFill>
                    <a:srgbClr val="FFFFFF"/>
                  </a:solidFill>
                  <a:latin typeface="Arial"/>
                  <a:ea typeface="Arial"/>
                  <a:cs typeface="Arial"/>
                  <a:sym typeface="Arial"/>
                </a:rPr>
                <a:t> </a:t>
              </a:r>
              <a:endParaRPr/>
            </a:p>
          </p:txBody>
        </p:sp>
      </p:grpSp>
      <p:sp>
        <p:nvSpPr>
          <p:cNvPr id="1236" name="Google Shape;1236;p6"/>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3600"/>
              <a:buNone/>
            </a:pPr>
            <a:r>
              <a:rPr lang="en-US" sz="3600"/>
              <a:t>Club Success Cycle – Secretary </a:t>
            </a:r>
            <a:endParaRPr/>
          </a:p>
        </p:txBody>
      </p:sp>
      <p:sp>
        <p:nvSpPr>
          <p:cNvPr id="1237" name="Google Shape;1237;p6"/>
          <p:cNvSpPr/>
          <p:nvPr/>
        </p:nvSpPr>
        <p:spPr>
          <a:xfrm>
            <a:off x="277934" y="1085850"/>
            <a:ext cx="907929" cy="31275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38" name="Google Shape;1238;p6"/>
          <p:cNvSpPr txBox="1"/>
          <p:nvPr>
            <p:ph idx="1" type="body"/>
          </p:nvPr>
        </p:nvSpPr>
        <p:spPr>
          <a:xfrm>
            <a:off x="277935" y="1225634"/>
            <a:ext cx="5604250" cy="4861266"/>
          </a:xfrm>
          <a:prstGeom prst="rect">
            <a:avLst/>
          </a:prstGeom>
          <a:noFill/>
          <a:ln>
            <a:noFill/>
          </a:ln>
        </p:spPr>
        <p:txBody>
          <a:bodyPr anchorCtr="0" anchor="t" bIns="45700" lIns="91425" spcFirstLastPara="1" rIns="91425" wrap="square" tIns="45700">
            <a:normAutofit/>
          </a:bodyPr>
          <a:lstStyle/>
          <a:p>
            <a:pPr indent="-287338" lvl="0" marL="287338" rtl="0" algn="l">
              <a:lnSpc>
                <a:spcPct val="110000"/>
              </a:lnSpc>
              <a:spcBef>
                <a:spcPts val="0"/>
              </a:spcBef>
              <a:spcAft>
                <a:spcPts val="0"/>
              </a:spcAft>
              <a:buClr>
                <a:srgbClr val="000000"/>
              </a:buClr>
              <a:buSzPts val="2400"/>
              <a:buFont typeface="Noto Sans Symbols"/>
              <a:buChar char="▪"/>
            </a:pPr>
            <a:r>
              <a:rPr lang="en-US" sz="2400">
                <a:solidFill>
                  <a:srgbClr val="000000"/>
                </a:solidFill>
              </a:rPr>
              <a:t>Maintains club’s official documents</a:t>
            </a:r>
            <a:endParaRPr/>
          </a:p>
          <a:p>
            <a:pPr indent="-287338" lvl="0" marL="287338" rtl="0" algn="l">
              <a:lnSpc>
                <a:spcPct val="110000"/>
              </a:lnSpc>
              <a:spcBef>
                <a:spcPts val="600"/>
              </a:spcBef>
              <a:spcAft>
                <a:spcPts val="0"/>
              </a:spcAft>
              <a:buClr>
                <a:srgbClr val="3E3A2D"/>
              </a:buClr>
              <a:buSzPts val="2400"/>
              <a:buFont typeface="Noto Sans Symbols"/>
              <a:buChar char="▪"/>
            </a:pPr>
            <a:r>
              <a:rPr lang="en-US" sz="2400">
                <a:solidFill>
                  <a:srgbClr val="3E3A2D"/>
                </a:solidFill>
              </a:rPr>
              <a:t>Updates club officer and member status in Club Central</a:t>
            </a:r>
            <a:endParaRPr/>
          </a:p>
          <a:p>
            <a:pPr indent="-287338" lvl="0" marL="287338" rtl="0" algn="l">
              <a:lnSpc>
                <a:spcPct val="110000"/>
              </a:lnSpc>
              <a:spcBef>
                <a:spcPts val="600"/>
              </a:spcBef>
              <a:spcAft>
                <a:spcPts val="0"/>
              </a:spcAft>
              <a:buClr>
                <a:srgbClr val="000000"/>
              </a:buClr>
              <a:buSzPts val="2400"/>
              <a:buFont typeface="Noto Sans Symbols"/>
              <a:buChar char="▪"/>
            </a:pPr>
            <a:r>
              <a:rPr lang="en-US" sz="2400">
                <a:solidFill>
                  <a:srgbClr val="000000"/>
                </a:solidFill>
              </a:rPr>
              <a:t>Records, distributes, and maintains minutes of Executive Committee and club business meetings</a:t>
            </a:r>
            <a:endParaRPr sz="2400">
              <a:solidFill>
                <a:srgbClr val="3E3A2D"/>
              </a:solidFill>
            </a:endParaRPr>
          </a:p>
          <a:p>
            <a:pPr indent="-287338" lvl="0" marL="287338" rtl="0" algn="l">
              <a:lnSpc>
                <a:spcPct val="110000"/>
              </a:lnSpc>
              <a:spcBef>
                <a:spcPts val="600"/>
              </a:spcBef>
              <a:spcAft>
                <a:spcPts val="0"/>
              </a:spcAft>
              <a:buClr>
                <a:srgbClr val="000000"/>
              </a:buClr>
              <a:buSzPts val="2400"/>
              <a:buFont typeface="Noto Sans Symbols"/>
              <a:buChar char="▪"/>
            </a:pPr>
            <a:r>
              <a:rPr lang="en-US" sz="2400">
                <a:solidFill>
                  <a:srgbClr val="000000"/>
                </a:solidFill>
              </a:rPr>
              <a:t>Supports the VPM and VPE in recording new members and Pathways Level completions</a:t>
            </a:r>
            <a:endParaRPr/>
          </a:p>
          <a:p>
            <a:pPr indent="-287338" lvl="0" marL="287338" rtl="0" algn="l">
              <a:lnSpc>
                <a:spcPct val="110000"/>
              </a:lnSpc>
              <a:spcBef>
                <a:spcPts val="600"/>
              </a:spcBef>
              <a:spcAft>
                <a:spcPts val="0"/>
              </a:spcAft>
              <a:buClr>
                <a:srgbClr val="3E3A2D"/>
              </a:buClr>
              <a:buSzPts val="2400"/>
              <a:buFont typeface="Noto Sans Symbols"/>
              <a:buChar char="▪"/>
            </a:pPr>
            <a:r>
              <a:rPr lang="en-US" sz="2400">
                <a:solidFill>
                  <a:srgbClr val="3E3A2D"/>
                </a:solidFill>
              </a:rPr>
              <a:t>Invites guests to meetings and serves on the Meet and Greet Team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3" name="Shape 1243"/>
        <p:cNvGrpSpPr/>
        <p:nvPr/>
      </p:nvGrpSpPr>
      <p:grpSpPr>
        <a:xfrm>
          <a:off x="0" y="0"/>
          <a:ext cx="0" cy="0"/>
          <a:chOff x="0" y="0"/>
          <a:chExt cx="0" cy="0"/>
        </a:xfrm>
      </p:grpSpPr>
      <p:sp>
        <p:nvSpPr>
          <p:cNvPr id="1244" name="Google Shape;1244;p7"/>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b="1" lang="en-US" sz="3600">
                <a:solidFill>
                  <a:schemeClr val="lt1"/>
                </a:solidFill>
              </a:rPr>
              <a:t>Secretary Transferable Skills</a:t>
            </a:r>
            <a:endParaRPr>
              <a:solidFill>
                <a:schemeClr val="lt1"/>
              </a:solidFill>
            </a:endParaRPr>
          </a:p>
        </p:txBody>
      </p:sp>
      <p:sp>
        <p:nvSpPr>
          <p:cNvPr id="1245" name="Google Shape;1245;p7"/>
          <p:cNvSpPr txBox="1"/>
          <p:nvPr>
            <p:ph idx="1" type="body"/>
          </p:nvPr>
        </p:nvSpPr>
        <p:spPr>
          <a:xfrm>
            <a:off x="5425401" y="1683026"/>
            <a:ext cx="6499899" cy="4348805"/>
          </a:xfrm>
          <a:prstGeom prst="rect">
            <a:avLst/>
          </a:prstGeom>
          <a:solidFill>
            <a:srgbClr val="000000">
              <a:alpha val="50196"/>
            </a:srgbClr>
          </a:solidFill>
          <a:ln>
            <a:noFill/>
          </a:ln>
        </p:spPr>
        <p:txBody>
          <a:bodyPr anchorCtr="0" anchor="t" bIns="108000" lIns="108000" spcFirstLastPara="1" rIns="108000" wrap="square" tIns="108000">
            <a:normAutofit lnSpcReduction="10000"/>
          </a:bodyPr>
          <a:lstStyle/>
          <a:p>
            <a:pPr indent="-228600" lvl="0" marL="228600" rtl="0" algn="l">
              <a:lnSpc>
                <a:spcPct val="90000"/>
              </a:lnSpc>
              <a:spcBef>
                <a:spcPts val="0"/>
              </a:spcBef>
              <a:spcAft>
                <a:spcPts val="0"/>
              </a:spcAft>
              <a:buClr>
                <a:schemeClr val="lt1"/>
              </a:buClr>
              <a:buSzPts val="2800"/>
              <a:buFont typeface="Noto Sans Symbols"/>
              <a:buChar char="▪"/>
            </a:pPr>
            <a:r>
              <a:rPr lang="en-US">
                <a:solidFill>
                  <a:schemeClr val="lt1"/>
                </a:solidFill>
                <a:latin typeface="Arial"/>
                <a:ea typeface="Arial"/>
                <a:cs typeface="Arial"/>
                <a:sym typeface="Arial"/>
              </a:rPr>
              <a:t>Document management (including archiving)</a:t>
            </a:r>
            <a:endParaRPr/>
          </a:p>
          <a:p>
            <a:pPr indent="-228600" lvl="0" marL="228600" rtl="0" algn="l">
              <a:lnSpc>
                <a:spcPct val="90000"/>
              </a:lnSpc>
              <a:spcBef>
                <a:spcPts val="1000"/>
              </a:spcBef>
              <a:spcAft>
                <a:spcPts val="0"/>
              </a:spcAft>
              <a:buClr>
                <a:schemeClr val="lt1"/>
              </a:buClr>
              <a:buSzPts val="2800"/>
              <a:buFont typeface="Noto Sans Symbols"/>
              <a:buChar char="▪"/>
            </a:pPr>
            <a:r>
              <a:rPr lang="en-US">
                <a:solidFill>
                  <a:schemeClr val="lt1"/>
                </a:solidFill>
                <a:latin typeface="Arial"/>
                <a:ea typeface="Arial"/>
                <a:cs typeface="Arial"/>
                <a:sym typeface="Arial"/>
              </a:rPr>
              <a:t>Writing skills (taking minutes, emails)</a:t>
            </a:r>
            <a:endParaRPr/>
          </a:p>
          <a:p>
            <a:pPr indent="-228600" lvl="0" marL="228600" rtl="0" algn="l">
              <a:lnSpc>
                <a:spcPct val="90000"/>
              </a:lnSpc>
              <a:spcBef>
                <a:spcPts val="1000"/>
              </a:spcBef>
              <a:spcAft>
                <a:spcPts val="0"/>
              </a:spcAft>
              <a:buClr>
                <a:schemeClr val="lt1"/>
              </a:buClr>
              <a:buSzPts val="2800"/>
              <a:buFont typeface="Noto Sans Symbols"/>
              <a:buChar char="▪"/>
            </a:pPr>
            <a:r>
              <a:rPr lang="en-US">
                <a:solidFill>
                  <a:schemeClr val="lt1"/>
                </a:solidFill>
                <a:latin typeface="Arial"/>
                <a:ea typeface="Arial"/>
                <a:cs typeface="Arial"/>
                <a:sym typeface="Arial"/>
              </a:rPr>
              <a:t>Communication skills</a:t>
            </a:r>
            <a:endParaRPr/>
          </a:p>
          <a:p>
            <a:pPr indent="-228600" lvl="0" marL="22860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Organization</a:t>
            </a:r>
            <a:endParaRPr/>
          </a:p>
          <a:p>
            <a:pPr indent="-228600" lvl="0" marL="22860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Meeting coordination</a:t>
            </a:r>
            <a:endParaRPr/>
          </a:p>
          <a:p>
            <a:pPr indent="-228600" lvl="0" marL="22860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Time management</a:t>
            </a:r>
            <a:endParaRPr/>
          </a:p>
          <a:p>
            <a:pPr indent="-228600" lvl="0" marL="22860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Attention to detail</a:t>
            </a:r>
            <a:endParaRPr/>
          </a:p>
          <a:p>
            <a:pPr indent="-228600" lvl="0" marL="22860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Collaboration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0" st="0"/>
                                            </p:txEl>
                                          </p:spTgt>
                                        </p:tgtEl>
                                        <p:attrNameLst>
                                          <p:attrName>style.visibility</p:attrName>
                                        </p:attrNameLst>
                                      </p:cBhvr>
                                      <p:to>
                                        <p:strVal val="visible"/>
                                      </p:to>
                                    </p:set>
                                    <p:animEffect filter="fade" transition="in">
                                      <p:cBhvr>
                                        <p:cTn dur="500"/>
                                        <p:tgtEl>
                                          <p:spTgt spid="12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1" st="1"/>
                                            </p:txEl>
                                          </p:spTgt>
                                        </p:tgtEl>
                                        <p:attrNameLst>
                                          <p:attrName>style.visibility</p:attrName>
                                        </p:attrNameLst>
                                      </p:cBhvr>
                                      <p:to>
                                        <p:strVal val="visible"/>
                                      </p:to>
                                    </p:set>
                                    <p:animEffect filter="fade" transition="in">
                                      <p:cBhvr>
                                        <p:cTn dur="500"/>
                                        <p:tgtEl>
                                          <p:spTgt spid="12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2" st="2"/>
                                            </p:txEl>
                                          </p:spTgt>
                                        </p:tgtEl>
                                        <p:attrNameLst>
                                          <p:attrName>style.visibility</p:attrName>
                                        </p:attrNameLst>
                                      </p:cBhvr>
                                      <p:to>
                                        <p:strVal val="visible"/>
                                      </p:to>
                                    </p:set>
                                    <p:animEffect filter="fade" transition="in">
                                      <p:cBhvr>
                                        <p:cTn dur="500"/>
                                        <p:tgtEl>
                                          <p:spTgt spid="12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3" st="3"/>
                                            </p:txEl>
                                          </p:spTgt>
                                        </p:tgtEl>
                                        <p:attrNameLst>
                                          <p:attrName>style.visibility</p:attrName>
                                        </p:attrNameLst>
                                      </p:cBhvr>
                                      <p:to>
                                        <p:strVal val="visible"/>
                                      </p:to>
                                    </p:set>
                                    <p:animEffect filter="fade" transition="in">
                                      <p:cBhvr>
                                        <p:cTn dur="500"/>
                                        <p:tgtEl>
                                          <p:spTgt spid="12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4" st="4"/>
                                            </p:txEl>
                                          </p:spTgt>
                                        </p:tgtEl>
                                        <p:attrNameLst>
                                          <p:attrName>style.visibility</p:attrName>
                                        </p:attrNameLst>
                                      </p:cBhvr>
                                      <p:to>
                                        <p:strVal val="visible"/>
                                      </p:to>
                                    </p:set>
                                    <p:animEffect filter="fade" transition="in">
                                      <p:cBhvr>
                                        <p:cTn dur="500"/>
                                        <p:tgtEl>
                                          <p:spTgt spid="12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5" st="5"/>
                                            </p:txEl>
                                          </p:spTgt>
                                        </p:tgtEl>
                                        <p:attrNameLst>
                                          <p:attrName>style.visibility</p:attrName>
                                        </p:attrNameLst>
                                      </p:cBhvr>
                                      <p:to>
                                        <p:strVal val="visible"/>
                                      </p:to>
                                    </p:set>
                                    <p:animEffect filter="fade" transition="in">
                                      <p:cBhvr>
                                        <p:cTn dur="500"/>
                                        <p:tgtEl>
                                          <p:spTgt spid="12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6" st="6"/>
                                            </p:txEl>
                                          </p:spTgt>
                                        </p:tgtEl>
                                        <p:attrNameLst>
                                          <p:attrName>style.visibility</p:attrName>
                                        </p:attrNameLst>
                                      </p:cBhvr>
                                      <p:to>
                                        <p:strVal val="visible"/>
                                      </p:to>
                                    </p:set>
                                    <p:animEffect filter="fade" transition="in">
                                      <p:cBhvr>
                                        <p:cTn dur="500"/>
                                        <p:tgtEl>
                                          <p:spTgt spid="12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7" st="7"/>
                                            </p:txEl>
                                          </p:spTgt>
                                        </p:tgtEl>
                                        <p:attrNameLst>
                                          <p:attrName>style.visibility</p:attrName>
                                        </p:attrNameLst>
                                      </p:cBhvr>
                                      <p:to>
                                        <p:strVal val="visible"/>
                                      </p:to>
                                    </p:set>
                                    <p:animEffect filter="fade" transition="in">
                                      <p:cBhvr>
                                        <p:cTn dur="500"/>
                                        <p:tgtEl>
                                          <p:spTgt spid="12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xEl>
                                              <p:pRg end="8" st="8"/>
                                            </p:txEl>
                                          </p:spTgt>
                                        </p:tgtEl>
                                        <p:attrNameLst>
                                          <p:attrName>style.visibility</p:attrName>
                                        </p:attrNameLst>
                                      </p:cBhvr>
                                      <p:to>
                                        <p:strVal val="visible"/>
                                      </p:to>
                                    </p:set>
                                    <p:animEffect filter="fade" transition="in">
                                      <p:cBhvr>
                                        <p:cTn dur="500"/>
                                        <p:tgtEl>
                                          <p:spTgt spid="124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0" name="Shape 1250"/>
        <p:cNvGrpSpPr/>
        <p:nvPr/>
      </p:nvGrpSpPr>
      <p:grpSpPr>
        <a:xfrm>
          <a:off x="0" y="0"/>
          <a:ext cx="0" cy="0"/>
          <a:chOff x="0" y="0"/>
          <a:chExt cx="0" cy="0"/>
        </a:xfrm>
      </p:grpSpPr>
      <p:sp>
        <p:nvSpPr>
          <p:cNvPr id="1251" name="Google Shape;1251;p8"/>
          <p:cNvSpPr txBox="1"/>
          <p:nvPr>
            <p:ph type="ctrTitle"/>
          </p:nvPr>
        </p:nvSpPr>
        <p:spPr>
          <a:xfrm>
            <a:off x="4607560" y="2413041"/>
            <a:ext cx="6273800" cy="151663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004165"/>
              </a:buClr>
              <a:buSzPct val="100000"/>
              <a:buNone/>
            </a:pPr>
            <a:r>
              <a:rPr lang="en-US">
                <a:solidFill>
                  <a:srgbClr val="004165"/>
                </a:solidFill>
              </a:rPr>
              <a:t>Secretary Role &amp; Responsibilities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6" name="Shape 1256"/>
        <p:cNvGrpSpPr/>
        <p:nvPr/>
      </p:nvGrpSpPr>
      <p:grpSpPr>
        <a:xfrm>
          <a:off x="0" y="0"/>
          <a:ext cx="0" cy="0"/>
          <a:chOff x="0" y="0"/>
          <a:chExt cx="0" cy="0"/>
        </a:xfrm>
      </p:grpSpPr>
      <p:sp>
        <p:nvSpPr>
          <p:cNvPr id="1257" name="Google Shape;1257;p9"/>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sz="3600">
                <a:solidFill>
                  <a:schemeClr val="lt1"/>
                </a:solidFill>
              </a:rPr>
              <a:t>You Make a Difference </a:t>
            </a:r>
            <a:endParaRPr>
              <a:solidFill>
                <a:schemeClr val="lt1"/>
              </a:solidFill>
            </a:endParaRPr>
          </a:p>
        </p:txBody>
      </p:sp>
      <p:sp>
        <p:nvSpPr>
          <p:cNvPr id="1258" name="Google Shape;1258;p9"/>
          <p:cNvSpPr txBox="1"/>
          <p:nvPr>
            <p:ph idx="1" type="body"/>
          </p:nvPr>
        </p:nvSpPr>
        <p:spPr>
          <a:xfrm>
            <a:off x="159026" y="4859699"/>
            <a:ext cx="5384304" cy="114764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sz="2800"/>
              <a:t>A Toastmasters club </a:t>
            </a:r>
            <a:r>
              <a:rPr b="1" i="1" lang="en-US" sz="2800"/>
              <a:t>literally</a:t>
            </a:r>
            <a:r>
              <a:rPr lang="en-US" sz="2800"/>
              <a:t> cannot exist without a Secretary.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258">
                                            <p:txEl>
                                              <p:pRg end="0" st="0"/>
                                            </p:txEl>
                                          </p:spTgt>
                                        </p:tgtEl>
                                        <p:attrNameLst>
                                          <p:attrName>style.visibility</p:attrName>
                                        </p:attrNameLst>
                                      </p:cBhvr>
                                      <p:to>
                                        <p:strVal val="visible"/>
                                      </p:to>
                                    </p:set>
                                    <p:animEffect filter="fade" transition="in">
                                      <p:cBhvr>
                                        <p:cTn dur="2000"/>
                                        <p:tgtEl>
                                          <p:spTgt spid="125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3" name="Shape 1263"/>
        <p:cNvGrpSpPr/>
        <p:nvPr/>
      </p:nvGrpSpPr>
      <p:grpSpPr>
        <a:xfrm>
          <a:off x="0" y="0"/>
          <a:ext cx="0" cy="0"/>
          <a:chOff x="0" y="0"/>
          <a:chExt cx="0" cy="0"/>
        </a:xfrm>
      </p:grpSpPr>
      <p:sp>
        <p:nvSpPr>
          <p:cNvPr id="1264" name="Google Shape;1264;p10"/>
          <p:cNvSpPr txBox="1"/>
          <p:nvPr/>
        </p:nvSpPr>
        <p:spPr>
          <a:xfrm>
            <a:off x="369205" y="273984"/>
            <a:ext cx="3619700" cy="758318"/>
          </a:xfrm>
          <a:prstGeom prst="rect">
            <a:avLst/>
          </a:prstGeom>
          <a:solidFill>
            <a:srgbClr val="F0F4F5">
              <a:alpha val="60000"/>
            </a:srgbClr>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4165"/>
              </a:buClr>
              <a:buSzPts val="3600"/>
              <a:buFont typeface="Arial"/>
              <a:buNone/>
            </a:pPr>
            <a:r>
              <a:rPr b="1" i="0" lang="en-US" sz="3600" u="none" cap="none" strike="noStrike">
                <a:solidFill>
                  <a:srgbClr val="004165"/>
                </a:solidFill>
                <a:latin typeface="Arial"/>
                <a:ea typeface="Arial"/>
                <a:cs typeface="Arial"/>
                <a:sym typeface="Arial"/>
              </a:rPr>
              <a:t>Secretary Role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9" name="Shape 1269"/>
        <p:cNvGrpSpPr/>
        <p:nvPr/>
      </p:nvGrpSpPr>
      <p:grpSpPr>
        <a:xfrm>
          <a:off x="0" y="0"/>
          <a:ext cx="0" cy="0"/>
          <a:chOff x="0" y="0"/>
          <a:chExt cx="0" cy="0"/>
        </a:xfrm>
      </p:grpSpPr>
      <p:sp>
        <p:nvSpPr>
          <p:cNvPr id="1270" name="Google Shape;1270;p11"/>
          <p:cNvSpPr txBox="1"/>
          <p:nvPr>
            <p:ph type="title"/>
          </p:nvPr>
        </p:nvSpPr>
        <p:spPr>
          <a:xfrm>
            <a:off x="266700" y="491758"/>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b="1" lang="en-US" sz="3600">
                <a:solidFill>
                  <a:schemeClr val="lt1"/>
                </a:solidFill>
              </a:rPr>
              <a:t>Secretary Responsibilities</a:t>
            </a:r>
            <a:endParaRPr>
              <a:solidFill>
                <a:schemeClr val="lt1"/>
              </a:solidFill>
            </a:endParaRPr>
          </a:p>
        </p:txBody>
      </p:sp>
      <p:sp>
        <p:nvSpPr>
          <p:cNvPr id="1271" name="Google Shape;1271;p11"/>
          <p:cNvSpPr txBox="1"/>
          <p:nvPr>
            <p:ph idx="1" type="body"/>
          </p:nvPr>
        </p:nvSpPr>
        <p:spPr>
          <a:xfrm>
            <a:off x="277933" y="3604591"/>
            <a:ext cx="7699876" cy="2406463"/>
          </a:xfrm>
          <a:prstGeom prst="rect">
            <a:avLst/>
          </a:prstGeom>
          <a:solidFill>
            <a:srgbClr val="000000">
              <a:alpha val="50196"/>
            </a:srgbClr>
          </a:solid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lt1"/>
              </a:buClr>
              <a:buSzPts val="2400"/>
              <a:buFont typeface="Noto Sans Symbols"/>
              <a:buChar char="▪"/>
            </a:pPr>
            <a:r>
              <a:rPr lang="en-US" sz="2400">
                <a:solidFill>
                  <a:schemeClr val="lt1"/>
                </a:solidFill>
              </a:rPr>
              <a:t>Record, distribute, and maintain minutes of club business meetings</a:t>
            </a:r>
            <a:endParaRPr sz="2400">
              <a:solidFill>
                <a:schemeClr val="lt1"/>
              </a:solidFill>
            </a:endParaRPr>
          </a:p>
          <a:p>
            <a:pPr indent="-228600" lvl="0" marL="228600" rtl="0" algn="l">
              <a:lnSpc>
                <a:spcPct val="100000"/>
              </a:lnSpc>
              <a:spcBef>
                <a:spcPts val="1000"/>
              </a:spcBef>
              <a:spcAft>
                <a:spcPts val="0"/>
              </a:spcAft>
              <a:buClr>
                <a:schemeClr val="lt1"/>
              </a:buClr>
              <a:buSzPts val="2400"/>
              <a:buFont typeface="Noto Sans Symbols"/>
              <a:buChar char="▪"/>
            </a:pPr>
            <a:r>
              <a:rPr lang="en-US" sz="2400">
                <a:solidFill>
                  <a:schemeClr val="lt1"/>
                </a:solidFill>
              </a:rPr>
              <a:t>Maintain effective club records and administration</a:t>
            </a:r>
            <a:endParaRPr sz="2400">
              <a:solidFill>
                <a:schemeClr val="lt1"/>
              </a:solidFill>
            </a:endParaRPr>
          </a:p>
          <a:p>
            <a:pPr indent="-228600" lvl="0" marL="228600" rtl="0" algn="l">
              <a:lnSpc>
                <a:spcPct val="100000"/>
              </a:lnSpc>
              <a:spcBef>
                <a:spcPts val="1000"/>
              </a:spcBef>
              <a:spcAft>
                <a:spcPts val="0"/>
              </a:spcAft>
              <a:buClr>
                <a:schemeClr val="lt1"/>
              </a:buClr>
              <a:buSzPts val="2400"/>
              <a:buFont typeface="Noto Sans Symbols"/>
              <a:buChar char="▪"/>
            </a:pPr>
            <a:r>
              <a:rPr lang="en-US" sz="2400">
                <a:solidFill>
                  <a:schemeClr val="lt1"/>
                </a:solidFill>
              </a:rPr>
              <a:t>Handle club and member communication and correspondence</a:t>
            </a:r>
            <a:endParaRPr sz="24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6" name="Shape 1276"/>
        <p:cNvGrpSpPr/>
        <p:nvPr/>
      </p:nvGrpSpPr>
      <p:grpSpPr>
        <a:xfrm>
          <a:off x="0" y="0"/>
          <a:ext cx="0" cy="0"/>
          <a:chOff x="0" y="0"/>
          <a:chExt cx="0" cy="0"/>
        </a:xfrm>
      </p:grpSpPr>
      <p:sp>
        <p:nvSpPr>
          <p:cNvPr id="1277" name="Google Shape;1277;p12"/>
          <p:cNvSpPr txBox="1"/>
          <p:nvPr>
            <p:ph type="title"/>
          </p:nvPr>
        </p:nvSpPr>
        <p:spPr>
          <a:xfrm>
            <a:off x="277934" y="493890"/>
            <a:ext cx="4420675" cy="12023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3600"/>
              <a:buNone/>
            </a:pPr>
            <a:r>
              <a:rPr b="1" lang="en-US" sz="3600"/>
              <a:t>Secretary Responsibilities</a:t>
            </a:r>
            <a:endParaRPr/>
          </a:p>
        </p:txBody>
      </p:sp>
      <p:sp>
        <p:nvSpPr>
          <p:cNvPr id="1278" name="Google Shape;1278;p12"/>
          <p:cNvSpPr txBox="1"/>
          <p:nvPr>
            <p:ph idx="1" type="body"/>
          </p:nvPr>
        </p:nvSpPr>
        <p:spPr>
          <a:xfrm>
            <a:off x="277934" y="3360145"/>
            <a:ext cx="8350018" cy="2843538"/>
          </a:xfrm>
          <a:prstGeom prst="rect">
            <a:avLst/>
          </a:prstGeom>
          <a:solidFill>
            <a:srgbClr val="FFFFFF">
              <a:alpha val="80000"/>
            </a:srgbClr>
          </a:solid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Font typeface="Noto Sans Symbols"/>
              <a:buChar char="▪"/>
            </a:pPr>
            <a:r>
              <a:rPr lang="en-US" sz="2400"/>
              <a:t>Ensure relevant legal requirements/documents are readily accessible, e.g. GDPR requirements in Europe</a:t>
            </a:r>
            <a:endParaRPr/>
          </a:p>
          <a:p>
            <a:pPr indent="-228600" lvl="0" marL="228600" rtl="0" algn="l">
              <a:lnSpc>
                <a:spcPct val="100000"/>
              </a:lnSpc>
              <a:spcBef>
                <a:spcPts val="1000"/>
              </a:spcBef>
              <a:spcAft>
                <a:spcPts val="0"/>
              </a:spcAft>
              <a:buClr>
                <a:schemeClr val="dk1"/>
              </a:buClr>
              <a:buSzPts val="2400"/>
              <a:buFont typeface="Noto Sans Symbols"/>
              <a:buChar char="▪"/>
            </a:pPr>
            <a:r>
              <a:rPr lang="en-US" sz="2400"/>
              <a:t>Develop a club calendar</a:t>
            </a:r>
            <a:endParaRPr/>
          </a:p>
          <a:p>
            <a:pPr indent="-228600" lvl="0" marL="228600" rtl="0" algn="l">
              <a:lnSpc>
                <a:spcPct val="100000"/>
              </a:lnSpc>
              <a:spcBef>
                <a:spcPts val="1000"/>
              </a:spcBef>
              <a:spcAft>
                <a:spcPts val="0"/>
              </a:spcAft>
              <a:buClr>
                <a:schemeClr val="dk1"/>
              </a:buClr>
              <a:buSzPts val="2400"/>
              <a:buFont typeface="Noto Sans Symbols"/>
              <a:buChar char="▪"/>
            </a:pPr>
            <a:r>
              <a:rPr lang="en-US" sz="2400"/>
              <a:t>Update Club Central, as required</a:t>
            </a:r>
            <a:endParaRPr/>
          </a:p>
          <a:p>
            <a:pPr indent="-228600" lvl="0" marL="228600" rtl="0" algn="l">
              <a:lnSpc>
                <a:spcPct val="100000"/>
              </a:lnSpc>
              <a:spcBef>
                <a:spcPts val="1000"/>
              </a:spcBef>
              <a:spcAft>
                <a:spcPts val="0"/>
              </a:spcAft>
              <a:buClr>
                <a:schemeClr val="dk1"/>
              </a:buClr>
              <a:buSzPts val="2400"/>
              <a:buFont typeface="Noto Sans Symbols"/>
              <a:buChar char="▪"/>
            </a:pPr>
            <a:r>
              <a:rPr lang="en-US" sz="2400"/>
              <a:t>Assign club proxy for TI Annual Business meeting</a:t>
            </a:r>
            <a:endParaRPr/>
          </a:p>
          <a:p>
            <a:pPr indent="-228600" lvl="0" marL="228600" rtl="0" algn="l">
              <a:lnSpc>
                <a:spcPct val="100000"/>
              </a:lnSpc>
              <a:spcBef>
                <a:spcPts val="1000"/>
              </a:spcBef>
              <a:spcAft>
                <a:spcPts val="0"/>
              </a:spcAft>
              <a:buClr>
                <a:schemeClr val="dk1"/>
              </a:buClr>
              <a:buSzPts val="2400"/>
              <a:buFont typeface="Noto Sans Symbols"/>
              <a:buChar char="▪"/>
            </a:pPr>
            <a:r>
              <a:rPr lang="en-US" sz="2400"/>
              <a:t>Approve projects in Base Camp when asked to do so</a:t>
            </a:r>
            <a:endParaRPr/>
          </a:p>
          <a:p>
            <a:pPr indent="-50800" lvl="0" marL="228600" rtl="0" algn="l">
              <a:lnSpc>
                <a:spcPct val="100000"/>
              </a:lnSpc>
              <a:spcBef>
                <a:spcPts val="1000"/>
              </a:spcBef>
              <a:spcAft>
                <a:spcPts val="0"/>
              </a:spcAft>
              <a:buClr>
                <a:schemeClr val="dk1"/>
              </a:buClr>
              <a:buSzPts val="2800"/>
              <a:buNone/>
            </a:pPr>
            <a:r>
              <a:t/>
            </a:r>
            <a:endParaRPr/>
          </a:p>
          <a:p>
            <a:pPr indent="-50800" lvl="0" marL="228600" rtl="0" algn="l">
              <a:lnSpc>
                <a:spcPct val="100000"/>
              </a:lnSpc>
              <a:spcBef>
                <a:spcPts val="1000"/>
              </a:spcBef>
              <a:spcAft>
                <a:spcPts val="0"/>
              </a:spcAft>
              <a:buClr>
                <a:schemeClr val="dk1"/>
              </a:buClr>
              <a:buSzPts val="2800"/>
              <a:buNone/>
            </a:pPr>
            <a:r>
              <a:t/>
            </a:r>
            <a:endParaRPr/>
          </a:p>
          <a:p>
            <a:pPr indent="-107950" lvl="0" marL="285750" rtl="0" algn="l">
              <a:lnSpc>
                <a:spcPct val="100000"/>
              </a:lnSpc>
              <a:spcBef>
                <a:spcPts val="1000"/>
              </a:spcBef>
              <a:spcAft>
                <a:spcPts val="0"/>
              </a:spcAft>
              <a:buClr>
                <a:schemeClr val="dk1"/>
              </a:buClr>
              <a:buSzPts val="2800"/>
              <a:buFont typeface="Arial"/>
              <a:buNone/>
            </a:pPr>
            <a:r>
              <a:t/>
            </a:r>
            <a:endParaRPr/>
          </a:p>
          <a:p>
            <a:pPr indent="-107950" lvl="0" marL="285750" rtl="0" algn="l">
              <a:lnSpc>
                <a:spcPct val="100000"/>
              </a:lnSpc>
              <a:spcBef>
                <a:spcPts val="1000"/>
              </a:spcBef>
              <a:spcAft>
                <a:spcPts val="0"/>
              </a:spcAft>
              <a:buClr>
                <a:schemeClr val="dk1"/>
              </a:buClr>
              <a:buSzPts val="2800"/>
              <a:buFont typeface="Arial"/>
              <a:buNone/>
            </a:pPr>
            <a:r>
              <a:t/>
            </a:r>
            <a:endParaRPr/>
          </a:p>
          <a:p>
            <a:pPr indent="-50800" lvl="0" marL="228600" rtl="0" algn="l">
              <a:lnSpc>
                <a:spcPct val="100000"/>
              </a:lnSpc>
              <a:spcBef>
                <a:spcPts val="1000"/>
              </a:spcBef>
              <a:spcAft>
                <a:spcPts val="0"/>
              </a:spcAft>
              <a:buClr>
                <a:schemeClr val="dk1"/>
              </a:buClr>
              <a:buSzPts val="2800"/>
              <a:buNone/>
            </a:pPr>
            <a:r>
              <a:t/>
            </a:r>
            <a:endParaRPr/>
          </a:p>
          <a:p>
            <a:pPr indent="-50800" lvl="0" marL="228600" rtl="0" algn="l">
              <a:lnSpc>
                <a:spcPct val="100000"/>
              </a:lnSpc>
              <a:spcBef>
                <a:spcPts val="1000"/>
              </a:spcBef>
              <a:spcAft>
                <a:spcPts val="0"/>
              </a:spcAft>
              <a:buClr>
                <a:schemeClr val="dk1"/>
              </a:buClr>
              <a:buSzPts val="2800"/>
              <a:buNone/>
            </a:pPr>
            <a:r>
              <a:t/>
            </a:r>
            <a:endParaRPr/>
          </a:p>
          <a:p>
            <a:pPr indent="-50800" lvl="0" marL="228600" rtl="0" algn="l">
              <a:lnSpc>
                <a:spcPct val="100000"/>
              </a:lnSpc>
              <a:spcBef>
                <a:spcPts val="1000"/>
              </a:spcBef>
              <a:spcAft>
                <a:spcPts val="0"/>
              </a:spcAft>
              <a:buClr>
                <a:schemeClr val="dk1"/>
              </a:buClr>
              <a:buSzPts val="2800"/>
              <a:buNone/>
            </a:pPr>
            <a:r>
              <a:t/>
            </a:r>
            <a:endParaRPr/>
          </a:p>
          <a:p>
            <a:pPr indent="-50800" lvl="0" marL="228600" rtl="0" algn="l">
              <a:lnSpc>
                <a:spcPct val="100000"/>
              </a:lnSpc>
              <a:spcBef>
                <a:spcPts val="1000"/>
              </a:spcBef>
              <a:spcAft>
                <a:spcPts val="0"/>
              </a:spcAft>
              <a:buClr>
                <a:schemeClr val="dk1"/>
              </a:buClr>
              <a:buSzPts val="2800"/>
              <a:buNone/>
            </a:pPr>
            <a:r>
              <a:t/>
            </a:r>
            <a:endParaRPr/>
          </a:p>
          <a:p>
            <a:pPr indent="-50800" lvl="0" marL="228600" rtl="0" algn="l">
              <a:lnSpc>
                <a:spcPct val="10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3" name="Shape 1283"/>
        <p:cNvGrpSpPr/>
        <p:nvPr/>
      </p:nvGrpSpPr>
      <p:grpSpPr>
        <a:xfrm>
          <a:off x="0" y="0"/>
          <a:ext cx="0" cy="0"/>
          <a:chOff x="0" y="0"/>
          <a:chExt cx="0" cy="0"/>
        </a:xfrm>
      </p:grpSpPr>
      <p:sp>
        <p:nvSpPr>
          <p:cNvPr id="1284" name="Google Shape;1284;p13"/>
          <p:cNvSpPr txBox="1"/>
          <p:nvPr>
            <p:ph type="title"/>
          </p:nvPr>
        </p:nvSpPr>
        <p:spPr>
          <a:xfrm>
            <a:off x="277934" y="499303"/>
            <a:ext cx="6969695" cy="649224"/>
          </a:xfrm>
          <a:prstGeom prst="rect">
            <a:avLst/>
          </a:prstGeom>
          <a:solidFill>
            <a:srgbClr val="F5F5F5">
              <a:alpha val="65098"/>
            </a:srgbClr>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40605"/>
              </a:buClr>
              <a:buSzPts val="3600"/>
              <a:buNone/>
            </a:pPr>
            <a:r>
              <a:rPr b="1" lang="en-US" sz="3600">
                <a:solidFill>
                  <a:srgbClr val="040605"/>
                </a:solidFill>
              </a:rPr>
              <a:t>Executive Committee Meetings</a:t>
            </a:r>
            <a:endParaRPr>
              <a:solidFill>
                <a:srgbClr val="040605"/>
              </a:solidFill>
            </a:endParaRPr>
          </a:p>
        </p:txBody>
      </p:sp>
      <p:sp>
        <p:nvSpPr>
          <p:cNvPr id="1285" name="Google Shape;1285;p13"/>
          <p:cNvSpPr txBox="1"/>
          <p:nvPr>
            <p:ph idx="1" type="body"/>
          </p:nvPr>
        </p:nvSpPr>
        <p:spPr>
          <a:xfrm>
            <a:off x="277934" y="3127513"/>
            <a:ext cx="6096362" cy="3074503"/>
          </a:xfrm>
          <a:prstGeom prst="rect">
            <a:avLst/>
          </a:prstGeom>
          <a:solidFill>
            <a:srgbClr val="F5F5F5">
              <a:alpha val="80000"/>
            </a:srgbClr>
          </a:solid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040605"/>
              </a:buClr>
              <a:buSzPts val="2400"/>
              <a:buFont typeface="Noto Sans Symbols"/>
              <a:buChar char="▪"/>
            </a:pPr>
            <a:r>
              <a:rPr lang="en-US" sz="2400">
                <a:solidFill>
                  <a:srgbClr val="040605"/>
                </a:solidFill>
              </a:rPr>
              <a:t>Coordinate meeting dates and agendas with the President </a:t>
            </a:r>
            <a:endParaRPr/>
          </a:p>
          <a:p>
            <a:pPr indent="-228600" lvl="0" marL="228600" rtl="0" algn="l">
              <a:lnSpc>
                <a:spcPct val="100000"/>
              </a:lnSpc>
              <a:spcBef>
                <a:spcPts val="1000"/>
              </a:spcBef>
              <a:spcAft>
                <a:spcPts val="0"/>
              </a:spcAft>
              <a:buClr>
                <a:srgbClr val="040605"/>
              </a:buClr>
              <a:buSzPts val="2400"/>
              <a:buFont typeface="Noto Sans Symbols"/>
              <a:buChar char="▪"/>
            </a:pPr>
            <a:r>
              <a:rPr lang="en-US" sz="2400">
                <a:solidFill>
                  <a:srgbClr val="040605"/>
                </a:solidFill>
              </a:rPr>
              <a:t>Record and maintain minutes of Executive Committee meetings</a:t>
            </a:r>
            <a:endParaRPr/>
          </a:p>
          <a:p>
            <a:pPr indent="-228600" lvl="0" marL="228600" rtl="0" algn="l">
              <a:lnSpc>
                <a:spcPct val="100000"/>
              </a:lnSpc>
              <a:spcBef>
                <a:spcPts val="1000"/>
              </a:spcBef>
              <a:spcAft>
                <a:spcPts val="0"/>
              </a:spcAft>
              <a:buClr>
                <a:srgbClr val="040605"/>
              </a:buClr>
              <a:buSzPts val="2400"/>
              <a:buFont typeface="Noto Sans Symbols"/>
              <a:buChar char="▪"/>
            </a:pPr>
            <a:r>
              <a:rPr lang="en-US" sz="2400">
                <a:solidFill>
                  <a:srgbClr val="040605"/>
                </a:solidFill>
              </a:rPr>
              <a:t>Distribute meeting minutes to Executive Committee members timely</a:t>
            </a:r>
            <a:endParaRPr/>
          </a:p>
          <a:p>
            <a:pPr indent="-228600" lvl="0" marL="228600" rtl="0" algn="l">
              <a:lnSpc>
                <a:spcPct val="100000"/>
              </a:lnSpc>
              <a:spcBef>
                <a:spcPts val="1000"/>
              </a:spcBef>
              <a:spcAft>
                <a:spcPts val="0"/>
              </a:spcAft>
              <a:buClr>
                <a:srgbClr val="040605"/>
              </a:buClr>
              <a:buSzPts val="2400"/>
              <a:buFont typeface="Noto Sans Symbols"/>
              <a:buChar char="▪"/>
            </a:pPr>
            <a:r>
              <a:rPr lang="en-US" sz="2400">
                <a:solidFill>
                  <a:srgbClr val="040605"/>
                </a:solidFill>
              </a:rPr>
              <a:t>Maintain list of action items and follow up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xEl>
                                              <p:pRg end="0" st="0"/>
                                            </p:txEl>
                                          </p:spTgt>
                                        </p:tgtEl>
                                        <p:attrNameLst>
                                          <p:attrName>style.visibility</p:attrName>
                                        </p:attrNameLst>
                                      </p:cBhvr>
                                      <p:to>
                                        <p:strVal val="visible"/>
                                      </p:to>
                                    </p:set>
                                    <p:animEffect filter="fade" transition="in">
                                      <p:cBhvr>
                                        <p:cTn dur="500"/>
                                        <p:tgtEl>
                                          <p:spTgt spid="12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xEl>
                                              <p:pRg end="1" st="1"/>
                                            </p:txEl>
                                          </p:spTgt>
                                        </p:tgtEl>
                                        <p:attrNameLst>
                                          <p:attrName>style.visibility</p:attrName>
                                        </p:attrNameLst>
                                      </p:cBhvr>
                                      <p:to>
                                        <p:strVal val="visible"/>
                                      </p:to>
                                    </p:set>
                                    <p:animEffect filter="fade" transition="in">
                                      <p:cBhvr>
                                        <p:cTn dur="500"/>
                                        <p:tgtEl>
                                          <p:spTgt spid="12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xEl>
                                              <p:pRg end="2" st="2"/>
                                            </p:txEl>
                                          </p:spTgt>
                                        </p:tgtEl>
                                        <p:attrNameLst>
                                          <p:attrName>style.visibility</p:attrName>
                                        </p:attrNameLst>
                                      </p:cBhvr>
                                      <p:to>
                                        <p:strVal val="visible"/>
                                      </p:to>
                                    </p:set>
                                    <p:animEffect filter="fade" transition="in">
                                      <p:cBhvr>
                                        <p:cTn dur="500"/>
                                        <p:tgtEl>
                                          <p:spTgt spid="12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xEl>
                                              <p:pRg end="3" st="3"/>
                                            </p:txEl>
                                          </p:spTgt>
                                        </p:tgtEl>
                                        <p:attrNameLst>
                                          <p:attrName>style.visibility</p:attrName>
                                        </p:attrNameLst>
                                      </p:cBhvr>
                                      <p:to>
                                        <p:strVal val="visible"/>
                                      </p:to>
                                    </p:set>
                                    <p:animEffect filter="fade" transition="in">
                                      <p:cBhvr>
                                        <p:cTn dur="500"/>
                                        <p:tgtEl>
                                          <p:spTgt spid="128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0" name="Shape 1290"/>
        <p:cNvGrpSpPr/>
        <p:nvPr/>
      </p:nvGrpSpPr>
      <p:grpSpPr>
        <a:xfrm>
          <a:off x="0" y="0"/>
          <a:ext cx="0" cy="0"/>
          <a:chOff x="0" y="0"/>
          <a:chExt cx="0" cy="0"/>
        </a:xfrm>
      </p:grpSpPr>
      <p:sp>
        <p:nvSpPr>
          <p:cNvPr id="1291" name="Google Shape;1291;p14"/>
          <p:cNvSpPr txBox="1"/>
          <p:nvPr>
            <p:ph type="title"/>
          </p:nvPr>
        </p:nvSpPr>
        <p:spPr>
          <a:xfrm>
            <a:off x="277934" y="295773"/>
            <a:ext cx="5069921" cy="120710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3600"/>
              <a:buNone/>
            </a:pPr>
            <a:r>
              <a:rPr b="1" lang="en-US" sz="3600">
                <a:solidFill>
                  <a:schemeClr val="lt1"/>
                </a:solidFill>
              </a:rPr>
              <a:t>Official Club Records to File/Archive</a:t>
            </a:r>
            <a:endParaRPr>
              <a:solidFill>
                <a:schemeClr val="lt1"/>
              </a:solidFill>
            </a:endParaRPr>
          </a:p>
        </p:txBody>
      </p:sp>
      <p:sp>
        <p:nvSpPr>
          <p:cNvPr id="1292" name="Google Shape;1292;p14"/>
          <p:cNvSpPr txBox="1"/>
          <p:nvPr>
            <p:ph idx="1" type="body"/>
          </p:nvPr>
        </p:nvSpPr>
        <p:spPr>
          <a:xfrm>
            <a:off x="277934" y="2213113"/>
            <a:ext cx="5606031" cy="3286540"/>
          </a:xfrm>
          <a:prstGeom prst="rect">
            <a:avLst/>
          </a:prstGeom>
          <a:solidFill>
            <a:srgbClr val="055168">
              <a:alpha val="50196"/>
            </a:srgbClr>
          </a:solid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400"/>
              <a:buFont typeface="Noto Sans Symbols"/>
              <a:buChar char="▪"/>
            </a:pPr>
            <a:r>
              <a:rPr b="0" i="0" lang="en-US" sz="2400">
                <a:latin typeface="Arial"/>
                <a:ea typeface="Arial"/>
                <a:cs typeface="Arial"/>
                <a:sym typeface="Arial"/>
              </a:rPr>
              <a:t>Club Charter </a:t>
            </a:r>
            <a:endParaRPr/>
          </a:p>
          <a:p>
            <a:pPr indent="-228600" lvl="0" marL="228600" rtl="0" algn="l">
              <a:lnSpc>
                <a:spcPct val="90000"/>
              </a:lnSpc>
              <a:spcBef>
                <a:spcPts val="1000"/>
              </a:spcBef>
              <a:spcAft>
                <a:spcPts val="0"/>
              </a:spcAft>
              <a:buClr>
                <a:schemeClr val="lt1"/>
              </a:buClr>
              <a:buSzPts val="2400"/>
              <a:buFont typeface="Noto Sans Symbols"/>
              <a:buChar char="▪"/>
            </a:pPr>
            <a:r>
              <a:rPr b="0" i="0" lang="en-US" sz="2400">
                <a:latin typeface="Arial"/>
                <a:ea typeface="Arial"/>
                <a:cs typeface="Arial"/>
                <a:sym typeface="Arial"/>
              </a:rPr>
              <a:t>Club Constitution</a:t>
            </a:r>
            <a:endParaRPr/>
          </a:p>
          <a:p>
            <a:pPr indent="-228600" lvl="0" marL="228600" rtl="0" algn="l">
              <a:lnSpc>
                <a:spcPct val="90000"/>
              </a:lnSpc>
              <a:spcBef>
                <a:spcPts val="1000"/>
              </a:spcBef>
              <a:spcAft>
                <a:spcPts val="0"/>
              </a:spcAft>
              <a:buClr>
                <a:schemeClr val="lt1"/>
              </a:buClr>
              <a:buSzPts val="2400"/>
              <a:buFont typeface="Noto Sans Symbols"/>
              <a:buChar char="▪"/>
            </a:pPr>
            <a:r>
              <a:rPr lang="en-US" sz="2400">
                <a:latin typeface="Arial"/>
                <a:ea typeface="Arial"/>
                <a:cs typeface="Arial"/>
                <a:sym typeface="Arial"/>
              </a:rPr>
              <a:t>Addendum of Standard Club Options </a:t>
            </a:r>
            <a:endParaRPr/>
          </a:p>
          <a:p>
            <a:pPr indent="-228600" lvl="0" marL="228600" rtl="0" algn="l">
              <a:lnSpc>
                <a:spcPct val="90000"/>
              </a:lnSpc>
              <a:spcBef>
                <a:spcPts val="1000"/>
              </a:spcBef>
              <a:spcAft>
                <a:spcPts val="0"/>
              </a:spcAft>
              <a:buClr>
                <a:schemeClr val="lt1"/>
              </a:buClr>
              <a:buSzPts val="2400"/>
              <a:buFont typeface="Noto Sans Symbols"/>
              <a:buChar char="▪"/>
            </a:pPr>
            <a:r>
              <a:rPr b="0" i="0" lang="en-US" sz="2400">
                <a:latin typeface="Arial"/>
                <a:ea typeface="Arial"/>
                <a:cs typeface="Arial"/>
                <a:sym typeface="Arial"/>
              </a:rPr>
              <a:t>Club Policies</a:t>
            </a:r>
            <a:endParaRPr/>
          </a:p>
          <a:p>
            <a:pPr indent="-228600" lvl="0" marL="228600" rtl="0" algn="l">
              <a:lnSpc>
                <a:spcPct val="90000"/>
              </a:lnSpc>
              <a:spcBef>
                <a:spcPts val="1000"/>
              </a:spcBef>
              <a:spcAft>
                <a:spcPts val="0"/>
              </a:spcAft>
              <a:buClr>
                <a:schemeClr val="lt1"/>
              </a:buClr>
              <a:buSzPts val="2400"/>
              <a:buFont typeface="Noto Sans Symbols"/>
              <a:buChar char="▪"/>
            </a:pPr>
            <a:r>
              <a:rPr lang="en-US" sz="2400">
                <a:latin typeface="Arial"/>
                <a:ea typeface="Arial"/>
                <a:cs typeface="Arial"/>
                <a:sym typeface="Arial"/>
              </a:rPr>
              <a:t>Signed Membership Applications</a:t>
            </a:r>
            <a:endParaRPr sz="2400"/>
          </a:p>
          <a:p>
            <a:pPr indent="-228600" lvl="0" marL="228600" rtl="0" algn="l">
              <a:lnSpc>
                <a:spcPct val="90000"/>
              </a:lnSpc>
              <a:spcBef>
                <a:spcPts val="1000"/>
              </a:spcBef>
              <a:spcAft>
                <a:spcPts val="0"/>
              </a:spcAft>
              <a:buClr>
                <a:schemeClr val="lt1"/>
              </a:buClr>
              <a:buSzPts val="2400"/>
              <a:buFont typeface="Noto Sans Symbols"/>
              <a:buChar char="▪"/>
            </a:pPr>
            <a:r>
              <a:rPr b="0" i="0" lang="en-US" sz="2400">
                <a:latin typeface="Arial"/>
                <a:ea typeface="Arial"/>
                <a:cs typeface="Arial"/>
                <a:sym typeface="Arial"/>
              </a:rPr>
              <a:t>Employer Identification Number Letter (USA clubs only)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xEl>
                                              <p:pRg end="0" st="0"/>
                                            </p:txEl>
                                          </p:spTgt>
                                        </p:tgtEl>
                                        <p:attrNameLst>
                                          <p:attrName>style.visibility</p:attrName>
                                        </p:attrNameLst>
                                      </p:cBhvr>
                                      <p:to>
                                        <p:strVal val="visible"/>
                                      </p:to>
                                    </p:set>
                                    <p:animEffect filter="fade" transition="in">
                                      <p:cBhvr>
                                        <p:cTn dur="500"/>
                                        <p:tgtEl>
                                          <p:spTgt spid="12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xEl>
                                              <p:pRg end="1" st="1"/>
                                            </p:txEl>
                                          </p:spTgt>
                                        </p:tgtEl>
                                        <p:attrNameLst>
                                          <p:attrName>style.visibility</p:attrName>
                                        </p:attrNameLst>
                                      </p:cBhvr>
                                      <p:to>
                                        <p:strVal val="visible"/>
                                      </p:to>
                                    </p:set>
                                    <p:animEffect filter="fade" transition="in">
                                      <p:cBhvr>
                                        <p:cTn dur="500"/>
                                        <p:tgtEl>
                                          <p:spTgt spid="12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xEl>
                                              <p:pRg end="2" st="2"/>
                                            </p:txEl>
                                          </p:spTgt>
                                        </p:tgtEl>
                                        <p:attrNameLst>
                                          <p:attrName>style.visibility</p:attrName>
                                        </p:attrNameLst>
                                      </p:cBhvr>
                                      <p:to>
                                        <p:strVal val="visible"/>
                                      </p:to>
                                    </p:set>
                                    <p:animEffect filter="fade" transition="in">
                                      <p:cBhvr>
                                        <p:cTn dur="500"/>
                                        <p:tgtEl>
                                          <p:spTgt spid="12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xEl>
                                              <p:pRg end="3" st="3"/>
                                            </p:txEl>
                                          </p:spTgt>
                                        </p:tgtEl>
                                        <p:attrNameLst>
                                          <p:attrName>style.visibility</p:attrName>
                                        </p:attrNameLst>
                                      </p:cBhvr>
                                      <p:to>
                                        <p:strVal val="visible"/>
                                      </p:to>
                                    </p:set>
                                    <p:animEffect filter="fade" transition="in">
                                      <p:cBhvr>
                                        <p:cTn dur="500"/>
                                        <p:tgtEl>
                                          <p:spTgt spid="12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xEl>
                                              <p:pRg end="4" st="4"/>
                                            </p:txEl>
                                          </p:spTgt>
                                        </p:tgtEl>
                                        <p:attrNameLst>
                                          <p:attrName>style.visibility</p:attrName>
                                        </p:attrNameLst>
                                      </p:cBhvr>
                                      <p:to>
                                        <p:strVal val="visible"/>
                                      </p:to>
                                    </p:set>
                                    <p:animEffect filter="fade" transition="in">
                                      <p:cBhvr>
                                        <p:cTn dur="500"/>
                                        <p:tgtEl>
                                          <p:spTgt spid="12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xEl>
                                              <p:pRg end="5" st="5"/>
                                            </p:txEl>
                                          </p:spTgt>
                                        </p:tgtEl>
                                        <p:attrNameLst>
                                          <p:attrName>style.visibility</p:attrName>
                                        </p:attrNameLst>
                                      </p:cBhvr>
                                      <p:to>
                                        <p:strVal val="visible"/>
                                      </p:to>
                                    </p:set>
                                    <p:animEffect filter="fade" transition="in">
                                      <p:cBhvr>
                                        <p:cTn dur="500"/>
                                        <p:tgtEl>
                                          <p:spTgt spid="129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7" name="Shape 1297"/>
        <p:cNvGrpSpPr/>
        <p:nvPr/>
      </p:nvGrpSpPr>
      <p:grpSpPr>
        <a:xfrm>
          <a:off x="0" y="0"/>
          <a:ext cx="0" cy="0"/>
          <a:chOff x="0" y="0"/>
          <a:chExt cx="0" cy="0"/>
        </a:xfrm>
      </p:grpSpPr>
      <p:sp>
        <p:nvSpPr>
          <p:cNvPr id="1298" name="Google Shape;1298;p15"/>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Other Documents to File/Archive</a:t>
            </a:r>
            <a:endParaRPr>
              <a:solidFill>
                <a:schemeClr val="lt1"/>
              </a:solidFill>
            </a:endParaRPr>
          </a:p>
        </p:txBody>
      </p:sp>
      <p:sp>
        <p:nvSpPr>
          <p:cNvPr id="1299" name="Google Shape;1299;p15"/>
          <p:cNvSpPr txBox="1"/>
          <p:nvPr>
            <p:ph idx="1" type="body"/>
          </p:nvPr>
        </p:nvSpPr>
        <p:spPr>
          <a:xfrm>
            <a:off x="7354956" y="944997"/>
            <a:ext cx="4837044" cy="3110168"/>
          </a:xfrm>
          <a:prstGeom prst="rect">
            <a:avLst/>
          </a:prstGeom>
          <a:solidFill>
            <a:srgbClr val="000000">
              <a:alpha val="40000"/>
            </a:srgbClr>
          </a:solidFill>
          <a:ln>
            <a:noFill/>
          </a:ln>
        </p:spPr>
        <p:txBody>
          <a:bodyPr anchorCtr="0" anchor="t" bIns="108000" lIns="108000" spcFirstLastPara="1" rIns="108000" wrap="square" tIns="108000">
            <a:noAutofit/>
          </a:bodyPr>
          <a:lstStyle/>
          <a:p>
            <a:pPr indent="-228600" lvl="0" marL="228600" rtl="0" algn="l">
              <a:lnSpc>
                <a:spcPct val="110000"/>
              </a:lnSpc>
              <a:spcBef>
                <a:spcPts val="0"/>
              </a:spcBef>
              <a:spcAft>
                <a:spcPts val="0"/>
              </a:spcAft>
              <a:buClr>
                <a:schemeClr val="lt1"/>
              </a:buClr>
              <a:buSzPts val="2400"/>
              <a:buFont typeface="Noto Sans Symbols"/>
              <a:buChar char="▪"/>
            </a:pPr>
            <a:r>
              <a:rPr lang="en-US" sz="2400">
                <a:latin typeface="Arial"/>
                <a:ea typeface="Arial"/>
                <a:cs typeface="Arial"/>
                <a:sym typeface="Arial"/>
              </a:rPr>
              <a:t>Club Success Plan</a:t>
            </a:r>
            <a:endParaRPr/>
          </a:p>
          <a:p>
            <a:pPr indent="-228600" lvl="0" marL="228600" rtl="0" algn="l">
              <a:lnSpc>
                <a:spcPct val="110000"/>
              </a:lnSpc>
              <a:spcBef>
                <a:spcPts val="1000"/>
              </a:spcBef>
              <a:spcAft>
                <a:spcPts val="0"/>
              </a:spcAft>
              <a:buClr>
                <a:schemeClr val="lt1"/>
              </a:buClr>
              <a:buSzPts val="2400"/>
              <a:buFont typeface="Noto Sans Symbols"/>
              <a:buChar char="▪"/>
            </a:pPr>
            <a:r>
              <a:rPr b="0" i="0" lang="en-US" sz="2400">
                <a:latin typeface="Arial"/>
                <a:ea typeface="Arial"/>
                <a:cs typeface="Arial"/>
                <a:sym typeface="Arial"/>
              </a:rPr>
              <a:t>Executive Committee and Club Business Meeting minutes</a:t>
            </a:r>
            <a:endParaRPr/>
          </a:p>
          <a:p>
            <a:pPr indent="-228600" lvl="0" marL="228600" rtl="0" algn="l">
              <a:lnSpc>
                <a:spcPct val="110000"/>
              </a:lnSpc>
              <a:spcBef>
                <a:spcPts val="1000"/>
              </a:spcBef>
              <a:spcAft>
                <a:spcPts val="0"/>
              </a:spcAft>
              <a:buClr>
                <a:schemeClr val="lt1"/>
              </a:buClr>
              <a:buSzPts val="2400"/>
              <a:buFont typeface="Noto Sans Symbols"/>
              <a:buChar char="▪"/>
            </a:pPr>
            <a:r>
              <a:rPr lang="en-US" sz="2400">
                <a:latin typeface="Arial"/>
                <a:ea typeface="Arial"/>
                <a:cs typeface="Arial"/>
                <a:sym typeface="Arial"/>
              </a:rPr>
              <a:t>Area Visit Reports</a:t>
            </a:r>
            <a:endParaRPr/>
          </a:p>
          <a:p>
            <a:pPr indent="-228600" lvl="0" marL="228600" rtl="0" algn="l">
              <a:lnSpc>
                <a:spcPct val="110000"/>
              </a:lnSpc>
              <a:spcBef>
                <a:spcPts val="1000"/>
              </a:spcBef>
              <a:spcAft>
                <a:spcPts val="0"/>
              </a:spcAft>
              <a:buClr>
                <a:schemeClr val="lt1"/>
              </a:buClr>
              <a:buSzPts val="2400"/>
              <a:buFont typeface="Noto Sans Symbols"/>
              <a:buChar char="▪"/>
            </a:pPr>
            <a:r>
              <a:rPr lang="en-US" sz="2400">
                <a:latin typeface="Arial"/>
                <a:ea typeface="Arial"/>
                <a:cs typeface="Arial"/>
                <a:sym typeface="Arial"/>
              </a:rPr>
              <a:t>Important Toastmasters correspondence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4" name="Shape 1304"/>
        <p:cNvGrpSpPr/>
        <p:nvPr/>
      </p:nvGrpSpPr>
      <p:grpSpPr>
        <a:xfrm>
          <a:off x="0" y="0"/>
          <a:ext cx="0" cy="0"/>
          <a:chOff x="0" y="0"/>
          <a:chExt cx="0" cy="0"/>
        </a:xfrm>
      </p:grpSpPr>
      <p:pic>
        <p:nvPicPr>
          <p:cNvPr descr="A computer with colorful folders on the screen&#10;&#10;AI-generated content may be incorrect." id="1305" name="Google Shape;1305;p16"/>
          <p:cNvPicPr preferRelativeResize="0"/>
          <p:nvPr/>
        </p:nvPicPr>
        <p:blipFill rotWithShape="1">
          <a:blip r:embed="rId4">
            <a:alphaModFix/>
          </a:blip>
          <a:srcRect b="0" l="0" r="0" t="0"/>
          <a:stretch/>
        </p:blipFill>
        <p:spPr>
          <a:xfrm>
            <a:off x="-8680789" y="1952602"/>
            <a:ext cx="4746677" cy="3732028"/>
          </a:xfrm>
          <a:prstGeom prst="rect">
            <a:avLst/>
          </a:prstGeom>
          <a:blipFill rotWithShape="1">
            <a:blip r:embed="rId5">
              <a:alphaModFix/>
            </a:blip>
            <a:stretch>
              <a:fillRect b="0" l="0" r="0" t="0"/>
            </a:stretch>
          </a:blipFill>
          <a:ln>
            <a:noFill/>
          </a:ln>
        </p:spPr>
      </p:pic>
      <p:sp>
        <p:nvSpPr>
          <p:cNvPr id="1306" name="Google Shape;1306;p16"/>
          <p:cNvSpPr txBox="1"/>
          <p:nvPr>
            <p:ph type="title"/>
          </p:nvPr>
        </p:nvSpPr>
        <p:spPr>
          <a:xfrm>
            <a:off x="5174144" y="295773"/>
            <a:ext cx="6794943" cy="64922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None/>
            </a:pPr>
            <a:r>
              <a:rPr b="1" lang="en-US">
                <a:solidFill>
                  <a:srgbClr val="000000"/>
                </a:solidFill>
              </a:rPr>
              <a:t>Other Documents to File/Archive</a:t>
            </a:r>
            <a:endParaRPr>
              <a:solidFill>
                <a:srgbClr val="000000"/>
              </a:solidFill>
            </a:endParaRPr>
          </a:p>
        </p:txBody>
      </p:sp>
      <p:sp>
        <p:nvSpPr>
          <p:cNvPr id="1307" name="Google Shape;1307;p16"/>
          <p:cNvSpPr txBox="1"/>
          <p:nvPr>
            <p:ph idx="1" type="body"/>
          </p:nvPr>
        </p:nvSpPr>
        <p:spPr>
          <a:xfrm>
            <a:off x="5279071" y="1364775"/>
            <a:ext cx="5666433" cy="4039737"/>
          </a:xfrm>
          <a:prstGeom prst="rect">
            <a:avLst/>
          </a:prstGeom>
          <a:solidFill>
            <a:srgbClr val="FFFFFF">
              <a:alpha val="50196"/>
            </a:srgbClr>
          </a:solid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000000"/>
              </a:buClr>
              <a:buSzPts val="2400"/>
              <a:buFont typeface="Noto Sans Symbols"/>
              <a:buChar char="▪"/>
            </a:pPr>
            <a:r>
              <a:rPr lang="en-US" sz="2400">
                <a:solidFill>
                  <a:srgbClr val="000000"/>
                </a:solidFill>
              </a:rPr>
              <a:t>Asset inventory (banner, lectern, etc.)</a:t>
            </a:r>
            <a:endParaRPr/>
          </a:p>
          <a:p>
            <a:pPr indent="-228600" lvl="0" marL="228600" rtl="0" algn="l">
              <a:lnSpc>
                <a:spcPct val="100000"/>
              </a:lnSpc>
              <a:spcBef>
                <a:spcPts val="60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Password list </a:t>
            </a:r>
            <a:endParaRPr/>
          </a:p>
          <a:p>
            <a:pPr indent="-228600" lvl="0" marL="228600" rtl="0" algn="l">
              <a:lnSpc>
                <a:spcPct val="100000"/>
              </a:lnSpc>
              <a:spcBef>
                <a:spcPts val="6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Contract for venue and TI insurance form (if applicable)</a:t>
            </a:r>
            <a:endParaRPr/>
          </a:p>
          <a:p>
            <a:pPr indent="-228600" lvl="0" marL="228600" rtl="0" algn="l">
              <a:lnSpc>
                <a:spcPct val="100000"/>
              </a:lnSpc>
              <a:spcBef>
                <a:spcPts val="60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Year-end transition checklist </a:t>
            </a:r>
            <a:endParaRPr/>
          </a:p>
          <a:p>
            <a:pPr indent="0" lvl="0" marL="0" rtl="0" algn="l">
              <a:lnSpc>
                <a:spcPct val="100000"/>
              </a:lnSpc>
              <a:spcBef>
                <a:spcPts val="600"/>
              </a:spcBef>
              <a:spcAft>
                <a:spcPts val="0"/>
              </a:spcAft>
              <a:buClr>
                <a:srgbClr val="000000"/>
              </a:buClr>
              <a:buSzPts val="2400"/>
              <a:buNone/>
            </a:pPr>
            <a:r>
              <a:rPr lang="en-US" sz="2400">
                <a:solidFill>
                  <a:srgbClr val="000000"/>
                </a:solidFill>
                <a:latin typeface="Arial"/>
                <a:ea typeface="Arial"/>
                <a:cs typeface="Arial"/>
                <a:sym typeface="Arial"/>
              </a:rPr>
              <a:t>(Save information on a shared online storage drive, e.g. OneDrive, Google Drive, or cloud storage.)</a:t>
            </a:r>
            <a:endParaRPr b="0" i="0" sz="2400">
              <a:solidFill>
                <a:srgbClr val="000000"/>
              </a:solidFill>
              <a:latin typeface="Arial"/>
              <a:ea typeface="Arial"/>
              <a:cs typeface="Arial"/>
              <a:sym typeface="Arial"/>
            </a:endParaRPr>
          </a:p>
          <a:p>
            <a:pPr indent="-50800" lvl="0" marL="228600" rtl="0" algn="l">
              <a:lnSpc>
                <a:spcPct val="90000"/>
              </a:lnSpc>
              <a:spcBef>
                <a:spcPts val="1600"/>
              </a:spcBef>
              <a:spcAft>
                <a:spcPts val="0"/>
              </a:spcAft>
              <a:buClr>
                <a:schemeClr val="lt1"/>
              </a:buClr>
              <a:buSzPts val="2800"/>
              <a:buNone/>
            </a:pPr>
            <a:r>
              <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2" name="Shape 1312"/>
        <p:cNvGrpSpPr/>
        <p:nvPr/>
      </p:nvGrpSpPr>
      <p:grpSpPr>
        <a:xfrm>
          <a:off x="0" y="0"/>
          <a:ext cx="0" cy="0"/>
          <a:chOff x="0" y="0"/>
          <a:chExt cx="0" cy="0"/>
        </a:xfrm>
      </p:grpSpPr>
      <p:sp>
        <p:nvSpPr>
          <p:cNvPr id="1313" name="Google Shape;1313;p17"/>
          <p:cNvSpPr txBox="1"/>
          <p:nvPr/>
        </p:nvSpPr>
        <p:spPr>
          <a:xfrm>
            <a:off x="5531371" y="2557823"/>
            <a:ext cx="5948424" cy="3431709"/>
          </a:xfrm>
          <a:prstGeom prst="rect">
            <a:avLst/>
          </a:prstGeom>
          <a:solidFill>
            <a:srgbClr val="2D2D2D">
              <a:alpha val="80000"/>
            </a:srgbClr>
          </a:solid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An annual calendar </a:t>
            </a:r>
            <a:endParaRPr/>
          </a:p>
          <a:p>
            <a:pPr indent="-457200" lvl="0" marL="457200" marR="0" rtl="0" algn="l">
              <a:spcBef>
                <a:spcPts val="60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Password management (social media, Google Drive)</a:t>
            </a:r>
            <a:endParaRPr/>
          </a:p>
          <a:p>
            <a:pPr indent="-457200" lvl="0" marL="457200" marR="0" rtl="0" algn="l">
              <a:spcBef>
                <a:spcPts val="60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Use of document templates</a:t>
            </a:r>
            <a:endParaRPr/>
          </a:p>
          <a:p>
            <a:pPr indent="-457200" lvl="0" marL="457200" marR="0" rtl="0" algn="l">
              <a:spcBef>
                <a:spcPts val="60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Meeting minutes using AI</a:t>
            </a:r>
            <a:endParaRPr b="0" i="0" sz="2400" u="none" cap="none" strike="noStrike">
              <a:solidFill>
                <a:schemeClr val="lt1"/>
              </a:solidFill>
              <a:latin typeface="Arial"/>
              <a:ea typeface="Arial"/>
              <a:cs typeface="Arial"/>
              <a:sym typeface="Arial"/>
            </a:endParaRPr>
          </a:p>
          <a:p>
            <a:pPr indent="-457200" lvl="0" marL="457200" marR="0" rtl="0" algn="l">
              <a:spcBef>
                <a:spcPts val="60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Executive Committee meeting planning (plan and ask for reports in advance)</a:t>
            </a:r>
            <a:endParaRPr/>
          </a:p>
          <a:p>
            <a:pPr indent="-457200" lvl="0" marL="457200" marR="0" rtl="0" algn="l">
              <a:spcBef>
                <a:spcPts val="60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Additional training</a:t>
            </a:r>
            <a:endParaRPr b="0" i="0" sz="2400" u="none" cap="none" strike="noStrike">
              <a:solidFill>
                <a:schemeClr val="lt1"/>
              </a:solidFill>
              <a:latin typeface="Arial"/>
              <a:ea typeface="Arial"/>
              <a:cs typeface="Arial"/>
              <a:sym typeface="Arial"/>
            </a:endParaRPr>
          </a:p>
        </p:txBody>
      </p:sp>
      <p:sp>
        <p:nvSpPr>
          <p:cNvPr id="1314" name="Google Shape;1314;p17"/>
          <p:cNvSpPr txBox="1"/>
          <p:nvPr>
            <p:ph type="title"/>
          </p:nvPr>
        </p:nvSpPr>
        <p:spPr>
          <a:xfrm>
            <a:off x="5536036" y="340743"/>
            <a:ext cx="5721581"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Best Practices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3"/>
                                        </p:tgtEl>
                                        <p:attrNameLst>
                                          <p:attrName>style.visibility</p:attrName>
                                        </p:attrNameLst>
                                      </p:cBhvr>
                                      <p:to>
                                        <p:strVal val="visible"/>
                                      </p:to>
                                    </p:set>
                                    <p:animEffect filter="fade" transition="in">
                                      <p:cBhvr>
                                        <p:cTn dur="500"/>
                                        <p:tgtEl>
                                          <p:spTgt spid="1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9" name="Shape 1319"/>
        <p:cNvGrpSpPr/>
        <p:nvPr/>
      </p:nvGrpSpPr>
      <p:grpSpPr>
        <a:xfrm>
          <a:off x="0" y="0"/>
          <a:ext cx="0" cy="0"/>
          <a:chOff x="0" y="0"/>
          <a:chExt cx="0" cy="0"/>
        </a:xfrm>
      </p:grpSpPr>
      <p:sp>
        <p:nvSpPr>
          <p:cNvPr id="1320" name="Google Shape;1320;p18"/>
          <p:cNvSpPr txBox="1"/>
          <p:nvPr/>
        </p:nvSpPr>
        <p:spPr>
          <a:xfrm>
            <a:off x="277934" y="295773"/>
            <a:ext cx="6857384" cy="64922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i="0" lang="en-US" sz="3600" u="none" cap="none" strike="noStrike">
                <a:solidFill>
                  <a:srgbClr val="000000"/>
                </a:solidFill>
                <a:latin typeface="Arial"/>
                <a:ea typeface="Arial"/>
                <a:cs typeface="Arial"/>
                <a:sym typeface="Arial"/>
              </a:rPr>
              <a:t>Additional Training</a:t>
            </a:r>
            <a:endParaRPr/>
          </a:p>
        </p:txBody>
      </p:sp>
      <p:pic>
        <p:nvPicPr>
          <p:cNvPr descr="A person giving a presentation to a group of people&#10;&#10;AI-generated content may be incorrect." id="1321" name="Google Shape;1321;p18"/>
          <p:cNvPicPr preferRelativeResize="0"/>
          <p:nvPr/>
        </p:nvPicPr>
        <p:blipFill rotWithShape="1">
          <a:blip r:embed="rId4">
            <a:alphaModFix/>
          </a:blip>
          <a:srcRect b="0" l="0" r="0" t="0"/>
          <a:stretch/>
        </p:blipFill>
        <p:spPr>
          <a:xfrm>
            <a:off x="-6896589" y="1262840"/>
            <a:ext cx="5641848" cy="4332319"/>
          </a:xfrm>
          <a:prstGeom prst="rect">
            <a:avLst/>
          </a:prstGeom>
          <a:noFill/>
          <a:ln>
            <a:noFill/>
          </a:ln>
        </p:spPr>
      </p:pic>
      <p:sp>
        <p:nvSpPr>
          <p:cNvPr id="1322" name="Google Shape;1322;p18"/>
          <p:cNvSpPr/>
          <p:nvPr/>
        </p:nvSpPr>
        <p:spPr>
          <a:xfrm>
            <a:off x="0" y="1948873"/>
            <a:ext cx="443345" cy="1579418"/>
          </a:xfrm>
          <a:prstGeom prst="rect">
            <a:avLst/>
          </a:prstGeom>
          <a:gradFill>
            <a:gsLst>
              <a:gs pos="0">
                <a:srgbClr val="AAA393"/>
              </a:gs>
              <a:gs pos="100000">
                <a:srgbClr val="9B9987"/>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23" name="Google Shape;1323;p18"/>
          <p:cNvSpPr txBox="1"/>
          <p:nvPr/>
        </p:nvSpPr>
        <p:spPr>
          <a:xfrm>
            <a:off x="364460" y="1102819"/>
            <a:ext cx="3972240" cy="3284453"/>
          </a:xfrm>
          <a:prstGeom prst="rect">
            <a:avLst/>
          </a:prstGeom>
          <a:solidFill>
            <a:srgbClr val="FFFFFF">
              <a:alpha val="60000"/>
            </a:srgbClr>
          </a:solid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Use of templates (document, email, newsletter)</a:t>
            </a:r>
            <a:endParaRPr/>
          </a:p>
          <a:p>
            <a:pPr indent="-457200" lvl="0" marL="457200" marR="0" rtl="0" algn="l">
              <a:lnSpc>
                <a:spcPct val="90000"/>
              </a:lnSpc>
              <a:spcBef>
                <a:spcPts val="10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Parliamentary Procedure Basics</a:t>
            </a:r>
            <a:endParaRPr/>
          </a:p>
          <a:p>
            <a:pPr indent="-457200" lvl="0" marL="457200" marR="0" rtl="0" algn="l">
              <a:lnSpc>
                <a:spcPct val="90000"/>
              </a:lnSpc>
              <a:spcBef>
                <a:spcPts val="10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AI for taking minutes</a:t>
            </a:r>
            <a:endParaRPr/>
          </a:p>
          <a:p>
            <a:pPr indent="-457200" lvl="0" marL="457200" marR="0" rtl="0" algn="l">
              <a:lnSpc>
                <a:spcPct val="90000"/>
              </a:lnSpc>
              <a:spcBef>
                <a:spcPts val="10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Canva training</a:t>
            </a:r>
            <a:endParaRPr/>
          </a:p>
          <a:p>
            <a:pPr indent="-50800" lvl="0" marL="228600" marR="0" rtl="0" algn="l">
              <a:lnSpc>
                <a:spcPct val="90000"/>
              </a:lnSpc>
              <a:spcBef>
                <a:spcPts val="1000"/>
              </a:spcBef>
              <a:spcAft>
                <a:spcPts val="0"/>
              </a:spcAft>
              <a:buClr>
                <a:schemeClr val="lt1"/>
              </a:buClr>
              <a:buSzPts val="2800"/>
              <a:buFont typeface="Arial"/>
              <a:buNone/>
            </a:pPr>
            <a:r>
              <a:t/>
            </a:r>
            <a:endParaRPr b="0" i="0" sz="2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500"/>
                                        <p:tgtEl>
                                          <p:spTgt spid="1322"/>
                                        </p:tgtEl>
                                      </p:cBhvr>
                                    </p:animEffect>
                                  </p:childTnLst>
                                </p:cTn>
                              </p:par>
                              <p:par>
                                <p:cTn fill="hold" nodeType="withEffect" presetClass="entr" presetID="10" presetSubtype="0">
                                  <p:stCondLst>
                                    <p:cond delay="0"/>
                                  </p:stCondLst>
                                  <p:childTnLst>
                                    <p:set>
                                      <p:cBhvr>
                                        <p:cTn dur="1" fill="hold">
                                          <p:stCondLst>
                                            <p:cond delay="0"/>
                                          </p:stCondLst>
                                        </p:cTn>
                                        <p:tgtEl>
                                          <p:spTgt spid="1323"/>
                                        </p:tgtEl>
                                        <p:attrNameLst>
                                          <p:attrName>style.visibility</p:attrName>
                                        </p:attrNameLst>
                                      </p:cBhvr>
                                      <p:to>
                                        <p:strVal val="visible"/>
                                      </p:to>
                                    </p:set>
                                    <p:animEffect filter="fade" transition="in">
                                      <p:cBhvr>
                                        <p:cTn dur="500"/>
                                        <p:tgtEl>
                                          <p:spTgt spid="1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8" name="Shape 1328"/>
        <p:cNvGrpSpPr/>
        <p:nvPr/>
      </p:nvGrpSpPr>
      <p:grpSpPr>
        <a:xfrm>
          <a:off x="0" y="0"/>
          <a:ext cx="0" cy="0"/>
          <a:chOff x="0" y="0"/>
          <a:chExt cx="0" cy="0"/>
        </a:xfrm>
      </p:grpSpPr>
      <p:sp>
        <p:nvSpPr>
          <p:cNvPr id="1329" name="Google Shape;1329;p19"/>
          <p:cNvSpPr txBox="1"/>
          <p:nvPr/>
        </p:nvSpPr>
        <p:spPr>
          <a:xfrm>
            <a:off x="418611" y="1394158"/>
            <a:ext cx="4968201" cy="2289945"/>
          </a:xfrm>
          <a:prstGeom prst="rect">
            <a:avLst/>
          </a:prstGeom>
          <a:solidFill>
            <a:srgbClr val="000000">
              <a:alpha val="50196"/>
            </a:srgbClr>
          </a:solidFill>
          <a:ln>
            <a:noFill/>
          </a:ln>
        </p:spPr>
        <p:txBody>
          <a:bodyPr anchorCtr="0" anchor="t" bIns="45700" lIns="91425" spcFirstLastPara="1" rIns="91425" wrap="square" tIns="45700">
            <a:noAutofit/>
          </a:bodyPr>
          <a:lstStyle/>
          <a:p>
            <a:pPr indent="-457200" lvl="0" marL="457200" marR="0" rtl="0" algn="l">
              <a:lnSpc>
                <a:spcPct val="120000"/>
              </a:lnSpc>
              <a:spcBef>
                <a:spcPts val="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Club Leadership Handbook</a:t>
            </a:r>
            <a:endParaRPr/>
          </a:p>
          <a:p>
            <a:pPr indent="-457200" lvl="0" marL="457200" marR="0" rtl="0" algn="l">
              <a:lnSpc>
                <a:spcPct val="120000"/>
              </a:lnSpc>
              <a:spcBef>
                <a:spcPts val="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Club Central</a:t>
            </a:r>
            <a:endParaRPr/>
          </a:p>
          <a:p>
            <a:pPr indent="-457200" lvl="0" marL="457200" marR="0" rtl="0" algn="l">
              <a:lnSpc>
                <a:spcPct val="120000"/>
              </a:lnSpc>
              <a:spcBef>
                <a:spcPts val="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Toastmasters Website</a:t>
            </a:r>
            <a:endParaRPr/>
          </a:p>
          <a:p>
            <a:pPr indent="-457200" lvl="0" marL="457200" marR="0" rtl="0" algn="l">
              <a:lnSpc>
                <a:spcPct val="120000"/>
              </a:lnSpc>
              <a:spcBef>
                <a:spcPts val="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Meeting Minutes Template</a:t>
            </a:r>
            <a:endParaRPr/>
          </a:p>
          <a:p>
            <a:pPr indent="-457200" lvl="0" marL="457200" marR="0" rtl="0" algn="l">
              <a:lnSpc>
                <a:spcPct val="120000"/>
              </a:lnSpc>
              <a:spcBef>
                <a:spcPts val="0"/>
              </a:spcBef>
              <a:spcAft>
                <a:spcPts val="0"/>
              </a:spcAft>
              <a:buClr>
                <a:schemeClr val="lt1"/>
              </a:buClr>
              <a:buSzPts val="2400"/>
              <a:buFont typeface="Noto Sans Symbols"/>
              <a:buChar char="▪"/>
            </a:pPr>
            <a:r>
              <a:rPr b="0" i="0" lang="en-US" sz="2400" u="none" cap="none" strike="noStrike">
                <a:solidFill>
                  <a:schemeClr val="lt1"/>
                </a:solidFill>
                <a:latin typeface="Arial"/>
                <a:ea typeface="Arial"/>
                <a:cs typeface="Arial"/>
                <a:sym typeface="Arial"/>
              </a:rPr>
              <a:t>District Administration Manager</a:t>
            </a:r>
            <a:endParaRPr/>
          </a:p>
        </p:txBody>
      </p:sp>
      <p:sp>
        <p:nvSpPr>
          <p:cNvPr id="1330" name="Google Shape;1330;p19"/>
          <p:cNvSpPr txBox="1"/>
          <p:nvPr>
            <p:ph type="title"/>
          </p:nvPr>
        </p:nvSpPr>
        <p:spPr>
          <a:xfrm>
            <a:off x="418611"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sz="3600">
                <a:solidFill>
                  <a:schemeClr val="lt1"/>
                </a:solidFill>
              </a:rPr>
              <a:t>Useful Resources</a:t>
            </a:r>
            <a:endParaRPr>
              <a:solidFill>
                <a:schemeClr val="lt1"/>
              </a:solidFill>
            </a:endParaRPr>
          </a:p>
        </p:txBody>
      </p:sp>
      <p:pic>
        <p:nvPicPr>
          <p:cNvPr id="1331" name="Google Shape;1331;p19"/>
          <p:cNvPicPr preferRelativeResize="0"/>
          <p:nvPr/>
        </p:nvPicPr>
        <p:blipFill rotWithShape="1">
          <a:blip r:embed="rId4">
            <a:alphaModFix/>
          </a:blip>
          <a:srcRect b="0" l="0" r="0" t="0"/>
          <a:stretch/>
        </p:blipFill>
        <p:spPr>
          <a:xfrm>
            <a:off x="277704" y="4075150"/>
            <a:ext cx="1643442" cy="1444237"/>
          </a:xfrm>
          <a:prstGeom prst="rect">
            <a:avLst/>
          </a:prstGeom>
          <a:noFill/>
          <a:ln>
            <a:noFill/>
          </a:ln>
        </p:spPr>
      </p:pic>
      <p:sp>
        <p:nvSpPr>
          <p:cNvPr id="1332" name="Google Shape;1332;p19"/>
          <p:cNvSpPr txBox="1"/>
          <p:nvPr/>
        </p:nvSpPr>
        <p:spPr>
          <a:xfrm>
            <a:off x="277703" y="5519388"/>
            <a:ext cx="17235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Sec Role Extra</a:t>
            </a:r>
            <a:endParaRPr sz="1800">
              <a:solidFill>
                <a:schemeClr val="lt1"/>
              </a:solidFill>
              <a:latin typeface="Arial"/>
              <a:ea typeface="Arial"/>
              <a:cs typeface="Arial"/>
              <a:sym typeface="Arial"/>
            </a:endParaRPr>
          </a:p>
        </p:txBody>
      </p:sp>
      <p:pic>
        <p:nvPicPr>
          <p:cNvPr id="1333" name="Google Shape;1333;p19"/>
          <p:cNvPicPr preferRelativeResize="0"/>
          <p:nvPr/>
        </p:nvPicPr>
        <p:blipFill rotWithShape="1">
          <a:blip r:embed="rId5">
            <a:alphaModFix/>
          </a:blip>
          <a:srcRect b="0" l="0" r="0" t="0"/>
          <a:stretch/>
        </p:blipFill>
        <p:spPr>
          <a:xfrm>
            <a:off x="2155602" y="4075150"/>
            <a:ext cx="1654405" cy="1444237"/>
          </a:xfrm>
          <a:prstGeom prst="rect">
            <a:avLst/>
          </a:prstGeom>
          <a:noFill/>
          <a:ln>
            <a:noFill/>
          </a:ln>
        </p:spPr>
      </p:pic>
      <p:sp>
        <p:nvSpPr>
          <p:cNvPr id="1334" name="Google Shape;1334;p19"/>
          <p:cNvSpPr txBox="1"/>
          <p:nvPr/>
        </p:nvSpPr>
        <p:spPr>
          <a:xfrm>
            <a:off x="2155602" y="5470731"/>
            <a:ext cx="146706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Navigate </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Club Central</a:t>
            </a:r>
            <a:endParaRPr sz="1800">
              <a:solidFill>
                <a:schemeClr val="lt1"/>
              </a:solidFill>
              <a:latin typeface="Arial"/>
              <a:ea typeface="Arial"/>
              <a:cs typeface="Arial"/>
              <a:sym typeface="Arial"/>
            </a:endParaRPr>
          </a:p>
        </p:txBody>
      </p:sp>
      <p:pic>
        <p:nvPicPr>
          <p:cNvPr id="1335" name="Google Shape;1335;p19"/>
          <p:cNvPicPr preferRelativeResize="0"/>
          <p:nvPr/>
        </p:nvPicPr>
        <p:blipFill rotWithShape="1">
          <a:blip r:embed="rId6">
            <a:alphaModFix/>
          </a:blip>
          <a:srcRect b="0" l="0" r="0" t="0"/>
          <a:stretch/>
        </p:blipFill>
        <p:spPr>
          <a:xfrm>
            <a:off x="4016586" y="4075150"/>
            <a:ext cx="1654405" cy="1444237"/>
          </a:xfrm>
          <a:prstGeom prst="rect">
            <a:avLst/>
          </a:prstGeom>
          <a:noFill/>
          <a:ln>
            <a:noFill/>
          </a:ln>
        </p:spPr>
      </p:pic>
      <p:sp>
        <p:nvSpPr>
          <p:cNvPr id="1336" name="Google Shape;1336;p19"/>
          <p:cNvSpPr txBox="1"/>
          <p:nvPr/>
        </p:nvSpPr>
        <p:spPr>
          <a:xfrm>
            <a:off x="3898197" y="5519206"/>
            <a:ext cx="187743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Template for</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Meeting Minutes</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9"/>
                                        </p:tgtEl>
                                        <p:attrNameLst>
                                          <p:attrName>style.visibility</p:attrName>
                                        </p:attrNameLst>
                                      </p:cBhvr>
                                      <p:to>
                                        <p:strVal val="visible"/>
                                      </p:to>
                                    </p:set>
                                    <p:animEffect filter="fade" transition="in">
                                      <p:cBhvr>
                                        <p:cTn dur="500"/>
                                        <p:tgtEl>
                                          <p:spTgt spid="1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1" name="Shape 1341"/>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21"/>
          <p:cNvSpPr txBox="1"/>
          <p:nvPr/>
        </p:nvSpPr>
        <p:spPr>
          <a:xfrm>
            <a:off x="2424223" y="313200"/>
            <a:ext cx="953740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p:txBody>
      </p:sp>
      <p:sp>
        <p:nvSpPr>
          <p:cNvPr id="1348" name="Google Shape;1348;p21"/>
          <p:cNvSpPr txBox="1"/>
          <p:nvPr/>
        </p:nvSpPr>
        <p:spPr>
          <a:xfrm>
            <a:off x="193468" y="2717294"/>
            <a:ext cx="11796736" cy="3816429"/>
          </a:xfrm>
          <a:prstGeom prst="rect">
            <a:avLst/>
          </a:prstGeom>
          <a:noFill/>
          <a:ln>
            <a:noFill/>
          </a:ln>
        </p:spPr>
        <p:txBody>
          <a:bodyPr anchorCtr="0" anchor="t" bIns="45700" lIns="91425" spcFirstLastPara="1" rIns="91425" wrap="square" tIns="45700">
            <a:spAutoFit/>
          </a:bodyPr>
          <a:lstStyle/>
          <a:p>
            <a:pPr indent="-457200" lvl="0" marL="457200" marR="0" rtl="0" algn="l">
              <a:lnSpc>
                <a:spcPct val="115000"/>
              </a:lnSpc>
              <a:spcBef>
                <a:spcPts val="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What are the primary responsibilities of the Club Secretary in a Toastmasters club?</a:t>
            </a:r>
            <a:endParaRPr/>
          </a:p>
          <a:p>
            <a:pPr indent="-457200" lvl="0" marL="457200" marR="0" rtl="0" algn="l">
              <a:lnSpc>
                <a:spcPct val="115000"/>
              </a:lnSpc>
              <a:spcBef>
                <a:spcPts val="8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What type of records is the Club Secretary expected to maintain throughout the Toastmasters year?</a:t>
            </a:r>
            <a:endParaRPr/>
          </a:p>
          <a:p>
            <a:pPr indent="-457200" lvl="0" marL="457200" marR="0" rtl="0" algn="l">
              <a:lnSpc>
                <a:spcPct val="115000"/>
              </a:lnSpc>
              <a:spcBef>
                <a:spcPts val="8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Who does the Secretary typically collaborate with when preparing meeting minutes for Executive Committee meetings?</a:t>
            </a:r>
            <a:endParaRPr/>
          </a:p>
          <a:p>
            <a:pPr indent="-457200" lvl="0" marL="457200" marR="0" rtl="0" algn="l">
              <a:lnSpc>
                <a:spcPct val="115000"/>
              </a:lnSpc>
              <a:spcBef>
                <a:spcPts val="8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What steps should the Secretary take when there is a change in club officers during the year?</a:t>
            </a:r>
            <a:endParaRPr/>
          </a:p>
          <a:p>
            <a:pPr indent="-457200" lvl="0" marL="457200" marR="0" rtl="0" algn="l">
              <a:lnSpc>
                <a:spcPct val="115000"/>
              </a:lnSpc>
              <a:spcBef>
                <a:spcPts val="8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Where should the Club Secretary update the club’s officer list and membership information?</a:t>
            </a:r>
            <a:endParaRPr/>
          </a:p>
          <a:p>
            <a:pPr indent="-457200" lvl="0" marL="457200" marR="0" rtl="0" algn="l">
              <a:lnSpc>
                <a:spcPct val="115000"/>
              </a:lnSpc>
              <a:spcBef>
                <a:spcPts val="8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What is the purpose of maintaining accurate club business meeting minutes, and who should receive them?</a:t>
            </a:r>
            <a:endParaRPr/>
          </a:p>
          <a:p>
            <a:pPr indent="0" lvl="0" marL="0" marR="0" rtl="0" algn="l">
              <a:spcBef>
                <a:spcPts val="800"/>
              </a:spcBef>
              <a:spcAft>
                <a:spcPts val="0"/>
              </a:spcAft>
              <a:buNone/>
            </a:pPr>
            <a:r>
              <a:t/>
            </a:r>
            <a:endParaRPr sz="1800">
              <a:solidFill>
                <a:schemeClr val="dk1"/>
              </a:solidFill>
              <a:latin typeface="Arial"/>
              <a:ea typeface="Arial"/>
              <a:cs typeface="Arial"/>
              <a:sym typeface="Arial"/>
            </a:endParaRPr>
          </a:p>
        </p:txBody>
      </p:sp>
      <p:pic>
        <p:nvPicPr>
          <p:cNvPr descr="A white paper with black text and a check mark&#10;&#10;AI-generated content may be incorrect." id="1349" name="Google Shape;1349;p21"/>
          <p:cNvPicPr preferRelativeResize="0"/>
          <p:nvPr/>
        </p:nvPicPr>
        <p:blipFill rotWithShape="1">
          <a:blip r:embed="rId3">
            <a:alphaModFix/>
          </a:blip>
          <a:srcRect b="0" l="0" r="0" t="0"/>
          <a:stretch/>
        </p:blipFill>
        <p:spPr>
          <a:xfrm>
            <a:off x="1070453" y="71440"/>
            <a:ext cx="2129948" cy="231454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22"/>
          <p:cNvSpPr txBox="1"/>
          <p:nvPr/>
        </p:nvSpPr>
        <p:spPr>
          <a:xfrm>
            <a:off x="200025" y="2743200"/>
            <a:ext cx="11801476" cy="331680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15000"/>
              </a:lnSpc>
              <a:spcBef>
                <a:spcPts val="0"/>
              </a:spcBef>
              <a:spcAft>
                <a:spcPts val="0"/>
              </a:spcAft>
              <a:buClr>
                <a:schemeClr val="dk1"/>
              </a:buClr>
              <a:buSzPts val="2000"/>
              <a:buFont typeface="Arial"/>
              <a:buAutoNum type="arabicPeriod" startAt="7"/>
            </a:pPr>
            <a:r>
              <a:rPr lang="en-US" sz="2000">
                <a:solidFill>
                  <a:schemeClr val="dk1"/>
                </a:solidFill>
                <a:latin typeface="Arial"/>
                <a:ea typeface="Arial"/>
                <a:cs typeface="Arial"/>
                <a:sym typeface="Arial"/>
              </a:rPr>
              <a:t>What is the purpose of maintaining accurate Executive Committee meeting minutes, and who should receive them?</a:t>
            </a:r>
            <a:endParaRPr/>
          </a:p>
          <a:p>
            <a:pPr indent="-457200" lvl="0" marL="457200" marR="0" rtl="0" algn="l">
              <a:lnSpc>
                <a:spcPct val="115000"/>
              </a:lnSpc>
              <a:spcBef>
                <a:spcPts val="800"/>
              </a:spcBef>
              <a:spcAft>
                <a:spcPts val="0"/>
              </a:spcAft>
              <a:buClr>
                <a:schemeClr val="dk1"/>
              </a:buClr>
              <a:buSzPts val="2000"/>
              <a:buFont typeface="Arial"/>
              <a:buAutoNum type="arabicPeriod" startAt="7"/>
            </a:pPr>
            <a:r>
              <a:rPr lang="en-US" sz="2000">
                <a:solidFill>
                  <a:schemeClr val="dk1"/>
                </a:solidFill>
                <a:latin typeface="Arial"/>
                <a:ea typeface="Arial"/>
                <a:cs typeface="Arial"/>
                <a:sym typeface="Arial"/>
              </a:rPr>
              <a:t>How does the Club Secretary support the Club President and the Executive Committee in ensuring effective communication?</a:t>
            </a:r>
            <a:endParaRPr/>
          </a:p>
          <a:p>
            <a:pPr indent="-457200" lvl="0" marL="457200" marR="0" rtl="0" algn="l">
              <a:lnSpc>
                <a:spcPct val="115000"/>
              </a:lnSpc>
              <a:spcBef>
                <a:spcPts val="800"/>
              </a:spcBef>
              <a:spcAft>
                <a:spcPts val="0"/>
              </a:spcAft>
              <a:buClr>
                <a:schemeClr val="dk1"/>
              </a:buClr>
              <a:buSzPts val="2000"/>
              <a:buFont typeface="Arial"/>
              <a:buAutoNum type="arabicPeriod" startAt="7"/>
            </a:pPr>
            <a:r>
              <a:rPr lang="en-US" sz="2000">
                <a:solidFill>
                  <a:schemeClr val="dk1"/>
                </a:solidFill>
                <a:latin typeface="Arial"/>
                <a:ea typeface="Arial"/>
                <a:cs typeface="Arial"/>
                <a:sym typeface="Arial"/>
              </a:rPr>
              <a:t>Name at least three key documents the Club Secretary is responsible for storing or archiving.</a:t>
            </a:r>
            <a:endParaRPr/>
          </a:p>
          <a:p>
            <a:pPr indent="-457200" lvl="0" marL="457200" marR="0" rtl="0" algn="l">
              <a:lnSpc>
                <a:spcPct val="115000"/>
              </a:lnSpc>
              <a:spcBef>
                <a:spcPts val="800"/>
              </a:spcBef>
              <a:spcAft>
                <a:spcPts val="0"/>
              </a:spcAft>
              <a:buClr>
                <a:schemeClr val="dk1"/>
              </a:buClr>
              <a:buSzPts val="2000"/>
              <a:buFont typeface="Arial"/>
              <a:buAutoNum type="arabicPeriod" startAt="7"/>
            </a:pPr>
            <a:r>
              <a:rPr lang="en-US" sz="2000">
                <a:solidFill>
                  <a:schemeClr val="dk1"/>
                </a:solidFill>
                <a:latin typeface="Arial"/>
                <a:ea typeface="Arial"/>
                <a:cs typeface="Arial"/>
                <a:sym typeface="Arial"/>
              </a:rPr>
              <a:t>In what ways can the Club Secretary assist with the Distinguished Club Program (DCP) tracking?</a:t>
            </a:r>
            <a:endParaRPr/>
          </a:p>
          <a:p>
            <a:pPr indent="-457200" lvl="0" marL="457200" marR="0" rtl="0" algn="l">
              <a:lnSpc>
                <a:spcPct val="115000"/>
              </a:lnSpc>
              <a:spcBef>
                <a:spcPts val="800"/>
              </a:spcBef>
              <a:spcAft>
                <a:spcPts val="0"/>
              </a:spcAft>
              <a:buClr>
                <a:schemeClr val="dk1"/>
              </a:buClr>
              <a:buSzPts val="2000"/>
              <a:buFont typeface="Arial"/>
              <a:buAutoNum type="arabicPeriod" startAt="7"/>
            </a:pPr>
            <a:r>
              <a:rPr lang="en-US" sz="2000">
                <a:solidFill>
                  <a:schemeClr val="dk1"/>
                </a:solidFill>
                <a:latin typeface="Arial"/>
                <a:ea typeface="Arial"/>
                <a:cs typeface="Arial"/>
                <a:sym typeface="Arial"/>
              </a:rPr>
              <a:t>What tools or platforms provided by Toastmasters International are essential for the Club Secretary to be able to use?</a:t>
            </a:r>
            <a:endParaRPr/>
          </a:p>
        </p:txBody>
      </p:sp>
      <p:pic>
        <p:nvPicPr>
          <p:cNvPr descr="A white paper with black text and a check mark&#10;&#10;AI-generated content may be incorrect." id="1356" name="Google Shape;1356;p22"/>
          <p:cNvPicPr preferRelativeResize="0"/>
          <p:nvPr/>
        </p:nvPicPr>
        <p:blipFill rotWithShape="1">
          <a:blip r:embed="rId3">
            <a:alphaModFix/>
          </a:blip>
          <a:srcRect b="0" l="0" r="0" t="0"/>
          <a:stretch/>
        </p:blipFill>
        <p:spPr>
          <a:xfrm>
            <a:off x="1070453" y="71440"/>
            <a:ext cx="2129948" cy="23145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1" name="Shape 1361"/>
        <p:cNvGrpSpPr/>
        <p:nvPr/>
      </p:nvGrpSpPr>
      <p:grpSpPr>
        <a:xfrm>
          <a:off x="0" y="0"/>
          <a:ext cx="0" cy="0"/>
          <a:chOff x="0" y="0"/>
          <a:chExt cx="0" cy="0"/>
        </a:xfrm>
      </p:grpSpPr>
      <p:sp>
        <p:nvSpPr>
          <p:cNvPr id="1362" name="Google Shape;1362;p23"/>
          <p:cNvSpPr txBox="1"/>
          <p:nvPr>
            <p:ph type="title"/>
          </p:nvPr>
        </p:nvSpPr>
        <p:spPr>
          <a:xfrm>
            <a:off x="4114800" y="2723388"/>
            <a:ext cx="3962400" cy="141122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None/>
            </a:pPr>
            <a:r>
              <a:rPr lang="en-US" sz="4400">
                <a:solidFill>
                  <a:schemeClr val="lt1"/>
                </a:solidFill>
              </a:rPr>
              <a:t>Questions &amp; </a:t>
            </a:r>
            <a:br>
              <a:rPr lang="en-US" sz="4400">
                <a:solidFill>
                  <a:schemeClr val="lt1"/>
                </a:solidFill>
              </a:rPr>
            </a:br>
            <a:r>
              <a:rPr lang="en-US" sz="4400">
                <a:solidFill>
                  <a:schemeClr val="lt1"/>
                </a:solidFill>
              </a:rPr>
              <a:t>Answers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7" name="Shape 1367"/>
        <p:cNvGrpSpPr/>
        <p:nvPr/>
      </p:nvGrpSpPr>
      <p:grpSpPr>
        <a:xfrm>
          <a:off x="0" y="0"/>
          <a:ext cx="0" cy="0"/>
          <a:chOff x="0" y="0"/>
          <a:chExt cx="0" cy="0"/>
        </a:xfrm>
      </p:grpSpPr>
      <p:sp>
        <p:nvSpPr>
          <p:cNvPr id="1368" name="Google Shape;1368;p24"/>
          <p:cNvSpPr txBox="1"/>
          <p:nvPr>
            <p:ph type="title"/>
          </p:nvPr>
        </p:nvSpPr>
        <p:spPr>
          <a:xfrm>
            <a:off x="6980555" y="295773"/>
            <a:ext cx="4758300"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Next Steps</a:t>
            </a:r>
            <a:endParaRPr/>
          </a:p>
        </p:txBody>
      </p:sp>
      <p:sp>
        <p:nvSpPr>
          <p:cNvPr id="1369" name="Google Shape;1369;p24"/>
          <p:cNvSpPr txBox="1"/>
          <p:nvPr>
            <p:ph idx="1" type="body"/>
          </p:nvPr>
        </p:nvSpPr>
        <p:spPr>
          <a:xfrm>
            <a:off x="6745357" y="2358887"/>
            <a:ext cx="4993498" cy="3390064"/>
          </a:xfrm>
          <a:prstGeom prst="rect">
            <a:avLst/>
          </a:prstGeom>
          <a:solidFill>
            <a:srgbClr val="000000">
              <a:alpha val="60000"/>
            </a:srgbClr>
          </a:solid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400"/>
              <a:buFont typeface="Noto Sans Symbols"/>
              <a:buChar char="▪"/>
            </a:pPr>
            <a:r>
              <a:rPr lang="en-US" sz="2400">
                <a:latin typeface="Arial"/>
                <a:ea typeface="Arial"/>
                <a:cs typeface="Arial"/>
                <a:sym typeface="Arial"/>
              </a:rPr>
              <a:t>Develop a Club Calendar</a:t>
            </a:r>
            <a:endParaRPr/>
          </a:p>
          <a:p>
            <a:pPr indent="-228600" lvl="0" marL="228600" rtl="0" algn="l">
              <a:lnSpc>
                <a:spcPct val="90000"/>
              </a:lnSpc>
              <a:spcBef>
                <a:spcPts val="1000"/>
              </a:spcBef>
              <a:spcAft>
                <a:spcPts val="0"/>
              </a:spcAft>
              <a:buClr>
                <a:schemeClr val="lt1"/>
              </a:buClr>
              <a:buSzPts val="2400"/>
              <a:buFont typeface="Noto Sans Symbols"/>
              <a:buChar char="▪"/>
            </a:pPr>
            <a:r>
              <a:rPr lang="en-US" sz="2400">
                <a:latin typeface="Arial"/>
                <a:ea typeface="Arial"/>
                <a:cs typeface="Arial"/>
                <a:sym typeface="Arial"/>
              </a:rPr>
              <a:t>Coordinate Executive Committee meetings for the year</a:t>
            </a:r>
            <a:endParaRPr/>
          </a:p>
          <a:p>
            <a:pPr indent="-228600" lvl="0" marL="228600" rtl="0" algn="l">
              <a:lnSpc>
                <a:spcPct val="90000"/>
              </a:lnSpc>
              <a:spcBef>
                <a:spcPts val="1000"/>
              </a:spcBef>
              <a:spcAft>
                <a:spcPts val="0"/>
              </a:spcAft>
              <a:buClr>
                <a:schemeClr val="lt1"/>
              </a:buClr>
              <a:buSzPts val="2400"/>
              <a:buFont typeface="Noto Sans Symbols"/>
              <a:buChar char="▪"/>
            </a:pPr>
            <a:r>
              <a:rPr lang="en-US" sz="2400"/>
              <a:t>Submit the completed Club Success Plan by 30</a:t>
            </a:r>
            <a:r>
              <a:rPr baseline="30000" lang="en-US" sz="2400"/>
              <a:t>th</a:t>
            </a:r>
            <a:r>
              <a:rPr lang="en-US" sz="2400"/>
              <a:t> September</a:t>
            </a:r>
            <a:endParaRPr/>
          </a:p>
          <a:p>
            <a:pPr indent="-228600" lvl="0" marL="228600" rtl="0" algn="l">
              <a:lnSpc>
                <a:spcPct val="90000"/>
              </a:lnSpc>
              <a:spcBef>
                <a:spcPts val="1000"/>
              </a:spcBef>
              <a:spcAft>
                <a:spcPts val="0"/>
              </a:spcAft>
              <a:buClr>
                <a:schemeClr val="lt1"/>
              </a:buClr>
              <a:buSzPts val="2400"/>
              <a:buFont typeface="Noto Sans Symbols"/>
              <a:buChar char="▪"/>
            </a:pPr>
            <a:r>
              <a:rPr lang="en-US" sz="2400"/>
              <a:t>Update passwords</a:t>
            </a:r>
            <a:endParaRPr/>
          </a:p>
          <a:p>
            <a:pPr indent="-228600" lvl="0" marL="228600" rtl="0" algn="l">
              <a:lnSpc>
                <a:spcPct val="90000"/>
              </a:lnSpc>
              <a:spcBef>
                <a:spcPts val="1000"/>
              </a:spcBef>
              <a:spcAft>
                <a:spcPts val="0"/>
              </a:spcAft>
              <a:buClr>
                <a:schemeClr val="lt1"/>
              </a:buClr>
              <a:buSzPts val="2400"/>
              <a:buFont typeface="Noto Sans Symbols"/>
              <a:buChar char="▪"/>
            </a:pPr>
            <a:r>
              <a:rPr lang="en-US" sz="2400">
                <a:latin typeface="Arial"/>
                <a:ea typeface="Arial"/>
                <a:cs typeface="Arial"/>
                <a:sym typeface="Arial"/>
              </a:rPr>
              <a:t>Review, update, and maintain club records and files, as needed</a:t>
            </a:r>
            <a:endParaRPr/>
          </a:p>
          <a:p>
            <a:pPr indent="-50800" lvl="0" marL="228600" rtl="0" algn="l">
              <a:lnSpc>
                <a:spcPct val="90000"/>
              </a:lnSpc>
              <a:spcBef>
                <a:spcPts val="1000"/>
              </a:spcBef>
              <a:spcAft>
                <a:spcPts val="0"/>
              </a:spcAft>
              <a:buClr>
                <a:schemeClr val="lt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xEl>
                                              <p:pRg end="0" st="0"/>
                                            </p:txEl>
                                          </p:spTgt>
                                        </p:tgtEl>
                                        <p:attrNameLst>
                                          <p:attrName>style.visibility</p:attrName>
                                        </p:attrNameLst>
                                      </p:cBhvr>
                                      <p:to>
                                        <p:strVal val="visible"/>
                                      </p:to>
                                    </p:set>
                                    <p:animEffect filter="fade" transition="in">
                                      <p:cBhvr>
                                        <p:cTn dur="500"/>
                                        <p:tgtEl>
                                          <p:spTgt spid="13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xEl>
                                              <p:pRg end="1" st="1"/>
                                            </p:txEl>
                                          </p:spTgt>
                                        </p:tgtEl>
                                        <p:attrNameLst>
                                          <p:attrName>style.visibility</p:attrName>
                                        </p:attrNameLst>
                                      </p:cBhvr>
                                      <p:to>
                                        <p:strVal val="visible"/>
                                      </p:to>
                                    </p:set>
                                    <p:animEffect filter="fade" transition="in">
                                      <p:cBhvr>
                                        <p:cTn dur="500"/>
                                        <p:tgtEl>
                                          <p:spTgt spid="13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xEl>
                                              <p:pRg end="2" st="2"/>
                                            </p:txEl>
                                          </p:spTgt>
                                        </p:tgtEl>
                                        <p:attrNameLst>
                                          <p:attrName>style.visibility</p:attrName>
                                        </p:attrNameLst>
                                      </p:cBhvr>
                                      <p:to>
                                        <p:strVal val="visible"/>
                                      </p:to>
                                    </p:set>
                                    <p:animEffect filter="fade" transition="in">
                                      <p:cBhvr>
                                        <p:cTn dur="500"/>
                                        <p:tgtEl>
                                          <p:spTgt spid="13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xEl>
                                              <p:pRg end="3" st="3"/>
                                            </p:txEl>
                                          </p:spTgt>
                                        </p:tgtEl>
                                        <p:attrNameLst>
                                          <p:attrName>style.visibility</p:attrName>
                                        </p:attrNameLst>
                                      </p:cBhvr>
                                      <p:to>
                                        <p:strVal val="visible"/>
                                      </p:to>
                                    </p:set>
                                    <p:animEffect filter="fade" transition="in">
                                      <p:cBhvr>
                                        <p:cTn dur="500"/>
                                        <p:tgtEl>
                                          <p:spTgt spid="13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xEl>
                                              <p:pRg end="4" st="4"/>
                                            </p:txEl>
                                          </p:spTgt>
                                        </p:tgtEl>
                                        <p:attrNameLst>
                                          <p:attrName>style.visibility</p:attrName>
                                        </p:attrNameLst>
                                      </p:cBhvr>
                                      <p:to>
                                        <p:strVal val="visible"/>
                                      </p:to>
                                    </p:set>
                                    <p:animEffect filter="fade" transition="in">
                                      <p:cBhvr>
                                        <p:cTn dur="500"/>
                                        <p:tgtEl>
                                          <p:spTgt spid="13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xEl>
                                              <p:pRg end="5" st="5"/>
                                            </p:txEl>
                                          </p:spTgt>
                                        </p:tgtEl>
                                        <p:attrNameLst>
                                          <p:attrName>style.visibility</p:attrName>
                                        </p:attrNameLst>
                                      </p:cBhvr>
                                      <p:to>
                                        <p:strVal val="visible"/>
                                      </p:to>
                                    </p:set>
                                    <p:animEffect filter="fade" transition="in">
                                      <p:cBhvr>
                                        <p:cTn dur="500"/>
                                        <p:tgtEl>
                                          <p:spTgt spid="136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25"/>
          <p:cNvSpPr txBox="1"/>
          <p:nvPr/>
        </p:nvSpPr>
        <p:spPr>
          <a:xfrm>
            <a:off x="1471612" y="3218306"/>
            <a:ext cx="9329737"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600">
                <a:solidFill>
                  <a:schemeClr val="lt1"/>
                </a:solidFill>
                <a:latin typeface="Arial"/>
                <a:ea typeface="Arial"/>
                <a:cs typeface="Arial"/>
                <a:sym typeface="Arial"/>
              </a:rPr>
              <a:t>Build Momentum in Your Club—Act Now!</a:t>
            </a:r>
            <a:endParaRPr/>
          </a:p>
          <a:p>
            <a:pPr indent="0" lvl="0" marL="0" marR="0" rtl="0" algn="ctr">
              <a:spcBef>
                <a:spcPts val="0"/>
              </a:spcBef>
              <a:spcAft>
                <a:spcPts val="0"/>
              </a:spcAft>
              <a:buNone/>
            </a:pPr>
            <a:r>
              <a:t/>
            </a:r>
            <a:endParaRPr b="1" sz="3600">
              <a:solidFill>
                <a:schemeClr val="lt1"/>
              </a:solidFill>
              <a:latin typeface="Arial"/>
              <a:ea typeface="Arial"/>
              <a:cs typeface="Arial"/>
              <a:sym typeface="Arial"/>
            </a:endParaRPr>
          </a:p>
          <a:p>
            <a:pPr indent="0" lvl="0" marL="0" marR="0" rtl="0" algn="ctr">
              <a:spcBef>
                <a:spcPts val="0"/>
              </a:spcBef>
              <a:spcAft>
                <a:spcPts val="0"/>
              </a:spcAft>
              <a:buNone/>
            </a:pPr>
            <a:r>
              <a:rPr b="1" lang="en-US" sz="3600">
                <a:solidFill>
                  <a:schemeClr val="lt1"/>
                </a:solidFill>
                <a:latin typeface="Arial"/>
                <a:ea typeface="Arial"/>
                <a:cs typeface="Arial"/>
                <a:sym typeface="Arial"/>
              </a:rPr>
              <a:t>Thank you for serving as a club officer!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Toastmasters Theme Dark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4_Toastmasters Theme Dark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oastmasters Theme Dark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_Toastmasters Theme Light Mode">
  <a:themeElements>
    <a:clrScheme name="Toastmasters Theme Light Mode">
      <a:dk1>
        <a:srgbClr val="333333"/>
      </a:dk1>
      <a:lt1>
        <a:srgbClr val="F5F5F5"/>
      </a:lt1>
      <a:dk2>
        <a:srgbClr val="A7A7A7"/>
      </a:dk2>
      <a:lt2>
        <a:srgbClr val="535353"/>
      </a:lt2>
      <a:accent1>
        <a:srgbClr val="B3C3D3"/>
      </a:accent1>
      <a:accent2>
        <a:srgbClr val="7B98B2"/>
      </a:accent2>
      <a:accent3>
        <a:srgbClr val="497593"/>
      </a:accent3>
      <a:accent4>
        <a:srgbClr val="0B5879"/>
      </a:accent4>
      <a:accent5>
        <a:srgbClr val="004061"/>
      </a:accent5>
      <a:accent6>
        <a:srgbClr val="00416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2025-04-18T19:37:47Z</dcterms:created>
  <dc:creator>Elizabeth Jordan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0x010100CB954E34E4EDFD49BC6F6961AA98779E</vt:lpwstr>
  </property>
</Properties>
</file>