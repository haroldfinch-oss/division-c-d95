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Open Sans SemiBold"/>
      <p:regular r:id="rId16"/>
      <p:bold r:id="rId17"/>
      <p:italic r:id="rId18"/>
      <p:boldItalic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ip+ZP8IR5izNBUPTSrEXo9pvnX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0DDF6D5-D5F9-4644-8ED8-E6104D2A0110}">
  <a:tblStyle styleId="{40DDF6D5-D5F9-4644-8ED8-E6104D2A011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8F4F3"/>
          </a:solidFill>
        </a:fill>
      </a:tcStyle>
    </a:wholeTbl>
    <a:band1H>
      <a:tcTxStyle/>
      <a:tcStyle>
        <a:fill>
          <a:solidFill>
            <a:srgbClr val="F1E8E7"/>
          </a:solidFill>
        </a:fill>
      </a:tcStyle>
    </a:band1H>
    <a:band2H>
      <a:tcTxStyle/>
    </a:band2H>
    <a:band1V>
      <a:tcTxStyle/>
      <a:tcStyle>
        <a:fill>
          <a:solidFill>
            <a:srgbClr val="F1E8E7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6.xml"/><Relationship Id="rId22" Type="http://schemas.openxmlformats.org/officeDocument/2006/relationships/font" Target="fonts/OpenSans-italic.fntdata"/><Relationship Id="rId10" Type="http://schemas.openxmlformats.org/officeDocument/2006/relationships/slide" Target="slides/slide5.xml"/><Relationship Id="rId21" Type="http://schemas.openxmlformats.org/officeDocument/2006/relationships/font" Target="fonts/OpenSans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penSansSemiBold-bold.fntdata"/><Relationship Id="rId16" Type="http://schemas.openxmlformats.org/officeDocument/2006/relationships/font" Target="fonts/OpenSansSemiBol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SemiBold-boldItalic.fntdata"/><Relationship Id="rId6" Type="http://schemas.openxmlformats.org/officeDocument/2006/relationships/slide" Target="slides/slide1.xml"/><Relationship Id="rId18" Type="http://schemas.openxmlformats.org/officeDocument/2006/relationships/font" Target="fonts/OpenSans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409ad549f9a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409ad549f9a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 showMasterSp="0">
  <p:cSld name="Titelfoli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 txBox="1"/>
          <p:nvPr>
            <p:ph type="ctrTitle"/>
          </p:nvPr>
        </p:nvSpPr>
        <p:spPr>
          <a:xfrm>
            <a:off x="1524000" y="32004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" type="subTitle"/>
          </p:nvPr>
        </p:nvSpPr>
        <p:spPr>
          <a:xfrm>
            <a:off x="1524000" y="419557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cxnSp>
        <p:nvCxnSpPr>
          <p:cNvPr id="19" name="Google Shape;19;p11"/>
          <p:cNvCxnSpPr/>
          <p:nvPr/>
        </p:nvCxnSpPr>
        <p:spPr>
          <a:xfrm>
            <a:off x="1422400" y="2743200"/>
            <a:ext cx="93472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descr="Toastmasters International" id="20" name="Google Shape;2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04715" y="1830810"/>
            <a:ext cx="2782570" cy="430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277933" y="1520042"/>
            <a:ext cx="11647367" cy="4358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r Titel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>
  <p:cSld name="Titel und Inhal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277933" y="1520042"/>
            <a:ext cx="11647367" cy="4358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" type="body"/>
          </p:nvPr>
        </p:nvSpPr>
        <p:spPr>
          <a:xfrm>
            <a:off x="277934" y="1361863"/>
            <a:ext cx="564184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15"/>
          <p:cNvSpPr txBox="1"/>
          <p:nvPr>
            <p:ph idx="2" type="body"/>
          </p:nvPr>
        </p:nvSpPr>
        <p:spPr>
          <a:xfrm>
            <a:off x="277934" y="2185775"/>
            <a:ext cx="5641848" cy="36816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3" type="body"/>
          </p:nvPr>
        </p:nvSpPr>
        <p:spPr>
          <a:xfrm>
            <a:off x="6283452" y="1361863"/>
            <a:ext cx="564184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15"/>
          <p:cNvSpPr txBox="1"/>
          <p:nvPr>
            <p:ph idx="4" type="body"/>
          </p:nvPr>
        </p:nvSpPr>
        <p:spPr>
          <a:xfrm>
            <a:off x="6283452" y="2185775"/>
            <a:ext cx="5641848" cy="36816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acer Slide" showMasterSp="0" type="title">
  <p:cSld name="TITL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6"/>
          <p:cNvSpPr txBox="1"/>
          <p:nvPr>
            <p:ph type="ctrTitle"/>
          </p:nvPr>
        </p:nvSpPr>
        <p:spPr>
          <a:xfrm>
            <a:off x="1524000" y="2359916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" type="subTitle"/>
          </p:nvPr>
        </p:nvSpPr>
        <p:spPr>
          <a:xfrm>
            <a:off x="1524000" y="3358503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2" name="Google Shape;42;p16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16"/>
          <p:cNvSpPr/>
          <p:nvPr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rgbClr val="7724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4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559" y="6316627"/>
            <a:ext cx="1773873" cy="404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ntent">
  <p:cSld name="Title and Two Conte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" type="body"/>
          </p:nvPr>
        </p:nvSpPr>
        <p:spPr>
          <a:xfrm>
            <a:off x="277934" y="1535081"/>
            <a:ext cx="5641848" cy="433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2" type="body"/>
          </p:nvPr>
        </p:nvSpPr>
        <p:spPr>
          <a:xfrm>
            <a:off x="6275268" y="1535081"/>
            <a:ext cx="5638800" cy="433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ntent">
  <p:cSld name="Title and Three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18"/>
          <p:cNvSpPr/>
          <p:nvPr>
            <p:ph idx="1" type="body"/>
          </p:nvPr>
        </p:nvSpPr>
        <p:spPr>
          <a:xfrm>
            <a:off x="8382000" y="2005584"/>
            <a:ext cx="3200400" cy="3140075"/>
          </a:xfrm>
          <a:prstGeom prst="roundRect">
            <a:avLst>
              <a:gd fmla="val 942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tl" dir="5400000" dist="12700">
              <a:srgbClr val="000000">
                <a:alpha val="34902"/>
              </a:srgbClr>
            </a:outerShdw>
          </a:effectLst>
        </p:spPr>
        <p:txBody>
          <a:bodyPr anchorCtr="0" anchor="t" bIns="365750" lIns="365750" spcFirstLastPara="1" rIns="365750" wrap="square" tIns="82295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8"/>
          <p:cNvSpPr/>
          <p:nvPr>
            <p:ph idx="2" type="body"/>
          </p:nvPr>
        </p:nvSpPr>
        <p:spPr>
          <a:xfrm>
            <a:off x="4495800" y="2011680"/>
            <a:ext cx="3200400" cy="3140075"/>
          </a:xfrm>
          <a:prstGeom prst="roundRect">
            <a:avLst>
              <a:gd fmla="val 942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tl" dir="5400000" dist="12700">
              <a:srgbClr val="000000">
                <a:alpha val="34902"/>
              </a:srgbClr>
            </a:outerShdw>
          </a:effectLst>
        </p:spPr>
        <p:txBody>
          <a:bodyPr anchorCtr="0" anchor="t" bIns="365750" lIns="365750" spcFirstLastPara="1" rIns="365750" wrap="square" tIns="82295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8"/>
          <p:cNvSpPr/>
          <p:nvPr>
            <p:ph idx="3" type="body"/>
          </p:nvPr>
        </p:nvSpPr>
        <p:spPr>
          <a:xfrm>
            <a:off x="609600" y="1981200"/>
            <a:ext cx="3200400" cy="3140075"/>
          </a:xfrm>
          <a:prstGeom prst="roundRect">
            <a:avLst>
              <a:gd fmla="val 942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tl" dir="5400000" dist="12700">
              <a:srgbClr val="000000">
                <a:alpha val="34902"/>
              </a:srgbClr>
            </a:outerShdw>
          </a:effectLst>
        </p:spPr>
        <p:txBody>
          <a:bodyPr anchorCtr="0" anchor="t" bIns="365750" lIns="365750" spcFirstLastPara="1" rIns="365750" wrap="square" tIns="82295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4" type="body"/>
          </p:nvPr>
        </p:nvSpPr>
        <p:spPr>
          <a:xfrm>
            <a:off x="838200" y="236220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5" type="body"/>
          </p:nvPr>
        </p:nvSpPr>
        <p:spPr>
          <a:xfrm>
            <a:off x="8610600" y="236220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6" type="body"/>
          </p:nvPr>
        </p:nvSpPr>
        <p:spPr>
          <a:xfrm>
            <a:off x="4724400" y="236220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Text" showMasterSp="0">
  <p:cSld name="Image and 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9"/>
          <p:cNvSpPr/>
          <p:nvPr/>
        </p:nvSpPr>
        <p:spPr>
          <a:xfrm>
            <a:off x="-12192" y="6212926"/>
            <a:ext cx="12216384" cy="645074"/>
          </a:xfrm>
          <a:prstGeom prst="rect">
            <a:avLst/>
          </a:prstGeom>
          <a:solidFill>
            <a:srgbClr val="7724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559" y="6316627"/>
            <a:ext cx="1773873" cy="404848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9"/>
          <p:cNvSpPr/>
          <p:nvPr/>
        </p:nvSpPr>
        <p:spPr>
          <a:xfrm>
            <a:off x="3815398" y="1066800"/>
            <a:ext cx="6509702" cy="4273994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9"/>
          <p:cNvSpPr/>
          <p:nvPr/>
        </p:nvSpPr>
        <p:spPr>
          <a:xfrm>
            <a:off x="1866900" y="1600200"/>
            <a:ext cx="3111498" cy="315934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9"/>
          <p:cNvSpPr/>
          <p:nvPr>
            <p:ph idx="2" type="pic"/>
          </p:nvPr>
        </p:nvSpPr>
        <p:spPr>
          <a:xfrm>
            <a:off x="1866900" y="1600200"/>
            <a:ext cx="3111500" cy="3159346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9"/>
          <p:cNvSpPr txBox="1"/>
          <p:nvPr>
            <p:ph idx="1" type="body"/>
          </p:nvPr>
        </p:nvSpPr>
        <p:spPr>
          <a:xfrm>
            <a:off x="4978400" y="2839928"/>
            <a:ext cx="534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i="0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A7A7A"/>
              </a:buClr>
              <a:buSzPts val="2400"/>
              <a:buNone/>
              <a:defRPr b="0" i="0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A7A7A"/>
              </a:buClr>
              <a:buSzPts val="2000"/>
              <a:buNone/>
              <a:defRPr b="1" i="0">
                <a:solidFill>
                  <a:srgbClr val="7A7A7A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A7A7A"/>
              </a:buClr>
              <a:buSzPts val="1800"/>
              <a:buNone/>
              <a:defRPr b="1" i="0">
                <a:solidFill>
                  <a:srgbClr val="7A7A7A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A7A7A"/>
              </a:buClr>
              <a:buSzPts val="1800"/>
              <a:buNone/>
              <a:defRPr b="1" i="0">
                <a:solidFill>
                  <a:srgbClr val="7A7A7A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3" type="body"/>
          </p:nvPr>
        </p:nvSpPr>
        <p:spPr>
          <a:xfrm>
            <a:off x="4978400" y="3352800"/>
            <a:ext cx="5346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A7A7A"/>
              </a:buClr>
              <a:buSzPts val="2400"/>
              <a:buNone/>
              <a:defRPr b="0" i="0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A7A7A"/>
              </a:buClr>
              <a:buSzPts val="2000"/>
              <a:buNone/>
              <a:defRPr b="1" i="0">
                <a:solidFill>
                  <a:srgbClr val="7A7A7A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A7A7A"/>
              </a:buClr>
              <a:buSzPts val="1800"/>
              <a:buNone/>
              <a:defRPr b="1" i="0">
                <a:solidFill>
                  <a:srgbClr val="7A7A7A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A7A7A"/>
              </a:buClr>
              <a:buSzPts val="1800"/>
              <a:buNone/>
              <a:defRPr b="1" i="0">
                <a:solidFill>
                  <a:srgbClr val="7A7A7A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Title and 3 Image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/>
          <p:nvPr>
            <p:ph idx="2" type="pic"/>
          </p:nvPr>
        </p:nvSpPr>
        <p:spPr>
          <a:xfrm>
            <a:off x="4928245" y="1953118"/>
            <a:ext cx="2335511" cy="2071068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0"/>
          <p:cNvSpPr/>
          <p:nvPr>
            <p:ph idx="1" type="body"/>
          </p:nvPr>
        </p:nvSpPr>
        <p:spPr>
          <a:xfrm>
            <a:off x="4922310" y="4024190"/>
            <a:ext cx="2347380" cy="1365954"/>
          </a:xfrm>
          <a:prstGeom prst="roundRect">
            <a:avLst>
              <a:gd fmla="val 942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tl" dir="5400000" dist="12700">
              <a:srgbClr val="000000">
                <a:alpha val="34902"/>
              </a:srgbClr>
            </a:outerShdw>
          </a:effectLst>
        </p:spPr>
        <p:txBody>
          <a:bodyPr anchorCtr="0" anchor="t" bIns="365750" lIns="91425" spcFirstLastPara="1" rIns="91425" wrap="square" tIns="9144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3" type="body"/>
          </p:nvPr>
        </p:nvSpPr>
        <p:spPr>
          <a:xfrm>
            <a:off x="5088879" y="4244697"/>
            <a:ext cx="2014242" cy="531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0"/>
          <p:cNvSpPr/>
          <p:nvPr>
            <p:ph idx="4" type="pic"/>
          </p:nvPr>
        </p:nvSpPr>
        <p:spPr>
          <a:xfrm>
            <a:off x="1490460" y="1953118"/>
            <a:ext cx="2335511" cy="2071068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0"/>
          <p:cNvSpPr/>
          <p:nvPr>
            <p:ph idx="5" type="body"/>
          </p:nvPr>
        </p:nvSpPr>
        <p:spPr>
          <a:xfrm>
            <a:off x="1484525" y="4024190"/>
            <a:ext cx="2347380" cy="1365954"/>
          </a:xfrm>
          <a:prstGeom prst="roundRect">
            <a:avLst>
              <a:gd fmla="val 942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tl" dir="5400000" dist="12700">
              <a:srgbClr val="000000">
                <a:alpha val="34902"/>
              </a:srgbClr>
            </a:outerShdw>
          </a:effectLst>
        </p:spPr>
        <p:txBody>
          <a:bodyPr anchorCtr="0" anchor="t" bIns="365750" lIns="91425" spcFirstLastPara="1" rIns="91425" wrap="square" tIns="9144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6" type="body"/>
          </p:nvPr>
        </p:nvSpPr>
        <p:spPr>
          <a:xfrm>
            <a:off x="1651094" y="4244697"/>
            <a:ext cx="2014242" cy="531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0"/>
          <p:cNvSpPr/>
          <p:nvPr>
            <p:ph idx="7" type="pic"/>
          </p:nvPr>
        </p:nvSpPr>
        <p:spPr>
          <a:xfrm>
            <a:off x="8360095" y="1953118"/>
            <a:ext cx="2335511" cy="2071068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20"/>
          <p:cNvSpPr/>
          <p:nvPr>
            <p:ph idx="8" type="body"/>
          </p:nvPr>
        </p:nvSpPr>
        <p:spPr>
          <a:xfrm>
            <a:off x="8354160" y="4024190"/>
            <a:ext cx="2347380" cy="1365954"/>
          </a:xfrm>
          <a:prstGeom prst="roundRect">
            <a:avLst>
              <a:gd fmla="val 942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tl" dir="5400000" dist="12700">
              <a:srgbClr val="000000">
                <a:alpha val="34902"/>
              </a:srgbClr>
            </a:outerShdw>
          </a:effectLst>
        </p:spPr>
        <p:txBody>
          <a:bodyPr anchorCtr="0" anchor="t" bIns="365750" lIns="91425" spcFirstLastPara="1" rIns="91425" wrap="square" tIns="9144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9" type="body"/>
          </p:nvPr>
        </p:nvSpPr>
        <p:spPr>
          <a:xfrm>
            <a:off x="8520729" y="4244697"/>
            <a:ext cx="2014242" cy="531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_Content Right">
  <p:cSld name="Title and Text Left_Content Righ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277934" y="295773"/>
            <a:ext cx="549827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>
            <a:off x="277934" y="1535080"/>
            <a:ext cx="5498276" cy="433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21"/>
          <p:cNvSpPr/>
          <p:nvPr>
            <p:ph idx="2" type="pic"/>
          </p:nvPr>
        </p:nvSpPr>
        <p:spPr>
          <a:xfrm>
            <a:off x="6096000" y="0"/>
            <a:ext cx="6099048" cy="621792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_Content Right_2">
  <p:cSld name="Title and Text Left_Content Right_2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/>
          <p:nvPr/>
        </p:nvSpPr>
        <p:spPr>
          <a:xfrm>
            <a:off x="6096000" y="0"/>
            <a:ext cx="6096000" cy="62087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2"/>
          <p:cNvSpPr txBox="1"/>
          <p:nvPr>
            <p:ph type="title"/>
          </p:nvPr>
        </p:nvSpPr>
        <p:spPr>
          <a:xfrm>
            <a:off x="277934" y="295773"/>
            <a:ext cx="549827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" type="body"/>
          </p:nvPr>
        </p:nvSpPr>
        <p:spPr>
          <a:xfrm>
            <a:off x="277934" y="1535080"/>
            <a:ext cx="5498276" cy="433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22"/>
          <p:cNvSpPr/>
          <p:nvPr>
            <p:ph idx="2" type="pic"/>
          </p:nvPr>
        </p:nvSpPr>
        <p:spPr>
          <a:xfrm>
            <a:off x="6096000" y="0"/>
            <a:ext cx="6099048" cy="621792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_Text Right">
  <p:cSld name="Title and Text Left_Text Righ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/>
          <p:nvPr/>
        </p:nvSpPr>
        <p:spPr>
          <a:xfrm>
            <a:off x="6096000" y="0"/>
            <a:ext cx="6096000" cy="62087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3"/>
          <p:cNvSpPr txBox="1"/>
          <p:nvPr>
            <p:ph type="title"/>
          </p:nvPr>
        </p:nvSpPr>
        <p:spPr>
          <a:xfrm>
            <a:off x="277934" y="295773"/>
            <a:ext cx="5495544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" type="body"/>
          </p:nvPr>
        </p:nvSpPr>
        <p:spPr>
          <a:xfrm>
            <a:off x="277934" y="1535080"/>
            <a:ext cx="5498276" cy="433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5" name="Google Shape;95;p23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23"/>
          <p:cNvSpPr txBox="1"/>
          <p:nvPr>
            <p:ph idx="2" type="body"/>
          </p:nvPr>
        </p:nvSpPr>
        <p:spPr>
          <a:xfrm>
            <a:off x="6429756" y="419100"/>
            <a:ext cx="5495544" cy="54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 Multiple_Content Right" showMasterSp="0">
  <p:cSld name="Title and Text Left Multiple_Content Righ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type="title"/>
          </p:nvPr>
        </p:nvSpPr>
        <p:spPr>
          <a:xfrm>
            <a:off x="277934" y="295773"/>
            <a:ext cx="549827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" type="body"/>
          </p:nvPr>
        </p:nvSpPr>
        <p:spPr>
          <a:xfrm>
            <a:off x="277934" y="2019065"/>
            <a:ext cx="5498276" cy="3848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24"/>
          <p:cNvSpPr/>
          <p:nvPr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rgbClr val="7724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559" y="6316627"/>
            <a:ext cx="1773873" cy="4048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24"/>
          <p:cNvCxnSpPr/>
          <p:nvPr/>
        </p:nvCxnSpPr>
        <p:spPr>
          <a:xfrm>
            <a:off x="406400" y="1476768"/>
            <a:ext cx="711200" cy="0"/>
          </a:xfrm>
          <a:prstGeom prst="straightConnector1">
            <a:avLst/>
          </a:prstGeom>
          <a:noFill/>
          <a:ln cap="flat" cmpd="sng" w="28575">
            <a:solidFill>
              <a:srgbClr val="8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3" name="Google Shape;103;p24"/>
          <p:cNvSpPr/>
          <p:nvPr>
            <p:ph idx="2" type="pic"/>
          </p:nvPr>
        </p:nvSpPr>
        <p:spPr>
          <a:xfrm>
            <a:off x="6096000" y="0"/>
            <a:ext cx="6099048" cy="621792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24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 Multiple_Content Right_2" showMasterSp="0">
  <p:cSld name="Title and Text Left Multiple_Content Right_2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/>
          <p:nvPr/>
        </p:nvSpPr>
        <p:spPr>
          <a:xfrm>
            <a:off x="6096000" y="0"/>
            <a:ext cx="6096000" cy="62087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5"/>
          <p:cNvSpPr txBox="1"/>
          <p:nvPr>
            <p:ph type="title"/>
          </p:nvPr>
        </p:nvSpPr>
        <p:spPr>
          <a:xfrm>
            <a:off x="277934" y="295773"/>
            <a:ext cx="549827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1" type="body"/>
          </p:nvPr>
        </p:nvSpPr>
        <p:spPr>
          <a:xfrm>
            <a:off x="277934" y="2019065"/>
            <a:ext cx="5498276" cy="3848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9" name="Google Shape;109;p25"/>
          <p:cNvSpPr/>
          <p:nvPr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rgbClr val="7724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559" y="6316627"/>
            <a:ext cx="1773873" cy="4048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25"/>
          <p:cNvCxnSpPr/>
          <p:nvPr/>
        </p:nvCxnSpPr>
        <p:spPr>
          <a:xfrm>
            <a:off x="406400" y="1476768"/>
            <a:ext cx="711200" cy="0"/>
          </a:xfrm>
          <a:prstGeom prst="straightConnector1">
            <a:avLst/>
          </a:prstGeom>
          <a:noFill/>
          <a:ln cap="flat" cmpd="sng" w="28575">
            <a:solidFill>
              <a:srgbClr val="8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2" name="Google Shape;112;p25"/>
          <p:cNvSpPr/>
          <p:nvPr>
            <p:ph idx="2" type="pic"/>
          </p:nvPr>
        </p:nvSpPr>
        <p:spPr>
          <a:xfrm>
            <a:off x="6096000" y="0"/>
            <a:ext cx="6099048" cy="621792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5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 Multiple_Text Right" showMasterSp="0">
  <p:cSld name="Title and Text Left Multiple_Text Righ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6"/>
          <p:cNvSpPr/>
          <p:nvPr/>
        </p:nvSpPr>
        <p:spPr>
          <a:xfrm>
            <a:off x="6096000" y="0"/>
            <a:ext cx="6096000" cy="62087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6"/>
          <p:cNvSpPr txBox="1"/>
          <p:nvPr>
            <p:ph type="title"/>
          </p:nvPr>
        </p:nvSpPr>
        <p:spPr>
          <a:xfrm>
            <a:off x="277934" y="295773"/>
            <a:ext cx="54955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1" type="body"/>
          </p:nvPr>
        </p:nvSpPr>
        <p:spPr>
          <a:xfrm>
            <a:off x="277934" y="2019065"/>
            <a:ext cx="5498276" cy="3848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8" name="Google Shape;118;p26"/>
          <p:cNvSpPr/>
          <p:nvPr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rgbClr val="7724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559" y="6316627"/>
            <a:ext cx="1773873" cy="4048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26"/>
          <p:cNvCxnSpPr/>
          <p:nvPr/>
        </p:nvCxnSpPr>
        <p:spPr>
          <a:xfrm>
            <a:off x="406400" y="1476768"/>
            <a:ext cx="711200" cy="0"/>
          </a:xfrm>
          <a:prstGeom prst="straightConnector1">
            <a:avLst/>
          </a:prstGeom>
          <a:noFill/>
          <a:ln cap="flat" cmpd="sng" w="28575">
            <a:solidFill>
              <a:srgbClr val="8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1" name="Google Shape;121;p26"/>
          <p:cNvSpPr txBox="1"/>
          <p:nvPr>
            <p:ph idx="2" type="body"/>
          </p:nvPr>
        </p:nvSpPr>
        <p:spPr>
          <a:xfrm>
            <a:off x="6418522" y="419100"/>
            <a:ext cx="5495544" cy="54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6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arge Image">
  <p:cSld name="Title and Large Imag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27"/>
          <p:cNvSpPr/>
          <p:nvPr>
            <p:ph idx="2" type="pic"/>
          </p:nvPr>
        </p:nvSpPr>
        <p:spPr>
          <a:xfrm>
            <a:off x="0" y="1142999"/>
            <a:ext cx="12192000" cy="5084065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7"/>
          <p:cNvSpPr/>
          <p:nvPr/>
        </p:nvSpPr>
        <p:spPr>
          <a:xfrm>
            <a:off x="0" y="-1"/>
            <a:ext cx="12192000" cy="114300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7"/>
          <p:cNvSpPr txBox="1"/>
          <p:nvPr>
            <p:ph type="title"/>
          </p:nvPr>
        </p:nvSpPr>
        <p:spPr>
          <a:xfrm>
            <a:off x="277932" y="295773"/>
            <a:ext cx="11647367" cy="645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8" name="Google Shape;128;p27"/>
          <p:cNvCxnSpPr/>
          <p:nvPr/>
        </p:nvCxnSpPr>
        <p:spPr>
          <a:xfrm>
            <a:off x="406400" y="989880"/>
            <a:ext cx="711200" cy="0"/>
          </a:xfrm>
          <a:prstGeom prst="straightConnector1">
            <a:avLst/>
          </a:prstGeom>
          <a:noFill/>
          <a:ln cap="flat" cmpd="sng" w="28575">
            <a:solidFill>
              <a:srgbClr val="800000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ull Image" showMasterSp="0">
  <p:cSld name="Title and Full Imag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/>
          <p:nvPr>
            <p:ph idx="2" type="pic"/>
          </p:nvPr>
        </p:nvSpPr>
        <p:spPr>
          <a:xfrm>
            <a:off x="0" y="1143000"/>
            <a:ext cx="12192000" cy="57150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28"/>
          <p:cNvSpPr/>
          <p:nvPr/>
        </p:nvSpPr>
        <p:spPr>
          <a:xfrm>
            <a:off x="0" y="-1"/>
            <a:ext cx="12192000" cy="114300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8"/>
          <p:cNvSpPr txBox="1"/>
          <p:nvPr>
            <p:ph type="title"/>
          </p:nvPr>
        </p:nvSpPr>
        <p:spPr>
          <a:xfrm>
            <a:off x="277932" y="295773"/>
            <a:ext cx="11647367" cy="645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33" name="Google Shape;133;p28"/>
          <p:cNvCxnSpPr/>
          <p:nvPr/>
        </p:nvCxnSpPr>
        <p:spPr>
          <a:xfrm>
            <a:off x="406400" y="989880"/>
            <a:ext cx="711200" cy="0"/>
          </a:xfrm>
          <a:prstGeom prst="straightConnector1">
            <a:avLst/>
          </a:prstGeom>
          <a:noFill/>
          <a:ln cap="flat" cmpd="sng" w="28575">
            <a:solidFill>
              <a:srgbClr val="800000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w to use colors" showMasterSp="0">
  <p:cSld name="How to use colors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/>
          <p:nvPr/>
        </p:nvSpPr>
        <p:spPr>
          <a:xfrm>
            <a:off x="6096000" y="0"/>
            <a:ext cx="6096000" cy="62087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9"/>
          <p:cNvSpPr txBox="1"/>
          <p:nvPr>
            <p:ph type="title"/>
          </p:nvPr>
        </p:nvSpPr>
        <p:spPr>
          <a:xfrm>
            <a:off x="277934" y="295773"/>
            <a:ext cx="54955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1" type="body"/>
          </p:nvPr>
        </p:nvSpPr>
        <p:spPr>
          <a:xfrm>
            <a:off x="277934" y="2019065"/>
            <a:ext cx="5498276" cy="3848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8" name="Google Shape;138;p29"/>
          <p:cNvSpPr/>
          <p:nvPr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rgbClr val="7724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559" y="6316627"/>
            <a:ext cx="1773873" cy="4048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" name="Google Shape;140;p29"/>
          <p:cNvCxnSpPr/>
          <p:nvPr/>
        </p:nvCxnSpPr>
        <p:spPr>
          <a:xfrm>
            <a:off x="406400" y="1476768"/>
            <a:ext cx="711200" cy="0"/>
          </a:xfrm>
          <a:prstGeom prst="straightConnector1">
            <a:avLst/>
          </a:prstGeom>
          <a:noFill/>
          <a:ln cap="flat" cmpd="sng" w="28575">
            <a:solidFill>
              <a:srgbClr val="800000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141" name="Google Shape;141;p29"/>
          <p:cNvGrpSpPr/>
          <p:nvPr/>
        </p:nvGrpSpPr>
        <p:grpSpPr>
          <a:xfrm>
            <a:off x="6971959" y="785112"/>
            <a:ext cx="4340506" cy="868101"/>
            <a:chOff x="382104" y="3327719"/>
            <a:chExt cx="4340506" cy="868101"/>
          </a:xfrm>
        </p:grpSpPr>
        <p:sp>
          <p:nvSpPr>
            <p:cNvPr id="142" name="Google Shape;142;p29"/>
            <p:cNvSpPr/>
            <p:nvPr/>
          </p:nvSpPr>
          <p:spPr>
            <a:xfrm>
              <a:off x="382105" y="3327719"/>
              <a:ext cx="868101" cy="868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9"/>
            <p:cNvSpPr/>
            <p:nvPr/>
          </p:nvSpPr>
          <p:spPr>
            <a:xfrm>
              <a:off x="1250206" y="3327719"/>
              <a:ext cx="868101" cy="868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9"/>
            <p:cNvSpPr/>
            <p:nvPr/>
          </p:nvSpPr>
          <p:spPr>
            <a:xfrm>
              <a:off x="2118307" y="3327719"/>
              <a:ext cx="868101" cy="8681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9"/>
            <p:cNvSpPr/>
            <p:nvPr/>
          </p:nvSpPr>
          <p:spPr>
            <a:xfrm>
              <a:off x="2986408" y="3327719"/>
              <a:ext cx="868101" cy="86810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9"/>
            <p:cNvSpPr/>
            <p:nvPr/>
          </p:nvSpPr>
          <p:spPr>
            <a:xfrm>
              <a:off x="3854509" y="3327719"/>
              <a:ext cx="868101" cy="86810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9"/>
            <p:cNvSpPr txBox="1"/>
            <p:nvPr/>
          </p:nvSpPr>
          <p:spPr>
            <a:xfrm>
              <a:off x="382104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800"/>
                <a:buFont typeface="Arial"/>
                <a:buNone/>
              </a:pPr>
              <a:r>
                <a:rPr b="1" lang="en-US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48" name="Google Shape;148;p29"/>
            <p:cNvSpPr txBox="1"/>
            <p:nvPr/>
          </p:nvSpPr>
          <p:spPr>
            <a:xfrm>
              <a:off x="1250206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800"/>
                <a:buFont typeface="Arial"/>
                <a:buNone/>
              </a:pPr>
              <a:r>
                <a:rPr b="1" lang="en-US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49" name="Google Shape;149;p29"/>
            <p:cNvSpPr txBox="1"/>
            <p:nvPr/>
          </p:nvSpPr>
          <p:spPr>
            <a:xfrm>
              <a:off x="2106732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1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150" name="Google Shape;150;p29"/>
            <p:cNvSpPr txBox="1"/>
            <p:nvPr/>
          </p:nvSpPr>
          <p:spPr>
            <a:xfrm>
              <a:off x="2974833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1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151" name="Google Shape;151;p29"/>
            <p:cNvSpPr txBox="1"/>
            <p:nvPr/>
          </p:nvSpPr>
          <p:spPr>
            <a:xfrm>
              <a:off x="3854509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1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grpSp>
        <p:nvGrpSpPr>
          <p:cNvPr id="152" name="Google Shape;152;p29"/>
          <p:cNvGrpSpPr/>
          <p:nvPr/>
        </p:nvGrpSpPr>
        <p:grpSpPr>
          <a:xfrm>
            <a:off x="6971959" y="1900356"/>
            <a:ext cx="4340506" cy="868101"/>
            <a:chOff x="6794478" y="3327719"/>
            <a:chExt cx="4340506" cy="868101"/>
          </a:xfrm>
        </p:grpSpPr>
        <p:sp>
          <p:nvSpPr>
            <p:cNvPr id="153" name="Google Shape;153;p29"/>
            <p:cNvSpPr/>
            <p:nvPr/>
          </p:nvSpPr>
          <p:spPr>
            <a:xfrm>
              <a:off x="6794479" y="3327719"/>
              <a:ext cx="868101" cy="868101"/>
            </a:xfrm>
            <a:prstGeom prst="rect">
              <a:avLst/>
            </a:prstGeom>
            <a:solidFill>
              <a:srgbClr val="B3C3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9"/>
            <p:cNvSpPr/>
            <p:nvPr/>
          </p:nvSpPr>
          <p:spPr>
            <a:xfrm>
              <a:off x="7662580" y="3327719"/>
              <a:ext cx="868101" cy="868101"/>
            </a:xfrm>
            <a:prstGeom prst="rect">
              <a:avLst/>
            </a:prstGeom>
            <a:solidFill>
              <a:srgbClr val="7B98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9"/>
            <p:cNvSpPr/>
            <p:nvPr/>
          </p:nvSpPr>
          <p:spPr>
            <a:xfrm>
              <a:off x="8530681" y="3327719"/>
              <a:ext cx="868101" cy="868101"/>
            </a:xfrm>
            <a:prstGeom prst="rect">
              <a:avLst/>
            </a:prstGeom>
            <a:solidFill>
              <a:srgbClr val="49759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9"/>
            <p:cNvSpPr/>
            <p:nvPr/>
          </p:nvSpPr>
          <p:spPr>
            <a:xfrm>
              <a:off x="9398782" y="3327719"/>
              <a:ext cx="868101" cy="868101"/>
            </a:xfrm>
            <a:prstGeom prst="rect">
              <a:avLst/>
            </a:prstGeom>
            <a:solidFill>
              <a:srgbClr val="0B587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9"/>
            <p:cNvSpPr/>
            <p:nvPr/>
          </p:nvSpPr>
          <p:spPr>
            <a:xfrm>
              <a:off x="10266883" y="3327719"/>
              <a:ext cx="868101" cy="868101"/>
            </a:xfrm>
            <a:prstGeom prst="rect">
              <a:avLst/>
            </a:prstGeom>
            <a:solidFill>
              <a:srgbClr val="00416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9"/>
            <p:cNvSpPr txBox="1"/>
            <p:nvPr/>
          </p:nvSpPr>
          <p:spPr>
            <a:xfrm>
              <a:off x="6794478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800"/>
                <a:buFont typeface="Arial"/>
                <a:buNone/>
              </a:pPr>
              <a:r>
                <a:rPr b="1" lang="en-US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59" name="Google Shape;159;p29"/>
            <p:cNvSpPr txBox="1"/>
            <p:nvPr/>
          </p:nvSpPr>
          <p:spPr>
            <a:xfrm>
              <a:off x="7662580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800"/>
                <a:buFont typeface="Arial"/>
                <a:buNone/>
              </a:pPr>
              <a:r>
                <a:rPr b="1" lang="en-US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60" name="Google Shape;160;p29"/>
            <p:cNvSpPr txBox="1"/>
            <p:nvPr/>
          </p:nvSpPr>
          <p:spPr>
            <a:xfrm>
              <a:off x="8519106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1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161" name="Google Shape;161;p29"/>
            <p:cNvSpPr txBox="1"/>
            <p:nvPr/>
          </p:nvSpPr>
          <p:spPr>
            <a:xfrm>
              <a:off x="9387207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1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162" name="Google Shape;162;p29"/>
            <p:cNvSpPr txBox="1"/>
            <p:nvPr/>
          </p:nvSpPr>
          <p:spPr>
            <a:xfrm>
              <a:off x="10266883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1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sp>
        <p:nvSpPr>
          <p:cNvPr id="163" name="Google Shape;163;p29"/>
          <p:cNvSpPr txBox="1"/>
          <p:nvPr/>
        </p:nvSpPr>
        <p:spPr>
          <a:xfrm>
            <a:off x="6971959" y="3097411"/>
            <a:ext cx="4340506" cy="27699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Minimum font size -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18pt</a:t>
            </a: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 weight -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Bold </a:t>
            </a: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(when used on background colors, for best accessibility).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the Dark Gray </a:t>
            </a:r>
            <a:r>
              <a:rPr b="1" i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#333333 </a:t>
            </a: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color on Accent 1 and Accent 2.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the White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#FFFFFF </a:t>
            </a: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color </a:t>
            </a:r>
            <a:b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Accent 3, Accent 4, and Accent 5.</a:t>
            </a:r>
            <a:endParaRPr/>
          </a:p>
        </p:txBody>
      </p:sp>
      <p:sp>
        <p:nvSpPr>
          <p:cNvPr id="164" name="Google Shape;164;p29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/>
          <p:nvPr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rgbClr val="7724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oastmasters International" id="11" name="Google Shape;11;p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3559" y="6316627"/>
            <a:ext cx="1773873" cy="40484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0"/>
          <p:cNvSpPr txBox="1"/>
          <p:nvPr>
            <p:ph idx="1" type="body"/>
          </p:nvPr>
        </p:nvSpPr>
        <p:spPr>
          <a:xfrm>
            <a:off x="272316" y="1598532"/>
            <a:ext cx="11647368" cy="4269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type="title"/>
          </p:nvPr>
        </p:nvSpPr>
        <p:spPr>
          <a:xfrm>
            <a:off x="277932" y="295773"/>
            <a:ext cx="11647367" cy="645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10"/>
          <p:cNvCxnSpPr/>
          <p:nvPr/>
        </p:nvCxnSpPr>
        <p:spPr>
          <a:xfrm>
            <a:off x="406400" y="989880"/>
            <a:ext cx="711200" cy="0"/>
          </a:xfrm>
          <a:prstGeom prst="straightConnector1">
            <a:avLst/>
          </a:prstGeom>
          <a:noFill/>
          <a:ln cap="flat" cmpd="sng" w="28575">
            <a:solidFill>
              <a:srgbClr val="800000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240">
          <p15:clr>
            <a:srgbClr val="F26B43"/>
          </p15:clr>
        </p15:guide>
        <p15:guide id="3" pos="7440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3840">
          <p15:clr>
            <a:srgbClr val="F26B43"/>
          </p15:clr>
        </p15:guide>
        <p15:guide id="6" orient="horz" pos="1008">
          <p15:clr>
            <a:srgbClr val="F26B43"/>
          </p15:clr>
        </p15:guide>
        <p15:guide id="7" pos="168">
          <p15:clr>
            <a:srgbClr val="F26B43"/>
          </p15:clr>
        </p15:guide>
        <p15:guide id="8" pos="7512">
          <p15:clr>
            <a:srgbClr val="F26B43"/>
          </p15:clr>
        </p15:guide>
        <p15:guide id="9" orient="horz" pos="3768">
          <p15:clr>
            <a:srgbClr val="F26B43"/>
          </p15:clr>
        </p15:guide>
        <p15:guide id="10" orient="horz" pos="36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"/>
          <p:cNvSpPr txBox="1"/>
          <p:nvPr>
            <p:ph type="ctrTitle"/>
          </p:nvPr>
        </p:nvSpPr>
        <p:spPr>
          <a:xfrm>
            <a:off x="1524000" y="32004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500"/>
              <a:buNone/>
            </a:pPr>
            <a:r>
              <a:rPr lang="en-US"/>
              <a:t>Member Progress Analysis</a:t>
            </a:r>
            <a:endParaRPr/>
          </a:p>
        </p:txBody>
      </p:sp>
      <p:sp>
        <p:nvSpPr>
          <p:cNvPr id="171" name="Google Shape;171;p1"/>
          <p:cNvSpPr txBox="1"/>
          <p:nvPr>
            <p:ph idx="1" type="subTitle"/>
          </p:nvPr>
        </p:nvSpPr>
        <p:spPr>
          <a:xfrm>
            <a:off x="1524000" y="419557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COT Workshop: Membership Analysis &amp; Toastmasters Journey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"/>
          <p:cNvSpPr txBox="1"/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None/>
            </a:pPr>
            <a:r>
              <a:rPr lang="en-US"/>
              <a:t>Early Toastmasters Journey</a:t>
            </a:r>
            <a:endParaRPr/>
          </a:p>
        </p:txBody>
      </p:sp>
      <p:grpSp>
        <p:nvGrpSpPr>
          <p:cNvPr id="177" name="Google Shape;177;p2"/>
          <p:cNvGrpSpPr/>
          <p:nvPr/>
        </p:nvGrpSpPr>
        <p:grpSpPr>
          <a:xfrm>
            <a:off x="266699" y="719666"/>
            <a:ext cx="11544999" cy="5418666"/>
            <a:chOff x="0" y="0"/>
            <a:chExt cx="11544999" cy="5418666"/>
          </a:xfrm>
        </p:grpSpPr>
        <p:sp>
          <p:nvSpPr>
            <p:cNvPr id="178" name="Google Shape;178;p2"/>
            <p:cNvSpPr/>
            <p:nvPr/>
          </p:nvSpPr>
          <p:spPr>
            <a:xfrm>
              <a:off x="0" y="1635787"/>
              <a:ext cx="11544999" cy="2167466"/>
            </a:xfrm>
            <a:prstGeom prst="notchedRightArrow">
              <a:avLst>
                <a:gd fmla="val 50000" name="adj1"/>
                <a:gd fmla="val 50000" name="adj2"/>
              </a:avLst>
            </a:prstGeom>
            <a:solidFill>
              <a:srgbClr val="F1E8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412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"/>
            <p:cNvSpPr txBox="1"/>
            <p:nvPr/>
          </p:nvSpPr>
          <p:spPr>
            <a:xfrm>
              <a:off x="412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Icebreaker</a:t>
              </a: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351615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1306898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"/>
            <p:cNvSpPr txBox="1"/>
            <p:nvPr/>
          </p:nvSpPr>
          <p:spPr>
            <a:xfrm>
              <a:off x="1306898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First Evaluation</a:t>
              </a: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658101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2613384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"/>
            <p:cNvSpPr txBox="1"/>
            <p:nvPr/>
          </p:nvSpPr>
          <p:spPr>
            <a:xfrm>
              <a:off x="2613384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First Table Topics Moderation</a:t>
              </a: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2964587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3919870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"/>
            <p:cNvSpPr txBox="1"/>
            <p:nvPr/>
          </p:nvSpPr>
          <p:spPr>
            <a:xfrm>
              <a:off x="3919870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First Toastmaster of the Evening</a:t>
              </a: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4271073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5226356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"/>
            <p:cNvSpPr txBox="1"/>
            <p:nvPr/>
          </p:nvSpPr>
          <p:spPr>
            <a:xfrm>
              <a:off x="5226356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Help Organize an Event</a:t>
              </a: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5577559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6532842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"/>
            <p:cNvSpPr txBox="1"/>
            <p:nvPr/>
          </p:nvSpPr>
          <p:spPr>
            <a:xfrm>
              <a:off x="6532842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First Time as Mentor</a:t>
              </a: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6884045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7839328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"/>
            <p:cNvSpPr txBox="1"/>
            <p:nvPr/>
          </p:nvSpPr>
          <p:spPr>
            <a:xfrm>
              <a:off x="7839328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Lead an Organization Team</a:t>
              </a: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8190531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9145814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"/>
            <p:cNvSpPr txBox="1"/>
            <p:nvPr/>
          </p:nvSpPr>
          <p:spPr>
            <a:xfrm>
              <a:off x="9145814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First Time as Club officer</a:t>
              </a: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9497017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2"/>
          <p:cNvSpPr/>
          <p:nvPr/>
        </p:nvSpPr>
        <p:spPr>
          <a:xfrm>
            <a:off x="5444385" y="1558254"/>
            <a:ext cx="45719" cy="3877813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5C504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"/>
          <p:cNvSpPr txBox="1"/>
          <p:nvPr/>
        </p:nvSpPr>
        <p:spPr>
          <a:xfrm>
            <a:off x="8354286" y="5654150"/>
            <a:ext cx="211109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Year at Toastmasters</a:t>
            </a:r>
            <a:endParaRPr/>
          </a:p>
        </p:txBody>
      </p:sp>
      <p:sp>
        <p:nvSpPr>
          <p:cNvPr id="205" name="Google Shape;205;p2"/>
          <p:cNvSpPr/>
          <p:nvPr/>
        </p:nvSpPr>
        <p:spPr>
          <a:xfrm>
            <a:off x="9364113" y="1558254"/>
            <a:ext cx="45719" cy="3877813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5C504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"/>
          <p:cNvSpPr txBox="1"/>
          <p:nvPr/>
        </p:nvSpPr>
        <p:spPr>
          <a:xfrm>
            <a:off x="5009626" y="5654150"/>
            <a:ext cx="211109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Months at Toastmasters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"/>
          <p:cNvSpPr txBox="1"/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None/>
            </a:pPr>
            <a:r>
              <a:rPr lang="en-US"/>
              <a:t>Difficulty Levels of Officer Roles</a:t>
            </a:r>
            <a:endParaRPr/>
          </a:p>
        </p:txBody>
      </p:sp>
      <p:grpSp>
        <p:nvGrpSpPr>
          <p:cNvPr id="212" name="Google Shape;212;p3"/>
          <p:cNvGrpSpPr/>
          <p:nvPr/>
        </p:nvGrpSpPr>
        <p:grpSpPr>
          <a:xfrm>
            <a:off x="569113" y="1677804"/>
            <a:ext cx="11112913" cy="4377611"/>
            <a:chOff x="302413" y="6"/>
            <a:chExt cx="11112913" cy="4377611"/>
          </a:xfrm>
        </p:grpSpPr>
        <p:sp>
          <p:nvSpPr>
            <p:cNvPr id="213" name="Google Shape;213;p3"/>
            <p:cNvSpPr/>
            <p:nvPr/>
          </p:nvSpPr>
          <p:spPr>
            <a:xfrm rot="5400000">
              <a:off x="812681" y="1589519"/>
              <a:ext cx="1537006" cy="2557543"/>
            </a:xfrm>
            <a:prstGeom prst="corner">
              <a:avLst>
                <a:gd fmla="val 16120" name="adj1"/>
                <a:gd fmla="val 16110" name="adj2"/>
              </a:avLst>
            </a:prstGeom>
            <a:solidFill>
              <a:schemeClr val="accent1"/>
            </a:solidFill>
            <a:ln cap="flat" cmpd="sng" w="1270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556116" y="2353673"/>
              <a:ext cx="2308964" cy="2023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3"/>
            <p:cNvSpPr txBox="1"/>
            <p:nvPr/>
          </p:nvSpPr>
          <p:spPr>
            <a:xfrm>
              <a:off x="556116" y="2353673"/>
              <a:ext cx="2308964" cy="2023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Committee</a:t>
              </a:r>
              <a:b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Active Helper</a:t>
              </a: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2402927" y="1400329"/>
              <a:ext cx="435600" cy="435600"/>
            </a:xfrm>
            <a:prstGeom prst="triangle">
              <a:avLst>
                <a:gd fmla="val 100000" name="adj"/>
              </a:avLst>
            </a:prstGeom>
            <a:solidFill>
              <a:schemeClr val="accent1"/>
            </a:solidFill>
            <a:ln cap="flat" cmpd="sng" w="1270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 rot="5400000">
              <a:off x="3639305" y="890068"/>
              <a:ext cx="1537006" cy="2557543"/>
            </a:xfrm>
            <a:prstGeom prst="corner">
              <a:avLst>
                <a:gd fmla="val 16120" name="adj1"/>
                <a:gd fmla="val 16110" name="adj2"/>
              </a:avLst>
            </a:prstGeom>
            <a:solidFill>
              <a:schemeClr val="accent1"/>
            </a:solidFill>
            <a:ln cap="flat" cmpd="sng" w="1270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3382740" y="1654222"/>
              <a:ext cx="2308964" cy="2023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"/>
            <p:cNvSpPr txBox="1"/>
            <p:nvPr/>
          </p:nvSpPr>
          <p:spPr>
            <a:xfrm>
              <a:off x="3382740" y="1654222"/>
              <a:ext cx="2308964" cy="2023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Secretary</a:t>
              </a:r>
              <a:b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Sergeant-at-Arms</a:t>
              </a: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5256051" y="701779"/>
              <a:ext cx="435653" cy="435653"/>
            </a:xfrm>
            <a:prstGeom prst="triangle">
              <a:avLst>
                <a:gd fmla="val 100000" name="adj"/>
              </a:avLst>
            </a:prstGeom>
            <a:solidFill>
              <a:schemeClr val="accent1"/>
            </a:solidFill>
            <a:ln cap="flat" cmpd="sng" w="1270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 rot="5400000">
              <a:off x="6487303" y="190617"/>
              <a:ext cx="1537006" cy="2557543"/>
            </a:xfrm>
            <a:prstGeom prst="corner">
              <a:avLst>
                <a:gd fmla="val 16120" name="adj1"/>
                <a:gd fmla="val 16110" name="adj2"/>
              </a:avLst>
            </a:prstGeom>
            <a:solidFill>
              <a:schemeClr val="accent1"/>
            </a:solidFill>
            <a:ln cap="flat" cmpd="sng" w="1270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6207337" y="954771"/>
              <a:ext cx="2859121" cy="2023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3"/>
            <p:cNvSpPr txBox="1"/>
            <p:nvPr/>
          </p:nvSpPr>
          <p:spPr>
            <a:xfrm>
              <a:off x="6207337" y="954771"/>
              <a:ext cx="2859121" cy="2023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VP Membership</a:t>
              </a:r>
              <a:b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VP Public Relations</a:t>
              </a: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8104050" y="2328"/>
              <a:ext cx="435653" cy="435653"/>
            </a:xfrm>
            <a:prstGeom prst="triangle">
              <a:avLst>
                <a:gd fmla="val 100000" name="adj"/>
              </a:avLst>
            </a:prstGeom>
            <a:solidFill>
              <a:schemeClr val="accent1"/>
            </a:solidFill>
            <a:ln cap="flat" cmpd="sng" w="1270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 rot="5400000">
              <a:off x="9368051" y="-510263"/>
              <a:ext cx="1537006" cy="2557543"/>
            </a:xfrm>
            <a:prstGeom prst="corner">
              <a:avLst>
                <a:gd fmla="val 16120" name="adj1"/>
                <a:gd fmla="val 16110" name="adj2"/>
              </a:avLst>
            </a:prstGeom>
            <a:solidFill>
              <a:schemeClr val="accent1"/>
            </a:solidFill>
            <a:ln cap="flat" cmpd="sng" w="1270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9103110" y="255320"/>
              <a:ext cx="2308964" cy="2023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"/>
            <p:cNvSpPr txBox="1"/>
            <p:nvPr/>
          </p:nvSpPr>
          <p:spPr>
            <a:xfrm>
              <a:off x="9103110" y="255320"/>
              <a:ext cx="2308964" cy="2023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President</a:t>
              </a:r>
              <a:b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VP Education</a:t>
              </a:r>
              <a:endParaRPr/>
            </a:p>
          </p:txBody>
        </p:sp>
      </p:grpSp>
      <p:sp>
        <p:nvSpPr>
          <p:cNvPr id="228" name="Google Shape;228;p3"/>
          <p:cNvSpPr/>
          <p:nvPr/>
        </p:nvSpPr>
        <p:spPr>
          <a:xfrm>
            <a:off x="2157984" y="4435090"/>
            <a:ext cx="2395728" cy="768096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FFC000"/>
          </a:solidFill>
          <a:ln cap="flat" cmpd="sng" w="12700">
            <a:solidFill>
              <a:srgbClr val="5C504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"/>
          <p:cNvSpPr/>
          <p:nvPr/>
        </p:nvSpPr>
        <p:spPr>
          <a:xfrm>
            <a:off x="5483352" y="3666994"/>
            <a:ext cx="2395728" cy="768096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FFC000"/>
          </a:solidFill>
          <a:ln cap="flat" cmpd="sng" w="12700">
            <a:solidFill>
              <a:srgbClr val="5C504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"/>
          <p:cNvSpPr/>
          <p:nvPr/>
        </p:nvSpPr>
        <p:spPr>
          <a:xfrm>
            <a:off x="8363712" y="3179314"/>
            <a:ext cx="2395728" cy="768096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FFC000"/>
          </a:solidFill>
          <a:ln cap="flat" cmpd="sng" w="12700">
            <a:solidFill>
              <a:srgbClr val="5C504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09ad549f9a_0_1"/>
          <p:cNvSpPr txBox="1"/>
          <p:nvPr>
            <p:ph type="title"/>
          </p:nvPr>
        </p:nvSpPr>
        <p:spPr>
          <a:xfrm>
            <a:off x="277934" y="293875"/>
            <a:ext cx="116475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None/>
            </a:pPr>
            <a:r>
              <a:rPr lang="en-US"/>
              <a:t>Difficulty Levels of Officer Roles</a:t>
            </a:r>
            <a:endParaRPr/>
          </a:p>
        </p:txBody>
      </p:sp>
      <p:grpSp>
        <p:nvGrpSpPr>
          <p:cNvPr id="236" name="Google Shape;236;g409ad549f9a_0_1"/>
          <p:cNvGrpSpPr/>
          <p:nvPr/>
        </p:nvGrpSpPr>
        <p:grpSpPr>
          <a:xfrm>
            <a:off x="319331" y="1141194"/>
            <a:ext cx="11109755" cy="5110217"/>
            <a:chOff x="302456" y="255320"/>
            <a:chExt cx="11109755" cy="5110217"/>
          </a:xfrm>
        </p:grpSpPr>
        <p:sp>
          <p:nvSpPr>
            <p:cNvPr id="237" name="Google Shape;237;g409ad549f9a_0_1"/>
            <p:cNvSpPr/>
            <p:nvPr/>
          </p:nvSpPr>
          <p:spPr>
            <a:xfrm rot="5400000">
              <a:off x="812756" y="1589488"/>
              <a:ext cx="1536900" cy="2557500"/>
            </a:xfrm>
            <a:prstGeom prst="corner">
              <a:avLst>
                <a:gd fmla="val 16120" name="adj1"/>
                <a:gd fmla="val 16110" name="adj2"/>
              </a:avLst>
            </a:prstGeom>
            <a:solidFill>
              <a:schemeClr val="accent1"/>
            </a:solidFill>
            <a:ln cap="flat" cmpd="sng" w="1270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g409ad549f9a_0_1"/>
            <p:cNvSpPr/>
            <p:nvPr/>
          </p:nvSpPr>
          <p:spPr>
            <a:xfrm>
              <a:off x="556116" y="2353673"/>
              <a:ext cx="2309100" cy="20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g409ad549f9a_0_1"/>
            <p:cNvSpPr txBox="1"/>
            <p:nvPr/>
          </p:nvSpPr>
          <p:spPr>
            <a:xfrm>
              <a:off x="556116" y="2353673"/>
              <a:ext cx="2309100" cy="20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Committee</a:t>
              </a:r>
              <a:b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Active Helper</a:t>
              </a:r>
              <a:endParaRPr/>
            </a:p>
          </p:txBody>
        </p:sp>
        <p:sp>
          <p:nvSpPr>
            <p:cNvPr id="240" name="Google Shape;240;g409ad549f9a_0_1"/>
            <p:cNvSpPr/>
            <p:nvPr/>
          </p:nvSpPr>
          <p:spPr>
            <a:xfrm>
              <a:off x="2409300" y="1603002"/>
              <a:ext cx="435000" cy="435000"/>
            </a:xfrm>
            <a:prstGeom prst="triangle">
              <a:avLst>
                <a:gd fmla="val 100000" name="adj"/>
              </a:avLst>
            </a:prstGeom>
            <a:solidFill>
              <a:schemeClr val="accent1"/>
            </a:solidFill>
            <a:ln cap="flat" cmpd="sng" w="1270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g409ad549f9a_0_1"/>
            <p:cNvSpPr/>
            <p:nvPr/>
          </p:nvSpPr>
          <p:spPr>
            <a:xfrm rot="5400000">
              <a:off x="3652705" y="1540612"/>
              <a:ext cx="1536900" cy="2557500"/>
            </a:xfrm>
            <a:prstGeom prst="corner">
              <a:avLst>
                <a:gd fmla="val 16120" name="adj1"/>
                <a:gd fmla="val 16110" name="adj2"/>
              </a:avLst>
            </a:prstGeom>
            <a:solidFill>
              <a:schemeClr val="accent1"/>
            </a:solidFill>
            <a:ln cap="flat" cmpd="sng" w="1270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g409ad549f9a_0_1"/>
            <p:cNvSpPr/>
            <p:nvPr/>
          </p:nvSpPr>
          <p:spPr>
            <a:xfrm>
              <a:off x="3379078" y="2165797"/>
              <a:ext cx="2309100" cy="20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g409ad549f9a_0_1"/>
            <p:cNvSpPr txBox="1"/>
            <p:nvPr/>
          </p:nvSpPr>
          <p:spPr>
            <a:xfrm>
              <a:off x="3382740" y="2353672"/>
              <a:ext cx="2309100" cy="20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Secretary</a:t>
              </a:r>
              <a:b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Sergeant-at-Arms</a:t>
              </a:r>
              <a:endParaRPr/>
            </a:p>
          </p:txBody>
        </p:sp>
        <p:sp>
          <p:nvSpPr>
            <p:cNvPr id="244" name="Google Shape;244;g409ad549f9a_0_1"/>
            <p:cNvSpPr/>
            <p:nvPr/>
          </p:nvSpPr>
          <p:spPr>
            <a:xfrm>
              <a:off x="5204651" y="1587879"/>
              <a:ext cx="435600" cy="435600"/>
            </a:xfrm>
            <a:prstGeom prst="triangle">
              <a:avLst>
                <a:gd fmla="val 100000" name="adj"/>
              </a:avLst>
            </a:prstGeom>
            <a:solidFill>
              <a:schemeClr val="accent1"/>
            </a:solidFill>
            <a:ln cap="flat" cmpd="sng" w="1270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g409ad549f9a_0_1"/>
            <p:cNvSpPr/>
            <p:nvPr/>
          </p:nvSpPr>
          <p:spPr>
            <a:xfrm rot="5400000">
              <a:off x="6487377" y="1486086"/>
              <a:ext cx="1536900" cy="2557500"/>
            </a:xfrm>
            <a:prstGeom prst="corner">
              <a:avLst>
                <a:gd fmla="val 16120" name="adj1"/>
                <a:gd fmla="val 16110" name="adj2"/>
              </a:avLst>
            </a:prstGeom>
            <a:solidFill>
              <a:schemeClr val="accent1"/>
            </a:solidFill>
            <a:ln cap="flat" cmpd="sng" w="1270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g409ad549f9a_0_1"/>
            <p:cNvSpPr/>
            <p:nvPr/>
          </p:nvSpPr>
          <p:spPr>
            <a:xfrm>
              <a:off x="6207337" y="954771"/>
              <a:ext cx="2859000" cy="20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g409ad549f9a_0_1"/>
            <p:cNvSpPr txBox="1"/>
            <p:nvPr/>
          </p:nvSpPr>
          <p:spPr>
            <a:xfrm rot="383">
              <a:off x="6335053" y="2271787"/>
              <a:ext cx="2690100" cy="30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VP Membership</a:t>
              </a:r>
              <a:b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VP Public Relations</a:t>
              </a:r>
              <a:endParaRPr/>
            </a:p>
          </p:txBody>
        </p:sp>
        <p:sp>
          <p:nvSpPr>
            <p:cNvPr id="248" name="Google Shape;248;g409ad549f9a_0_1"/>
            <p:cNvSpPr/>
            <p:nvPr/>
          </p:nvSpPr>
          <p:spPr>
            <a:xfrm>
              <a:off x="8098975" y="1533403"/>
              <a:ext cx="435600" cy="435600"/>
            </a:xfrm>
            <a:prstGeom prst="triangle">
              <a:avLst>
                <a:gd fmla="val 100000" name="adj"/>
              </a:avLst>
            </a:prstGeom>
            <a:solidFill>
              <a:schemeClr val="accent1"/>
            </a:solidFill>
            <a:ln cap="flat" cmpd="sng" w="1270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g409ad549f9a_0_1"/>
            <p:cNvSpPr/>
            <p:nvPr/>
          </p:nvSpPr>
          <p:spPr>
            <a:xfrm rot="5400000">
              <a:off x="9322051" y="1390131"/>
              <a:ext cx="1536900" cy="2557500"/>
            </a:xfrm>
            <a:prstGeom prst="corner">
              <a:avLst>
                <a:gd fmla="val 16120" name="adj1"/>
                <a:gd fmla="val 16110" name="adj2"/>
              </a:avLst>
            </a:prstGeom>
            <a:solidFill>
              <a:schemeClr val="accent1"/>
            </a:solidFill>
            <a:ln cap="flat" cmpd="sng" w="1270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g409ad549f9a_0_1"/>
            <p:cNvSpPr/>
            <p:nvPr/>
          </p:nvSpPr>
          <p:spPr>
            <a:xfrm>
              <a:off x="9103110" y="255320"/>
              <a:ext cx="2309100" cy="20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g409ad549f9a_0_1"/>
            <p:cNvSpPr txBox="1"/>
            <p:nvPr/>
          </p:nvSpPr>
          <p:spPr>
            <a:xfrm>
              <a:off x="9066335" y="2208870"/>
              <a:ext cx="2309100" cy="20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President</a:t>
              </a:r>
              <a:b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VP Education</a:t>
              </a:r>
              <a:endParaRPr/>
            </a:p>
          </p:txBody>
        </p:sp>
      </p:grpSp>
      <p:sp>
        <p:nvSpPr>
          <p:cNvPr id="252" name="Google Shape;252;g409ad549f9a_0_1"/>
          <p:cNvSpPr/>
          <p:nvPr/>
        </p:nvSpPr>
        <p:spPr>
          <a:xfrm>
            <a:off x="2055159" y="5287265"/>
            <a:ext cx="2395800" cy="7680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FFC000"/>
          </a:solidFill>
          <a:ln cap="flat" cmpd="sng" w="12700">
            <a:solidFill>
              <a:srgbClr val="5C504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409ad549f9a_0_1"/>
          <p:cNvSpPr/>
          <p:nvPr/>
        </p:nvSpPr>
        <p:spPr>
          <a:xfrm>
            <a:off x="5462802" y="5363494"/>
            <a:ext cx="2395800" cy="7680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FFC000"/>
          </a:solidFill>
          <a:ln cap="flat" cmpd="sng" w="12700">
            <a:solidFill>
              <a:srgbClr val="5C504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409ad549f9a_0_1"/>
          <p:cNvSpPr/>
          <p:nvPr/>
        </p:nvSpPr>
        <p:spPr>
          <a:xfrm>
            <a:off x="8870462" y="5363489"/>
            <a:ext cx="2395800" cy="7680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FFC000"/>
          </a:solidFill>
          <a:ln cap="flat" cmpd="sng" w="12700">
            <a:solidFill>
              <a:srgbClr val="5C504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"/>
          <p:cNvSpPr txBox="1"/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None/>
            </a:pPr>
            <a:r>
              <a:rPr lang="en-US"/>
              <a:t>What is the Member Progress Analysis?</a:t>
            </a:r>
            <a:endParaRPr/>
          </a:p>
        </p:txBody>
      </p:sp>
      <p:sp>
        <p:nvSpPr>
          <p:cNvPr id="261" name="Google Shape;261;p4"/>
          <p:cNvSpPr txBox="1"/>
          <p:nvPr>
            <p:ph idx="1" type="body"/>
          </p:nvPr>
        </p:nvSpPr>
        <p:spPr>
          <a:xfrm>
            <a:off x="277933" y="1520042"/>
            <a:ext cx="11647367" cy="4358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Tool for </a:t>
            </a:r>
            <a:r>
              <a:rPr b="1" lang="en-US"/>
              <a:t>member development </a:t>
            </a:r>
            <a:r>
              <a:rPr lang="en-US"/>
              <a:t>and sustainable</a:t>
            </a:r>
            <a:r>
              <a:rPr b="1" lang="en-US"/>
              <a:t> succession planning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Maps members according to their progress on the </a:t>
            </a:r>
            <a:r>
              <a:rPr b="1" lang="en-US"/>
              <a:t>Toastmasters journey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Highlights current </a:t>
            </a:r>
            <a:r>
              <a:rPr b="1" lang="en-US"/>
              <a:t>development stages </a:t>
            </a:r>
            <a:r>
              <a:rPr lang="en-US"/>
              <a:t>and future </a:t>
            </a:r>
            <a:r>
              <a:rPr b="1" lang="en-US"/>
              <a:t>growth opportunities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Enables clubs to provide </a:t>
            </a:r>
            <a:r>
              <a:rPr b="1" lang="en-US"/>
              <a:t>targeted support </a:t>
            </a:r>
            <a:r>
              <a:rPr lang="en-US"/>
              <a:t>and strengthen </a:t>
            </a:r>
            <a:r>
              <a:rPr b="1" lang="en-US"/>
              <a:t>member retention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"/>
          <p:cNvSpPr txBox="1"/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None/>
            </a:pPr>
            <a:r>
              <a:rPr lang="en-US"/>
              <a:t>Categories on the Toastmasters Journey</a:t>
            </a:r>
            <a:endParaRPr/>
          </a:p>
        </p:txBody>
      </p:sp>
      <p:grpSp>
        <p:nvGrpSpPr>
          <p:cNvPr id="267" name="Google Shape;267;p5"/>
          <p:cNvGrpSpPr/>
          <p:nvPr/>
        </p:nvGrpSpPr>
        <p:grpSpPr>
          <a:xfrm>
            <a:off x="266699" y="719666"/>
            <a:ext cx="11544999" cy="5418666"/>
            <a:chOff x="0" y="0"/>
            <a:chExt cx="11544999" cy="5418666"/>
          </a:xfrm>
        </p:grpSpPr>
        <p:sp>
          <p:nvSpPr>
            <p:cNvPr id="268" name="Google Shape;268;p5"/>
            <p:cNvSpPr/>
            <p:nvPr/>
          </p:nvSpPr>
          <p:spPr>
            <a:xfrm>
              <a:off x="0" y="1635787"/>
              <a:ext cx="11544999" cy="2167466"/>
            </a:xfrm>
            <a:prstGeom prst="notchedRightArrow">
              <a:avLst>
                <a:gd fmla="val 50000" name="adj1"/>
                <a:gd fmla="val 50000" name="adj2"/>
              </a:avLst>
            </a:prstGeom>
            <a:solidFill>
              <a:srgbClr val="F1E8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5"/>
            <p:cNvSpPr/>
            <p:nvPr/>
          </p:nvSpPr>
          <p:spPr>
            <a:xfrm>
              <a:off x="412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5"/>
            <p:cNvSpPr txBox="1"/>
            <p:nvPr/>
          </p:nvSpPr>
          <p:spPr>
            <a:xfrm>
              <a:off x="412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Icebreaker</a:t>
              </a:r>
              <a:endParaRPr/>
            </a:p>
          </p:txBody>
        </p:sp>
        <p:sp>
          <p:nvSpPr>
            <p:cNvPr id="271" name="Google Shape;271;p5"/>
            <p:cNvSpPr/>
            <p:nvPr/>
          </p:nvSpPr>
          <p:spPr>
            <a:xfrm>
              <a:off x="351615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5"/>
            <p:cNvSpPr/>
            <p:nvPr/>
          </p:nvSpPr>
          <p:spPr>
            <a:xfrm>
              <a:off x="1306898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5"/>
            <p:cNvSpPr txBox="1"/>
            <p:nvPr/>
          </p:nvSpPr>
          <p:spPr>
            <a:xfrm>
              <a:off x="1306898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First Evaluation</a:t>
              </a:r>
              <a:endParaRPr/>
            </a:p>
          </p:txBody>
        </p:sp>
        <p:sp>
          <p:nvSpPr>
            <p:cNvPr id="274" name="Google Shape;274;p5"/>
            <p:cNvSpPr/>
            <p:nvPr/>
          </p:nvSpPr>
          <p:spPr>
            <a:xfrm>
              <a:off x="1658101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5"/>
            <p:cNvSpPr/>
            <p:nvPr/>
          </p:nvSpPr>
          <p:spPr>
            <a:xfrm>
              <a:off x="2613384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5"/>
            <p:cNvSpPr txBox="1"/>
            <p:nvPr/>
          </p:nvSpPr>
          <p:spPr>
            <a:xfrm>
              <a:off x="2613384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First Table Topics Moderation</a:t>
              </a:r>
              <a:endParaRPr/>
            </a:p>
          </p:txBody>
        </p:sp>
        <p:sp>
          <p:nvSpPr>
            <p:cNvPr id="277" name="Google Shape;277;p5"/>
            <p:cNvSpPr/>
            <p:nvPr/>
          </p:nvSpPr>
          <p:spPr>
            <a:xfrm>
              <a:off x="2964587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5"/>
            <p:cNvSpPr/>
            <p:nvPr/>
          </p:nvSpPr>
          <p:spPr>
            <a:xfrm>
              <a:off x="3919870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5"/>
            <p:cNvSpPr txBox="1"/>
            <p:nvPr/>
          </p:nvSpPr>
          <p:spPr>
            <a:xfrm>
              <a:off x="3919870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First Toastmaster of the Evening</a:t>
              </a:r>
              <a:endParaRPr/>
            </a:p>
          </p:txBody>
        </p:sp>
        <p:sp>
          <p:nvSpPr>
            <p:cNvPr id="280" name="Google Shape;280;p5"/>
            <p:cNvSpPr/>
            <p:nvPr/>
          </p:nvSpPr>
          <p:spPr>
            <a:xfrm>
              <a:off x="4271073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5"/>
            <p:cNvSpPr/>
            <p:nvPr/>
          </p:nvSpPr>
          <p:spPr>
            <a:xfrm>
              <a:off x="5226356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5"/>
            <p:cNvSpPr txBox="1"/>
            <p:nvPr/>
          </p:nvSpPr>
          <p:spPr>
            <a:xfrm>
              <a:off x="5226356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Help Organize an Event</a:t>
              </a:r>
              <a:endParaRPr/>
            </a:p>
          </p:txBody>
        </p:sp>
        <p:sp>
          <p:nvSpPr>
            <p:cNvPr id="283" name="Google Shape;283;p5"/>
            <p:cNvSpPr/>
            <p:nvPr/>
          </p:nvSpPr>
          <p:spPr>
            <a:xfrm>
              <a:off x="5577559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5"/>
            <p:cNvSpPr/>
            <p:nvPr/>
          </p:nvSpPr>
          <p:spPr>
            <a:xfrm>
              <a:off x="6532842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5"/>
            <p:cNvSpPr txBox="1"/>
            <p:nvPr/>
          </p:nvSpPr>
          <p:spPr>
            <a:xfrm>
              <a:off x="6532842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First Time as Mentor</a:t>
              </a:r>
              <a:endParaRPr/>
            </a:p>
          </p:txBody>
        </p:sp>
        <p:sp>
          <p:nvSpPr>
            <p:cNvPr id="286" name="Google Shape;286;p5"/>
            <p:cNvSpPr/>
            <p:nvPr/>
          </p:nvSpPr>
          <p:spPr>
            <a:xfrm>
              <a:off x="6884045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5"/>
            <p:cNvSpPr/>
            <p:nvPr/>
          </p:nvSpPr>
          <p:spPr>
            <a:xfrm>
              <a:off x="7839328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5"/>
            <p:cNvSpPr txBox="1"/>
            <p:nvPr/>
          </p:nvSpPr>
          <p:spPr>
            <a:xfrm>
              <a:off x="7839328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Lead an Organization Team</a:t>
              </a:r>
              <a:endParaRPr/>
            </a:p>
          </p:txBody>
        </p:sp>
        <p:sp>
          <p:nvSpPr>
            <p:cNvPr id="289" name="Google Shape;289;p5"/>
            <p:cNvSpPr/>
            <p:nvPr/>
          </p:nvSpPr>
          <p:spPr>
            <a:xfrm>
              <a:off x="8190531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5"/>
            <p:cNvSpPr/>
            <p:nvPr/>
          </p:nvSpPr>
          <p:spPr>
            <a:xfrm>
              <a:off x="9145814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5"/>
            <p:cNvSpPr txBox="1"/>
            <p:nvPr/>
          </p:nvSpPr>
          <p:spPr>
            <a:xfrm>
              <a:off x="9145814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First Time as Club officer</a:t>
              </a:r>
              <a:endParaRPr/>
            </a:p>
          </p:txBody>
        </p:sp>
        <p:sp>
          <p:nvSpPr>
            <p:cNvPr id="292" name="Google Shape;292;p5"/>
            <p:cNvSpPr/>
            <p:nvPr/>
          </p:nvSpPr>
          <p:spPr>
            <a:xfrm>
              <a:off x="9497017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3" name="Google Shape;293;p5"/>
          <p:cNvSpPr/>
          <p:nvPr/>
        </p:nvSpPr>
        <p:spPr>
          <a:xfrm>
            <a:off x="5444385" y="1558254"/>
            <a:ext cx="45719" cy="3877813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5C504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"/>
          <p:cNvSpPr txBox="1"/>
          <p:nvPr/>
        </p:nvSpPr>
        <p:spPr>
          <a:xfrm>
            <a:off x="8308567" y="5654150"/>
            <a:ext cx="211109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Year at Toastmasters</a:t>
            </a:r>
            <a:endParaRPr/>
          </a:p>
        </p:txBody>
      </p:sp>
      <p:sp>
        <p:nvSpPr>
          <p:cNvPr id="295" name="Google Shape;295;p5"/>
          <p:cNvSpPr/>
          <p:nvPr/>
        </p:nvSpPr>
        <p:spPr>
          <a:xfrm>
            <a:off x="9364113" y="1558254"/>
            <a:ext cx="45719" cy="3877813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5C504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5"/>
          <p:cNvSpPr txBox="1"/>
          <p:nvPr/>
        </p:nvSpPr>
        <p:spPr>
          <a:xfrm>
            <a:off x="5009626" y="5654150"/>
            <a:ext cx="211109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Months at Toastmasters</a:t>
            </a:r>
            <a:endParaRPr/>
          </a:p>
        </p:txBody>
      </p:sp>
      <p:sp>
        <p:nvSpPr>
          <p:cNvPr id="297" name="Google Shape;297;p5"/>
          <p:cNvSpPr/>
          <p:nvPr/>
        </p:nvSpPr>
        <p:spPr>
          <a:xfrm>
            <a:off x="9579442" y="773424"/>
            <a:ext cx="167986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0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98" name="Google Shape;298;p5"/>
          <p:cNvSpPr/>
          <p:nvPr/>
        </p:nvSpPr>
        <p:spPr>
          <a:xfrm>
            <a:off x="6065172" y="720655"/>
            <a:ext cx="167986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0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99" name="Google Shape;299;p5"/>
          <p:cNvSpPr/>
          <p:nvPr/>
        </p:nvSpPr>
        <p:spPr>
          <a:xfrm>
            <a:off x="1420232" y="720655"/>
            <a:ext cx="167986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0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"/>
          <p:cNvSpPr txBox="1"/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None/>
            </a:pPr>
            <a:r>
              <a:rPr lang="en-US"/>
              <a:t>Categories on the Toastmasters Journey (expanded)</a:t>
            </a:r>
            <a:endParaRPr/>
          </a:p>
        </p:txBody>
      </p:sp>
      <p:grpSp>
        <p:nvGrpSpPr>
          <p:cNvPr id="305" name="Google Shape;305;p6"/>
          <p:cNvGrpSpPr/>
          <p:nvPr/>
        </p:nvGrpSpPr>
        <p:grpSpPr>
          <a:xfrm>
            <a:off x="266699" y="719666"/>
            <a:ext cx="11544999" cy="5418666"/>
            <a:chOff x="0" y="0"/>
            <a:chExt cx="11544999" cy="5418666"/>
          </a:xfrm>
        </p:grpSpPr>
        <p:sp>
          <p:nvSpPr>
            <p:cNvPr id="306" name="Google Shape;306;p6"/>
            <p:cNvSpPr/>
            <p:nvPr/>
          </p:nvSpPr>
          <p:spPr>
            <a:xfrm>
              <a:off x="0" y="1635787"/>
              <a:ext cx="11544999" cy="2167466"/>
            </a:xfrm>
            <a:prstGeom prst="notchedRightArrow">
              <a:avLst>
                <a:gd fmla="val 50000" name="adj1"/>
                <a:gd fmla="val 50000" name="adj2"/>
              </a:avLst>
            </a:prstGeom>
            <a:solidFill>
              <a:srgbClr val="F1E8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6"/>
            <p:cNvSpPr/>
            <p:nvPr/>
          </p:nvSpPr>
          <p:spPr>
            <a:xfrm>
              <a:off x="6119" y="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6"/>
            <p:cNvSpPr txBox="1"/>
            <p:nvPr/>
          </p:nvSpPr>
          <p:spPr>
            <a:xfrm>
              <a:off x="6119" y="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5325" lIns="85325" spcFirstLastPara="1" rIns="85325" wrap="square" tIns="85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Icebreaker</a:t>
              </a:r>
              <a:endParaRPr/>
            </a:p>
          </p:txBody>
        </p:sp>
        <p:sp>
          <p:nvSpPr>
            <p:cNvPr id="309" name="Google Shape;309;p6"/>
            <p:cNvSpPr/>
            <p:nvPr/>
          </p:nvSpPr>
          <p:spPr>
            <a:xfrm>
              <a:off x="231753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1048911" y="325120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6"/>
            <p:cNvSpPr txBox="1"/>
            <p:nvPr/>
          </p:nvSpPr>
          <p:spPr>
            <a:xfrm>
              <a:off x="1048911" y="325120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8225" lIns="78225" spcFirstLastPara="1" rIns="78225" wrap="square" tIns="78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First Evaluation</a:t>
              </a:r>
              <a:endParaRPr/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1274545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2091703" y="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6"/>
            <p:cNvSpPr txBox="1"/>
            <p:nvPr/>
          </p:nvSpPr>
          <p:spPr>
            <a:xfrm>
              <a:off x="2091703" y="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78225" lIns="78225" spcFirstLastPara="1" rIns="78225" wrap="square" tIns="78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First Table Topics Moderation</a:t>
              </a:r>
              <a:endParaRPr/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2317337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3134494" y="325120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6"/>
            <p:cNvSpPr txBox="1"/>
            <p:nvPr/>
          </p:nvSpPr>
          <p:spPr>
            <a:xfrm>
              <a:off x="3134494" y="325120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8225" lIns="78225" spcFirstLastPara="1" rIns="78225" wrap="square" tIns="78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First Toastmaster of the Evening</a:t>
              </a:r>
              <a:endParaRPr/>
            </a:p>
          </p:txBody>
        </p:sp>
        <p:sp>
          <p:nvSpPr>
            <p:cNvPr id="318" name="Google Shape;318;p6"/>
            <p:cNvSpPr/>
            <p:nvPr/>
          </p:nvSpPr>
          <p:spPr>
            <a:xfrm>
              <a:off x="3360128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6"/>
            <p:cNvSpPr/>
            <p:nvPr/>
          </p:nvSpPr>
          <p:spPr>
            <a:xfrm>
              <a:off x="4177286" y="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6"/>
            <p:cNvSpPr txBox="1"/>
            <p:nvPr/>
          </p:nvSpPr>
          <p:spPr>
            <a:xfrm>
              <a:off x="4177286" y="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78225" lIns="78225" spcFirstLastPara="1" rIns="78225" wrap="square" tIns="78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Help Organize an Event</a:t>
              </a:r>
              <a:endParaRPr/>
            </a:p>
          </p:txBody>
        </p:sp>
        <p:sp>
          <p:nvSpPr>
            <p:cNvPr id="321" name="Google Shape;321;p6"/>
            <p:cNvSpPr/>
            <p:nvPr/>
          </p:nvSpPr>
          <p:spPr>
            <a:xfrm>
              <a:off x="4402920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6"/>
            <p:cNvSpPr/>
            <p:nvPr/>
          </p:nvSpPr>
          <p:spPr>
            <a:xfrm>
              <a:off x="5220077" y="325120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6"/>
            <p:cNvSpPr txBox="1"/>
            <p:nvPr/>
          </p:nvSpPr>
          <p:spPr>
            <a:xfrm>
              <a:off x="5220077" y="325120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8225" lIns="78225" spcFirstLastPara="1" rIns="78225" wrap="square" tIns="78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First Time as Mentor</a:t>
              </a:r>
              <a:endParaRPr/>
            </a:p>
          </p:txBody>
        </p:sp>
        <p:sp>
          <p:nvSpPr>
            <p:cNvPr id="324" name="Google Shape;324;p6"/>
            <p:cNvSpPr/>
            <p:nvPr/>
          </p:nvSpPr>
          <p:spPr>
            <a:xfrm>
              <a:off x="5445712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6"/>
            <p:cNvSpPr/>
            <p:nvPr/>
          </p:nvSpPr>
          <p:spPr>
            <a:xfrm>
              <a:off x="6262869" y="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6"/>
            <p:cNvSpPr txBox="1"/>
            <p:nvPr/>
          </p:nvSpPr>
          <p:spPr>
            <a:xfrm>
              <a:off x="6262869" y="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78225" lIns="78225" spcFirstLastPara="1" rIns="78225" wrap="square" tIns="78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Lead an Organization Team</a:t>
              </a:r>
              <a:endParaRPr/>
            </a:p>
          </p:txBody>
        </p:sp>
        <p:sp>
          <p:nvSpPr>
            <p:cNvPr id="327" name="Google Shape;327;p6"/>
            <p:cNvSpPr/>
            <p:nvPr/>
          </p:nvSpPr>
          <p:spPr>
            <a:xfrm>
              <a:off x="6488503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6"/>
            <p:cNvSpPr/>
            <p:nvPr/>
          </p:nvSpPr>
          <p:spPr>
            <a:xfrm>
              <a:off x="7305661" y="325120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6"/>
            <p:cNvSpPr txBox="1"/>
            <p:nvPr/>
          </p:nvSpPr>
          <p:spPr>
            <a:xfrm>
              <a:off x="7305661" y="325120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5325" lIns="85325" spcFirstLastPara="1" rIns="85325" wrap="square" tIns="85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Club Officer</a:t>
              </a:r>
              <a:b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Entry Roles</a:t>
              </a:r>
              <a:endParaRPr/>
            </a:p>
          </p:txBody>
        </p:sp>
        <p:sp>
          <p:nvSpPr>
            <p:cNvPr id="330" name="Google Shape;330;p6"/>
            <p:cNvSpPr/>
            <p:nvPr/>
          </p:nvSpPr>
          <p:spPr>
            <a:xfrm>
              <a:off x="7531295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6"/>
            <p:cNvSpPr/>
            <p:nvPr/>
          </p:nvSpPr>
          <p:spPr>
            <a:xfrm>
              <a:off x="8348452" y="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6"/>
            <p:cNvSpPr txBox="1"/>
            <p:nvPr/>
          </p:nvSpPr>
          <p:spPr>
            <a:xfrm>
              <a:off x="8348452" y="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78225" lIns="78225" spcFirstLastPara="1" rIns="78225" wrap="square" tIns="78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Advanced Club Officer</a:t>
              </a:r>
              <a:br>
                <a:rPr lang="en-US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Roles</a:t>
              </a:r>
              <a:endParaRPr/>
            </a:p>
          </p:txBody>
        </p:sp>
        <p:sp>
          <p:nvSpPr>
            <p:cNvPr id="333" name="Google Shape;333;p6"/>
            <p:cNvSpPr/>
            <p:nvPr/>
          </p:nvSpPr>
          <p:spPr>
            <a:xfrm>
              <a:off x="8574086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6"/>
            <p:cNvSpPr/>
            <p:nvPr/>
          </p:nvSpPr>
          <p:spPr>
            <a:xfrm>
              <a:off x="9391244" y="325120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6"/>
            <p:cNvSpPr txBox="1"/>
            <p:nvPr/>
          </p:nvSpPr>
          <p:spPr>
            <a:xfrm>
              <a:off x="9391244" y="325120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5325" lIns="85325" spcFirstLastPara="1" rIns="85325" wrap="square" tIns="85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District Officer</a:t>
              </a:r>
              <a:b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b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Senior Mentor</a:t>
              </a:r>
              <a:b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b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Club Champion</a:t>
              </a:r>
              <a:endParaRPr/>
            </a:p>
          </p:txBody>
        </p:sp>
        <p:sp>
          <p:nvSpPr>
            <p:cNvPr id="336" name="Google Shape;336;p6"/>
            <p:cNvSpPr/>
            <p:nvPr/>
          </p:nvSpPr>
          <p:spPr>
            <a:xfrm>
              <a:off x="9616878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7" name="Google Shape;337;p6"/>
          <p:cNvSpPr/>
          <p:nvPr/>
        </p:nvSpPr>
        <p:spPr>
          <a:xfrm>
            <a:off x="4383681" y="1602758"/>
            <a:ext cx="45719" cy="3877813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5C504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6"/>
          <p:cNvSpPr txBox="1"/>
          <p:nvPr/>
        </p:nvSpPr>
        <p:spPr>
          <a:xfrm>
            <a:off x="6449287" y="5615113"/>
            <a:ext cx="211109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Year at Toastmasters</a:t>
            </a:r>
            <a:endParaRPr/>
          </a:p>
        </p:txBody>
      </p:sp>
      <p:sp>
        <p:nvSpPr>
          <p:cNvPr id="339" name="Google Shape;339;p6"/>
          <p:cNvSpPr/>
          <p:nvPr/>
        </p:nvSpPr>
        <p:spPr>
          <a:xfrm>
            <a:off x="9604059" y="1558254"/>
            <a:ext cx="45719" cy="3877813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5C504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6"/>
          <p:cNvSpPr txBox="1"/>
          <p:nvPr/>
        </p:nvSpPr>
        <p:spPr>
          <a:xfrm>
            <a:off x="3820906" y="5649352"/>
            <a:ext cx="211109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Months at Toastmasters</a:t>
            </a:r>
            <a:endParaRPr/>
          </a:p>
        </p:txBody>
      </p:sp>
      <p:sp>
        <p:nvSpPr>
          <p:cNvPr id="341" name="Google Shape;341;p6"/>
          <p:cNvSpPr/>
          <p:nvPr/>
        </p:nvSpPr>
        <p:spPr>
          <a:xfrm>
            <a:off x="7504833" y="1558253"/>
            <a:ext cx="45719" cy="3877813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5C504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6"/>
          <p:cNvSpPr txBox="1"/>
          <p:nvPr/>
        </p:nvSpPr>
        <p:spPr>
          <a:xfrm>
            <a:off x="8571372" y="5615113"/>
            <a:ext cx="211109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3+ Years at Toastmasters</a:t>
            </a:r>
            <a:endParaRPr/>
          </a:p>
        </p:txBody>
      </p:sp>
      <p:sp>
        <p:nvSpPr>
          <p:cNvPr id="343" name="Google Shape;343;p6"/>
          <p:cNvSpPr/>
          <p:nvPr/>
        </p:nvSpPr>
        <p:spPr>
          <a:xfrm>
            <a:off x="7924199" y="745750"/>
            <a:ext cx="167986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0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44" name="Google Shape;344;p6"/>
          <p:cNvSpPr/>
          <p:nvPr/>
        </p:nvSpPr>
        <p:spPr>
          <a:xfrm>
            <a:off x="5225242" y="753905"/>
            <a:ext cx="167986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0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345" name="Google Shape;345;p6"/>
          <p:cNvSpPr/>
          <p:nvPr/>
        </p:nvSpPr>
        <p:spPr>
          <a:xfrm>
            <a:off x="1200024" y="849451"/>
            <a:ext cx="167986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0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346" name="Google Shape;346;p6"/>
          <p:cNvSpPr/>
          <p:nvPr/>
        </p:nvSpPr>
        <p:spPr>
          <a:xfrm>
            <a:off x="10043807" y="773424"/>
            <a:ext cx="167986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1" sz="9600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"/>
          <p:cNvSpPr txBox="1"/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None/>
            </a:pPr>
            <a:r>
              <a:rPr lang="en-US"/>
              <a:t>Actions per Category</a:t>
            </a:r>
            <a:endParaRPr/>
          </a:p>
        </p:txBody>
      </p:sp>
      <p:graphicFrame>
        <p:nvGraphicFramePr>
          <p:cNvPr id="352" name="Google Shape;352;p7"/>
          <p:cNvGraphicFramePr/>
          <p:nvPr/>
        </p:nvGraphicFramePr>
        <p:xfrm>
          <a:off x="272258" y="10453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{40DDF6D5-D5F9-4644-8ED8-E6104D2A0110}</a:tableStyleId>
              </a:tblPr>
              <a:tblGrid>
                <a:gridCol w="2911875"/>
                <a:gridCol w="2911875"/>
                <a:gridCol w="2911875"/>
                <a:gridCol w="29118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C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B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A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S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New Member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Contributor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Leader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Superstars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184025"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en-US" sz="1800" u="none" cap="none" strike="noStrike"/>
                        <a:t>Member for less than 6 months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en-US" sz="1800" u="none" cap="none" strike="noStrike"/>
                        <a:t>Optional: Wants to develop leadership skills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en-US" sz="1800" u="none" cap="none" strike="noStrike"/>
                        <a:t>Optional: Wants to take on responsibility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en-US" sz="1800" u="none" cap="none" strike="noStrike"/>
                        <a:t>Member for 6–12 months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en-US" sz="1800" u="none" cap="none" strike="noStrike"/>
                        <a:t>Regularly helps ou</a:t>
                      </a:r>
                      <a:endParaRPr sz="1800" u="none" cap="none" strike="noStrike"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en-US" sz="1800" u="none" cap="none" strike="noStrike"/>
                        <a:t> Attends meetings consistently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en-US" sz="1800" u="none" cap="none" strike="noStrike"/>
                        <a:t>Feels comfortable in the club and on stage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en-US" sz="1800" u="none" cap="none" strike="noStrike"/>
                        <a:t>Member for 1+ years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en-US" sz="1800" u="none" cap="none" strike="noStrike"/>
                        <a:t>Active contributor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en-US" sz="1800" u="none" cap="none" strike="noStrike"/>
                        <a:t>Helps shape club life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en-US" sz="1800" u="none" cap="none" strike="noStrike"/>
                        <a:t>Has a good understanding of the club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en-US" sz="1800" u="none" cap="none" strike="noStrike"/>
                        <a:t>Optional: Has served as a mentor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en-US" sz="1800" u="none" cap="none" strike="noStrike"/>
                        <a:t>Member for 3+ year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en-US" sz="1800" u="none" cap="none" strike="noStrike"/>
                        <a:t>Regularly takes on leadership or key role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en-US" sz="1800" u="none" cap="none" strike="noStrike"/>
                        <a:t> Actively shares knowledge and experience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en-US" sz="1800" u="none" cap="none" strike="noStrike"/>
                        <a:t>Recognized pillar of the club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⮚"/>
                      </a:pPr>
                      <a:r>
                        <a:rPr lang="en-US" sz="1800" u="none" cap="none" strike="noStrike"/>
                        <a:t>Assign a mentor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⮚"/>
                      </a:pPr>
                      <a:r>
                        <a:rPr lang="en-US" sz="1800" u="none" cap="none" strike="noStrike"/>
                        <a:t>Provide regular learning opportunities through workshops and speeches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⮚"/>
                      </a:pPr>
                      <a:r>
                        <a:rPr lang="en-US" sz="1800" u="none" cap="none" strike="noStrike"/>
                        <a:t>Invite to committees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⮚"/>
                      </a:pPr>
                      <a:r>
                        <a:rPr lang="en-US" sz="1800" u="none" cap="none" strike="noStrike"/>
                        <a:t>Involve in event organization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⮚"/>
                      </a:pPr>
                      <a:r>
                        <a:rPr lang="en-US" sz="1800" u="none" cap="none" strike="noStrike"/>
                        <a:t>Encourage participation in Area and Division events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⮚"/>
                      </a:pPr>
                      <a:r>
                        <a:rPr lang="en-US" sz="1800" u="none" cap="none" strike="noStrike"/>
                        <a:t>Entrust with event leadership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⮚"/>
                      </a:pPr>
                      <a:r>
                        <a:rPr lang="en-US" sz="1800" u="none" cap="none" strike="noStrike"/>
                        <a:t>Involve actively in committees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⮚"/>
                      </a:pPr>
                      <a:r>
                        <a:rPr lang="en-US" sz="1800" u="none" cap="none" strike="noStrike"/>
                        <a:t>Take along to COTs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165"/>
                        </a:buClr>
                        <a:buSzPts val="1800"/>
                        <a:buFont typeface="Noto Sans Symbols"/>
                        <a:buChar char="⮚"/>
                      </a:pPr>
                      <a:r>
                        <a:rPr b="1" lang="en-US" sz="1800" u="none" cap="none" strike="noStrike">
                          <a:solidFill>
                            <a:srgbClr val="004165"/>
                          </a:solidFill>
                        </a:rPr>
                        <a:t>Leave them alone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⮚"/>
                      </a:pPr>
                      <a:r>
                        <a:rPr lang="en-US" sz="1800" u="none" cap="none" strike="noStrike"/>
                        <a:t>Utilize as trainers and multipliers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⮚"/>
                      </a:pPr>
                      <a:r>
                        <a:rPr lang="en-US" sz="1800" u="none" cap="none" strike="noStrike"/>
                        <a:t>Enable leadership opportunities at the District level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165"/>
                        </a:buClr>
                        <a:buSzPts val="1800"/>
                        <a:buFont typeface="Noto Sans Symbols"/>
                        <a:buChar char="⮚"/>
                      </a:pPr>
                      <a:r>
                        <a:rPr b="1" lang="en-US" sz="1800" u="none" cap="none" strike="noStrike">
                          <a:solidFill>
                            <a:srgbClr val="004165"/>
                          </a:solidFill>
                        </a:rPr>
                        <a:t>Help them fulfill their dreams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8"/>
          <p:cNvSpPr txBox="1"/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None/>
            </a:pPr>
            <a:r>
              <a:rPr lang="en-US"/>
              <a:t>Conducting a Member Progress Analysis</a:t>
            </a:r>
            <a:endParaRPr/>
          </a:p>
        </p:txBody>
      </p:sp>
      <p:sp>
        <p:nvSpPr>
          <p:cNvPr id="358" name="Google Shape;358;p8"/>
          <p:cNvSpPr txBox="1"/>
          <p:nvPr>
            <p:ph idx="1" type="body"/>
          </p:nvPr>
        </p:nvSpPr>
        <p:spPr>
          <a:xfrm>
            <a:off x="277933" y="1520042"/>
            <a:ext cx="11647367" cy="4358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1" lang="en-US"/>
              <a:t>Generate Current Member List</a:t>
            </a:r>
            <a:br>
              <a:rPr lang="en-US"/>
            </a:br>
            <a:r>
              <a:rPr lang="en-US"/>
              <a:t>Export membership data from EasySpeak or Club Central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1" lang="en-US"/>
              <a:t>Evaluate Members as a Team</a:t>
            </a:r>
            <a:br>
              <a:rPr lang="en-US"/>
            </a:br>
            <a:r>
              <a:rPr lang="en-US"/>
              <a:t>As the club board, identify the progress of every club member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1" lang="en-US"/>
              <a:t>Decide on Actions</a:t>
            </a:r>
            <a:br>
              <a:rPr lang="en-US"/>
            </a:br>
            <a:r>
              <a:rPr lang="en-US"/>
              <a:t>Develop actions for every single category that will allow you to develop specific club members and move them to the next category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1" lang="en-US"/>
              <a:t>Implementation</a:t>
            </a:r>
            <a:br>
              <a:rPr b="1" lang="en-US"/>
            </a:br>
            <a:r>
              <a:rPr lang="en-US"/>
              <a:t>Support your members actively in progressing in the Toastmasters journey and conduct the analysis regularly to track progress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9"/>
          <p:cNvSpPr txBox="1"/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/>
              <a:t>Discussions in Break-out Sessions</a:t>
            </a:r>
            <a:endParaRPr/>
          </a:p>
        </p:txBody>
      </p:sp>
      <p:sp>
        <p:nvSpPr>
          <p:cNvPr id="364" name="Google Shape;364;p9"/>
          <p:cNvSpPr txBox="1"/>
          <p:nvPr>
            <p:ph idx="1" type="body"/>
          </p:nvPr>
        </p:nvSpPr>
        <p:spPr>
          <a:xfrm>
            <a:off x="277934" y="1361863"/>
            <a:ext cx="564184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en-US"/>
              <a:t>Per Club:</a:t>
            </a:r>
            <a:endParaRPr/>
          </a:p>
        </p:txBody>
      </p:sp>
      <p:sp>
        <p:nvSpPr>
          <p:cNvPr id="365" name="Google Shape;365;p9"/>
          <p:cNvSpPr txBox="1"/>
          <p:nvPr>
            <p:ph idx="2" type="body"/>
          </p:nvPr>
        </p:nvSpPr>
        <p:spPr>
          <a:xfrm>
            <a:off x="277934" y="2185775"/>
            <a:ext cx="5641848" cy="36816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Assign the members of your club to the different categories.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How is your club structured? Which category contains the largest number of members?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Which members could you develop into future Club Officers over the coming year?</a:t>
            </a:r>
            <a:endParaRPr/>
          </a:p>
        </p:txBody>
      </p:sp>
      <p:sp>
        <p:nvSpPr>
          <p:cNvPr id="366" name="Google Shape;366;p9"/>
          <p:cNvSpPr txBox="1"/>
          <p:nvPr>
            <p:ph idx="3" type="body"/>
          </p:nvPr>
        </p:nvSpPr>
        <p:spPr>
          <a:xfrm>
            <a:off x="6283452" y="1361863"/>
            <a:ext cx="564184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en-US"/>
              <a:t>Without Clubs:</a:t>
            </a:r>
            <a:endParaRPr/>
          </a:p>
        </p:txBody>
      </p:sp>
      <p:sp>
        <p:nvSpPr>
          <p:cNvPr id="367" name="Google Shape;367;p9"/>
          <p:cNvSpPr txBox="1"/>
          <p:nvPr>
            <p:ph idx="4" type="body"/>
          </p:nvPr>
        </p:nvSpPr>
        <p:spPr>
          <a:xfrm>
            <a:off x="6283452" y="2185775"/>
            <a:ext cx="5641848" cy="36816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How is succession planning currently handled in your club?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Identify three challenges your club faces regarding succession planning.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What solutions would you propose to address these challenges?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oastmasters Theme Light Mode">
  <a:themeElements>
    <a:clrScheme name="Toastmasters Burgundy">
      <a:dk1>
        <a:srgbClr val="333333"/>
      </a:dk1>
      <a:lt1>
        <a:srgbClr val="FFFFFF"/>
      </a:lt1>
      <a:dk2>
        <a:srgbClr val="012838"/>
      </a:dk2>
      <a:lt2>
        <a:srgbClr val="F5F5F5"/>
      </a:lt2>
      <a:accent1>
        <a:srgbClr val="DBBFBC"/>
      </a:accent1>
      <a:accent2>
        <a:srgbClr val="C08D8C"/>
      </a:accent2>
      <a:accent3>
        <a:srgbClr val="A66164"/>
      </a:accent3>
      <a:accent4>
        <a:srgbClr val="8D3B44"/>
      </a:accent4>
      <a:accent5>
        <a:srgbClr val="772432"/>
      </a:accent5>
      <a:accent6>
        <a:srgbClr val="5C1F28"/>
      </a:accent6>
      <a:hlink>
        <a:srgbClr val="0248C2"/>
      </a:hlink>
      <a:folHlink>
        <a:srgbClr val="0248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2026-06-19T21:21:55Z</dcterms:created>
  <dc:creator>Björn Müller</dc:creator>
</cp:coreProperties>
</file>